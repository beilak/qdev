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5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6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7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  <p:sldMasterId id="2147483670" r:id="rId2"/>
    <p:sldMasterId id="2147483681" r:id="rId3"/>
    <p:sldMasterId id="2147483749" r:id="rId4"/>
    <p:sldMasterId id="2147483770" r:id="rId5"/>
    <p:sldMasterId id="2147483731" r:id="rId6"/>
    <p:sldMasterId id="2147483718" r:id="rId7"/>
    <p:sldMasterId id="2147483701" r:id="rId8"/>
  </p:sldMasterIdLst>
  <p:notesMasterIdLst>
    <p:notesMasterId r:id="rId23"/>
  </p:notesMasterIdLst>
  <p:handoutMasterIdLst>
    <p:handoutMasterId r:id="rId24"/>
  </p:handoutMasterIdLst>
  <p:sldIdLst>
    <p:sldId id="319" r:id="rId9"/>
    <p:sldId id="2145707567" r:id="rId10"/>
    <p:sldId id="2145707593" r:id="rId11"/>
    <p:sldId id="2145707568" r:id="rId12"/>
    <p:sldId id="2145707594" r:id="rId13"/>
    <p:sldId id="2145707595" r:id="rId14"/>
    <p:sldId id="2145707596" r:id="rId15"/>
    <p:sldId id="263" r:id="rId16"/>
    <p:sldId id="2145707602" r:id="rId17"/>
    <p:sldId id="2145707598" r:id="rId18"/>
    <p:sldId id="2145707597" r:id="rId19"/>
    <p:sldId id="2145707599" r:id="rId20"/>
    <p:sldId id="2145707600" r:id="rId21"/>
    <p:sldId id="2145707601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для вашей презентации" id="{D5608E03-7CAB-9842-83DD-A7B9CA4CEAF7}">
          <p14:sldIdLst>
            <p14:sldId id="319"/>
            <p14:sldId id="2145707567"/>
            <p14:sldId id="2145707593"/>
            <p14:sldId id="2145707568"/>
            <p14:sldId id="2145707594"/>
            <p14:sldId id="2145707595"/>
            <p14:sldId id="2145707596"/>
            <p14:sldId id="263"/>
            <p14:sldId id="2145707602"/>
            <p14:sldId id="2145707598"/>
            <p14:sldId id="2145707597"/>
            <p14:sldId id="2145707599"/>
            <p14:sldId id="2145707600"/>
            <p14:sldId id="21457076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9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93F8"/>
    <a:srgbClr val="D0B2FA"/>
    <a:srgbClr val="E3D0FC"/>
    <a:srgbClr val="C3E6FF"/>
    <a:srgbClr val="87CDFF"/>
    <a:srgbClr val="64B9F5"/>
    <a:srgbClr val="64B9F6"/>
    <a:srgbClr val="59BFBE"/>
    <a:srgbClr val="DD94C3"/>
    <a:srgbClr val="7DD2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43"/>
    <p:restoredTop sz="96260"/>
  </p:normalViewPr>
  <p:slideViewPr>
    <p:cSldViewPr snapToGrid="0" showGuides="1">
      <p:cViewPr varScale="1">
        <p:scale>
          <a:sx n="150" d="100"/>
          <a:sy n="150" d="100"/>
        </p:scale>
        <p:origin x="232" y="160"/>
      </p:cViewPr>
      <p:guideLst>
        <p:guide orient="horz" pos="3090"/>
        <p:guide pos="3840"/>
      </p:guideLst>
    </p:cSldViewPr>
  </p:slideViewPr>
  <p:outlineViewPr>
    <p:cViewPr>
      <p:scale>
        <a:sx n="33" d="100"/>
        <a:sy n="33" d="100"/>
      </p:scale>
      <p:origin x="0" y="-436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22" d="100"/>
          <a:sy n="122" d="100"/>
        </p:scale>
        <p:origin x="250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132C6ED-FEBD-A015-CD61-582DE41736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8A0F5DD-6FD8-9859-51D4-CF105B04E70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B63794-8895-F94C-AAEC-74A5F94344F2}" type="datetimeFigureOut">
              <a:rPr lang="ru-RU" smtClean="0">
                <a:latin typeface="Arial" panose="020B0604020202020204" pitchFamily="34" charset="0"/>
              </a:rPr>
              <a:t>22.11.2024</a:t>
            </a:fld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08A9CE0-A51E-CB4C-7D51-73D9EAE9159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65602CD-705F-E877-4B6D-F8EC33E146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AD1B4-3C21-4C46-B8DB-56D236F0A080}" type="slidenum">
              <a:rPr lang="ru-RU" smtClean="0">
                <a:latin typeface="Arial" panose="020B0604020202020204" pitchFamily="34" charset="0"/>
              </a:rPr>
              <a:t>‹#›</a:t>
            </a:fld>
            <a:endParaRPr lang="ru-RU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0256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575C7B-338A-8242-908B-E43D2F6D6AE5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71312-62BF-F348-B48C-72B8DAFE6D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1876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05248-ED27-A134-3136-B879E0527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C7BDAA-7002-F2D3-1C14-BEEE26E97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CC90D0-F151-6057-3685-D210414AB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41E65-2A19-9A36-2483-238DF7CDD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71312-62BF-F348-B48C-72B8DAFE6D2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1825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9C315-C95C-DBC4-9D27-27BBDB565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FDDF4-ED4C-84D5-91DF-C2485042B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CF0F9-4F8F-1F25-9CC2-75CA6CB2F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72112-76A5-84BF-B825-18C59B9D83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71312-62BF-F348-B48C-72B8DAFE6D2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4136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5E36D407-0E24-82EA-F19F-70701701C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8:notes">
            <a:extLst>
              <a:ext uri="{FF2B5EF4-FFF2-40B4-BE49-F238E27FC236}">
                <a16:creationId xmlns:a16="http://schemas.microsoft.com/office/drawing/2014/main" id="{D984557B-B0F3-726B-D280-335A6CFAD9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8:notes">
            <a:extLst>
              <a:ext uri="{FF2B5EF4-FFF2-40B4-BE49-F238E27FC236}">
                <a16:creationId xmlns:a16="http://schemas.microsoft.com/office/drawing/2014/main" id="{59BB356F-1324-F13F-EB54-9F96EABE54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6260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3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4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5.wdp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6.wdp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microsoft.com/office/2007/relationships/hdphoto" Target="../media/hdphoto9.wdp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0.wdp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microsoft.com/office/2007/relationships/hdphoto" Target="../media/hdphoto11.wdp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2.wdp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Relationship Id="rId4" Type="http://schemas.microsoft.com/office/2007/relationships/hdphoto" Target="../media/hdphoto2.wdp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Relationship Id="rId4" Type="http://schemas.microsoft.com/office/2007/relationships/hdphoto" Target="../media/hdphoto2.wdp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Relationship Id="rId4" Type="http://schemas.microsoft.com/office/2007/relationships/hdphoto" Target="../media/hdphoto2.wdp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7.xml"/><Relationship Id="rId4" Type="http://schemas.microsoft.com/office/2007/relationships/hdphoto" Target="../media/hdphoto2.wdp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Relationship Id="rId4" Type="http://schemas.microsoft.com/office/2007/relationships/hdphoto" Target="../media/hdphoto4.wdp"/></Relationships>
</file>

<file path=ppt/slideLayouts/_rels/slideLayout6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6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Relationship Id="rId4" Type="http://schemas.microsoft.com/office/2007/relationships/hdphoto" Target="../media/hdphoto14.wdp"/></Relationships>
</file>

<file path=ppt/slideLayouts/_rels/slideLayout6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6.png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_Светлая тема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8">
            <a:extLst>
              <a:ext uri="{FF2B5EF4-FFF2-40B4-BE49-F238E27FC236}">
                <a16:creationId xmlns:a16="http://schemas.microsoft.com/office/drawing/2014/main" id="{5C0F2DF5-FE8E-114C-5BEA-FDDB5EA7894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"/>
            <a:ext cx="12192000" cy="3815122"/>
          </a:xfrm>
        </p:spPr>
        <p:txBody>
          <a:bodyPr anchor="ctr">
            <a:normAutofit/>
          </a:bodyPr>
          <a:lstStyle>
            <a:lvl1pPr algn="ctr">
              <a:defRPr sz="1800" b="0" i="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Текст 9">
            <a:extLst>
              <a:ext uri="{FF2B5EF4-FFF2-40B4-BE49-F238E27FC236}">
                <a16:creationId xmlns:a16="http://schemas.microsoft.com/office/drawing/2014/main" id="{89439DD2-FE62-7867-1F2D-AA7E1113D7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9875" y="6146800"/>
            <a:ext cx="3819525" cy="381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Имя и Фамилия спикера</a:t>
            </a:r>
          </a:p>
        </p:txBody>
      </p:sp>
      <p:sp>
        <p:nvSpPr>
          <p:cNvPr id="9" name="Текст 11">
            <a:extLst>
              <a:ext uri="{FF2B5EF4-FFF2-40B4-BE49-F238E27FC236}">
                <a16:creationId xmlns:a16="http://schemas.microsoft.com/office/drawing/2014/main" id="{C7BF3186-1394-4DA8-62A2-A162D184BE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388600" y="6210300"/>
            <a:ext cx="1533525" cy="330200"/>
          </a:xfrm>
          <a:prstGeom prst="rect">
            <a:avLst/>
          </a:prstGeom>
        </p:spPr>
        <p:txBody>
          <a:bodyPr anchor="ctr"/>
          <a:lstStyle>
            <a:lvl1pPr algn="r">
              <a:defRPr sz="2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Дата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A6FDDEB-B898-353B-9409-E537DFE9C2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6477" y="315709"/>
            <a:ext cx="506621" cy="50662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728EDA7-94B2-EE45-8D43-F98B6665BD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9500" y="3944752"/>
            <a:ext cx="5076760" cy="2022302"/>
          </a:xfrm>
          <a:prstGeom prst="rect">
            <a:avLst/>
          </a:prstGeom>
        </p:spPr>
        <p:txBody>
          <a:bodyPr anchor="b">
            <a:noAutofit/>
          </a:bodyPr>
          <a:lstStyle>
            <a:lvl1pPr marL="71755" algn="l">
              <a:defRPr sz="6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презентации</a:t>
            </a:r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8929C53-85B5-439B-0E3C-54112FFD4C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3412" y="371077"/>
            <a:ext cx="961588" cy="4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673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_Темная тема_1">
    <p:bg>
      <p:bgPr>
        <a:solidFill>
          <a:srgbClr val="3C3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5" hasCustomPrompt="1"/>
          </p:nvPr>
        </p:nvSpPr>
        <p:spPr>
          <a:xfrm>
            <a:off x="385400" y="6048154"/>
            <a:ext cx="4860860" cy="412616"/>
          </a:xfrm>
          <a:prstGeom prst="roundRect">
            <a:avLst>
              <a:gd name="adj" fmla="val 50000"/>
            </a:avLst>
          </a:prstGeom>
          <a:solidFill>
            <a:schemeClr val="bg1">
              <a:alpha val="10000"/>
            </a:schemeClr>
          </a:solidFill>
        </p:spPr>
        <p:txBody>
          <a:bodyPr anchor="ctr" anchorCtr="0">
            <a:noAutofit/>
          </a:bodyPr>
          <a:lstStyle>
            <a:lvl1pPr marL="88900" indent="0" algn="l">
              <a:buNone/>
              <a:tabLst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Имя и Фамилия спикера</a:t>
            </a:r>
            <a:endParaRPr lang="ru-RU" dirty="0"/>
          </a:p>
        </p:txBody>
      </p:sp>
      <p:sp>
        <p:nvSpPr>
          <p:cNvPr id="4" name="Объект 2"/>
          <p:cNvSpPr>
            <a:spLocks noGrp="1"/>
          </p:cNvSpPr>
          <p:nvPr>
            <p:ph idx="16" hasCustomPrompt="1"/>
          </p:nvPr>
        </p:nvSpPr>
        <p:spPr>
          <a:xfrm>
            <a:off x="9334500" y="6048154"/>
            <a:ext cx="2494455" cy="412616"/>
          </a:xfrm>
          <a:prstGeom prst="roundRect">
            <a:avLst>
              <a:gd name="adj" fmla="val 50000"/>
            </a:avLst>
          </a:prstGeom>
          <a:solidFill>
            <a:schemeClr val="bg1">
              <a:alpha val="10000"/>
            </a:schemeClr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Дата цифрами</a:t>
            </a:r>
          </a:p>
        </p:txBody>
      </p:sp>
      <p:sp>
        <p:nvSpPr>
          <p:cNvPr id="7" name="Рисунок 18">
            <a:extLst>
              <a:ext uri="{FF2B5EF4-FFF2-40B4-BE49-F238E27FC236}">
                <a16:creationId xmlns:a16="http://schemas.microsoft.com/office/drawing/2014/main" id="{14D48C5B-E30F-1826-CB01-D3F7C9BB05F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"/>
            <a:ext cx="12192000" cy="3815122"/>
          </a:xfrm>
        </p:spPr>
        <p:txBody>
          <a:bodyPr anchor="ctr">
            <a:normAutofit/>
          </a:bodyPr>
          <a:lstStyle>
            <a:lvl1pPr algn="ctr"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DF0A689-FA9A-DF2D-15AB-D2351BCE14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0539" y="315709"/>
            <a:ext cx="506621" cy="5066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791536-EE20-5AC6-E92B-141D81689D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9500" y="3939498"/>
            <a:ext cx="5076760" cy="2022302"/>
          </a:xfrm>
          <a:prstGeom prst="rect">
            <a:avLst/>
          </a:prstGeom>
        </p:spPr>
        <p:txBody>
          <a:bodyPr anchor="b">
            <a:noAutofit/>
          </a:bodyPr>
          <a:lstStyle>
            <a:lvl1pPr marL="71755" algn="l">
              <a:defRPr sz="6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презентации</a:t>
            </a:r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79E66DA-F654-CC69-1AA2-889F5C93CC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3412" y="371077"/>
            <a:ext cx="961588" cy="4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44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_Светлая тема_Фото спикер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8"/>
          <p:cNvSpPr>
            <a:spLocks noGrp="1"/>
          </p:cNvSpPr>
          <p:nvPr>
            <p:ph type="pic" sz="quarter" idx="12"/>
          </p:nvPr>
        </p:nvSpPr>
        <p:spPr>
          <a:xfrm>
            <a:off x="6096000" y="1"/>
            <a:ext cx="6096000" cy="6857999"/>
          </a:xfrm>
        </p:spPr>
        <p:txBody>
          <a:bodyPr>
            <a:normAutofit/>
          </a:bodyPr>
          <a:lstStyle>
            <a:lvl1pPr>
              <a:defRPr sz="1800" b="0" i="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169072" y="1834906"/>
            <a:ext cx="5077188" cy="1803680"/>
          </a:xfrm>
          <a:prstGeom prst="rect">
            <a:avLst/>
          </a:prstGeom>
        </p:spPr>
        <p:txBody>
          <a:bodyPr anchor="b">
            <a:noAutofit/>
          </a:bodyPr>
          <a:lstStyle>
            <a:lvl1pPr marL="71755" algn="l">
              <a:defRPr sz="5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презентации</a:t>
            </a:r>
            <a:endParaRPr lang="en-US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98F742A-C1B2-9A24-CBF1-ADE3B8900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6477" y="315709"/>
            <a:ext cx="506621" cy="506621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9670EED6-9F5A-6665-ECC2-B6A84EBACA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4166" y="3717380"/>
            <a:ext cx="5077188" cy="11239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презентации </a:t>
            </a:r>
            <a:br>
              <a:rPr lang="ru-RU" dirty="0"/>
            </a:br>
            <a:r>
              <a:rPr lang="ru-RU" dirty="0"/>
              <a:t>с уточнением темы</a:t>
            </a:r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1314F54C-FD48-5CBF-4487-52AFC6BF64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27644" y="5726668"/>
            <a:ext cx="3929711" cy="369332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Имя и Фамилия спикера</a:t>
            </a:r>
            <a:endParaRPr lang="ru-RU" dirty="0"/>
          </a:p>
        </p:txBody>
      </p:sp>
      <p:sp>
        <p:nvSpPr>
          <p:cNvPr id="10" name="Текст 2">
            <a:extLst>
              <a:ext uri="{FF2B5EF4-FFF2-40B4-BE49-F238E27FC236}">
                <a16:creationId xmlns:a16="http://schemas.microsoft.com/office/drawing/2014/main" id="{6175A870-7203-3C16-0C81-2071B0D637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5112" y="6196812"/>
            <a:ext cx="3929711" cy="369332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Должность/роль</a:t>
            </a:r>
            <a:endParaRPr lang="ru-RU" dirty="0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15B5820D-FE5E-F0E9-FA61-A789CAF023E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59999" y="4953000"/>
            <a:ext cx="1038992" cy="1541899"/>
          </a:xfrm>
          <a:prstGeom prst="roundRect">
            <a:avLst>
              <a:gd name="adj" fmla="val 50000"/>
            </a:avLst>
          </a:prstGeom>
          <a:noFill/>
          <a:ln w="3175">
            <a:solidFill>
              <a:srgbClr val="F0F0F0"/>
            </a:solidFill>
          </a:ln>
        </p:spPr>
        <p:txBody>
          <a:bodyPr lIns="90000" rIns="90000" anchor="ctr">
            <a:normAutofit/>
          </a:bodyPr>
          <a:lstStyle>
            <a:lvl1pPr marL="0" indent="0" algn="ctr"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04B5F7-8D56-C67B-0776-E733AC0452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3412" y="371077"/>
            <a:ext cx="961588" cy="4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054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_Светлая тема_5_рисунок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8"/>
          <p:cNvSpPr>
            <a:spLocks noGrp="1"/>
          </p:cNvSpPr>
          <p:nvPr>
            <p:ph type="pic" sz="quarter" idx="12"/>
          </p:nvPr>
        </p:nvSpPr>
        <p:spPr>
          <a:xfrm>
            <a:off x="6096000" y="1"/>
            <a:ext cx="6096000" cy="6857999"/>
          </a:xfrm>
        </p:spPr>
        <p:txBody>
          <a:bodyPr>
            <a:normAutofit/>
          </a:bodyPr>
          <a:lstStyle>
            <a:lvl1pPr>
              <a:defRPr sz="1800" b="0" i="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98F742A-C1B2-9A24-CBF1-ADE3B8900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6477" y="315709"/>
            <a:ext cx="506621" cy="506621"/>
          </a:xfrm>
          <a:prstGeom prst="rect">
            <a:avLst/>
          </a:prstGeom>
        </p:spPr>
      </p:pic>
      <p:sp>
        <p:nvSpPr>
          <p:cNvPr id="10" name="Текст 2">
            <a:extLst>
              <a:ext uri="{FF2B5EF4-FFF2-40B4-BE49-F238E27FC236}">
                <a16:creationId xmlns:a16="http://schemas.microsoft.com/office/drawing/2014/main" id="{95693DF7-305C-B53C-0047-46434D763B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0344" y="5726668"/>
            <a:ext cx="3929711" cy="369332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Имя и Фамилия спикера</a:t>
            </a:r>
            <a:endParaRPr lang="ru-RU" dirty="0"/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5FB4AC8A-504D-EAE0-B5D7-C335C42F5E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812" y="6196812"/>
            <a:ext cx="3929711" cy="369332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Должность/роль</a:t>
            </a:r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C3DB70B-E9D7-2821-1DE2-B51A02D609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9072" y="1834906"/>
            <a:ext cx="5077188" cy="1803680"/>
          </a:xfrm>
          <a:prstGeom prst="rect">
            <a:avLst/>
          </a:prstGeom>
        </p:spPr>
        <p:txBody>
          <a:bodyPr anchor="b">
            <a:noAutofit/>
          </a:bodyPr>
          <a:lstStyle>
            <a:lvl1pPr marL="71755" algn="l">
              <a:defRPr sz="5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презентации</a:t>
            </a:r>
            <a:endParaRPr lang="en-US" dirty="0"/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C61A7794-FF60-CD0D-FFB2-CD051BCAF8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4166" y="3717380"/>
            <a:ext cx="5077188" cy="11239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презентации </a:t>
            </a:r>
            <a:br>
              <a:rPr lang="ru-RU" dirty="0"/>
            </a:br>
            <a:r>
              <a:rPr lang="ru-RU" dirty="0"/>
              <a:t>с уточнением темы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FF9494A-9940-FE7B-CA8C-D2FD5B1BD9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3412" y="371077"/>
            <a:ext cx="961588" cy="4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32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_Темная тема_2_рисунок справа">
    <p:bg>
      <p:bgPr>
        <a:solidFill>
          <a:srgbClr val="3C3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/>
          <p:nvPr userDrawn="1"/>
        </p:nvSpPr>
        <p:spPr>
          <a:xfrm>
            <a:off x="6096001" y="1"/>
            <a:ext cx="6095999" cy="6857999"/>
          </a:xfrm>
          <a:prstGeom prst="rect">
            <a:avLst/>
          </a:prstGeom>
          <a:solidFill>
            <a:srgbClr val="3C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3" name="Рисунок 18"/>
          <p:cNvSpPr>
            <a:spLocks noGrp="1"/>
          </p:cNvSpPr>
          <p:nvPr>
            <p:ph type="pic" sz="quarter" idx="12"/>
          </p:nvPr>
        </p:nvSpPr>
        <p:spPr>
          <a:xfrm>
            <a:off x="6096000" y="1"/>
            <a:ext cx="6096000" cy="6857999"/>
          </a:xfrm>
        </p:spPr>
        <p:txBody>
          <a:bodyPr anchor="ctr">
            <a:normAutofit/>
          </a:bodyPr>
          <a:lstStyle>
            <a:lvl1pPr algn="ctr"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Объект 2"/>
          <p:cNvSpPr>
            <a:spLocks noGrp="1"/>
          </p:cNvSpPr>
          <p:nvPr>
            <p:ph idx="15" hasCustomPrompt="1"/>
          </p:nvPr>
        </p:nvSpPr>
        <p:spPr>
          <a:xfrm>
            <a:off x="372700" y="6048154"/>
            <a:ext cx="3437300" cy="412616"/>
          </a:xfrm>
          <a:prstGeom prst="roundRect">
            <a:avLst>
              <a:gd name="adj" fmla="val 50000"/>
            </a:avLst>
          </a:prstGeom>
          <a:solidFill>
            <a:schemeClr val="bg1">
              <a:alpha val="10000"/>
            </a:schemeClr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Имя и Фамилия спикера</a:t>
            </a:r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6" hasCustomPrompt="1"/>
          </p:nvPr>
        </p:nvSpPr>
        <p:spPr>
          <a:xfrm>
            <a:off x="3995245" y="6057746"/>
            <a:ext cx="1719755" cy="412616"/>
          </a:xfrm>
          <a:prstGeom prst="roundRect">
            <a:avLst>
              <a:gd name="adj" fmla="val 50000"/>
            </a:avLst>
          </a:prstGeom>
          <a:solidFill>
            <a:schemeClr val="bg1">
              <a:alpha val="10000"/>
            </a:schemeClr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Дата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AB795F2-1237-0001-AB0B-AC1A6D41F5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0539" y="315709"/>
            <a:ext cx="506621" cy="50662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FB00D53-7010-CB54-2176-39A4C4A807E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9072" y="1834906"/>
            <a:ext cx="5077188" cy="1803680"/>
          </a:xfrm>
          <a:prstGeom prst="rect">
            <a:avLst/>
          </a:prstGeom>
        </p:spPr>
        <p:txBody>
          <a:bodyPr anchor="b">
            <a:noAutofit/>
          </a:bodyPr>
          <a:lstStyle>
            <a:lvl1pPr marL="71755" algn="l">
              <a:defRPr sz="55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презентации</a:t>
            </a:r>
            <a:endParaRPr lang="en-US" dirty="0"/>
          </a:p>
        </p:txBody>
      </p:sp>
      <p:sp>
        <p:nvSpPr>
          <p:cNvPr id="9" name="Текст 7">
            <a:extLst>
              <a:ext uri="{FF2B5EF4-FFF2-40B4-BE49-F238E27FC236}">
                <a16:creationId xmlns:a16="http://schemas.microsoft.com/office/drawing/2014/main" id="{3D60640A-3B42-4418-A4BB-919B9944D1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4166" y="3717380"/>
            <a:ext cx="5077188" cy="11239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презентации </a:t>
            </a:r>
            <a:br>
              <a:rPr lang="ru-RU" dirty="0"/>
            </a:br>
            <a:r>
              <a:rPr lang="ru-RU" dirty="0"/>
              <a:t>с уточнением темы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EAFC184-9B50-121B-582B-F784176C8A0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3412" y="371077"/>
            <a:ext cx="961588" cy="4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244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с фото спикера_без рисун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6798" y="1287837"/>
            <a:ext cx="9136470" cy="2891425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71755" algn="l">
              <a:defRPr sz="5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>
                <a:effectLst/>
              </a:rPr>
              <a:t>Длинный заголовок презентации не более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3 строк</a:t>
            </a:r>
            <a:endParaRPr lang="en-US" dirty="0"/>
          </a:p>
        </p:txBody>
      </p:sp>
      <p:sp>
        <p:nvSpPr>
          <p:cNvPr id="6" name="Объект 2"/>
          <p:cNvSpPr>
            <a:spLocks noGrp="1"/>
          </p:cNvSpPr>
          <p:nvPr>
            <p:ph idx="10" hasCustomPrompt="1"/>
          </p:nvPr>
        </p:nvSpPr>
        <p:spPr>
          <a:xfrm>
            <a:off x="1360219" y="5642523"/>
            <a:ext cx="7797643" cy="398613"/>
          </a:xfrm>
        </p:spPr>
        <p:txBody>
          <a:bodyPr anchor="b">
            <a:no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Имя и Фамилия спикера</a:t>
            </a:r>
            <a:endParaRPr lang="ru-RU" dirty="0"/>
          </a:p>
        </p:txBody>
      </p:sp>
      <p:sp>
        <p:nvSpPr>
          <p:cNvPr id="7" name="Объект 2"/>
          <p:cNvSpPr>
            <a:spLocks noGrp="1"/>
          </p:cNvSpPr>
          <p:nvPr>
            <p:ph idx="15" hasCustomPrompt="1"/>
          </p:nvPr>
        </p:nvSpPr>
        <p:spPr>
          <a:xfrm>
            <a:off x="1360219" y="6073046"/>
            <a:ext cx="7797643" cy="398613"/>
          </a:xfrm>
        </p:spPr>
        <p:txBody>
          <a:bodyPr anchor="ctr">
            <a:noAutofit/>
          </a:bodyPr>
          <a:lstStyle>
            <a:lvl1pPr marL="0" indent="0" algn="l">
              <a:buNone/>
              <a:defRPr sz="2000" b="0" i="0">
                <a:solidFill>
                  <a:schemeClr val="tx1">
                    <a:alpha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9" name="Рисунок 11"/>
          <p:cNvSpPr>
            <a:spLocks noGrp="1"/>
          </p:cNvSpPr>
          <p:nvPr>
            <p:ph type="pic" sz="quarter" idx="21" hasCustomPrompt="1"/>
          </p:nvPr>
        </p:nvSpPr>
        <p:spPr>
          <a:xfrm>
            <a:off x="359999" y="5161318"/>
            <a:ext cx="898619" cy="1333581"/>
          </a:xfrm>
          <a:prstGeom prst="roundRect">
            <a:avLst>
              <a:gd name="adj" fmla="val 50000"/>
            </a:avLst>
          </a:prstGeom>
          <a:noFill/>
          <a:ln w="3175">
            <a:solidFill>
              <a:srgbClr val="F0F0F0"/>
            </a:solidFill>
          </a:ln>
        </p:spPr>
        <p:txBody>
          <a:bodyPr lIns="90000" rIns="90000" anchor="ctr">
            <a:normAutofit/>
          </a:bodyPr>
          <a:lstStyle>
            <a:lvl1pPr marL="0" indent="0" algn="ctr"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16D8FBD-339E-621A-AD22-CC96E42D6A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6477" y="315709"/>
            <a:ext cx="506621" cy="50662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3B26D0-9ED5-4917-8D94-E2EEBC4E63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3412" y="371077"/>
            <a:ext cx="961588" cy="4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251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_фото спикера_без рисунка_темная тема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6798" y="1287837"/>
            <a:ext cx="9136470" cy="2891425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71755" algn="l">
              <a:defRPr sz="55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>
                <a:effectLst/>
              </a:rPr>
              <a:t>Длинный заголовок презентации не более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3 строк</a:t>
            </a:r>
            <a:endParaRPr lang="en-US" dirty="0"/>
          </a:p>
        </p:txBody>
      </p:sp>
      <p:sp>
        <p:nvSpPr>
          <p:cNvPr id="6" name="Объект 2"/>
          <p:cNvSpPr>
            <a:spLocks noGrp="1"/>
          </p:cNvSpPr>
          <p:nvPr>
            <p:ph idx="10" hasCustomPrompt="1"/>
          </p:nvPr>
        </p:nvSpPr>
        <p:spPr>
          <a:xfrm>
            <a:off x="1360219" y="5642523"/>
            <a:ext cx="7797643" cy="398613"/>
          </a:xfrm>
        </p:spPr>
        <p:txBody>
          <a:bodyPr anchor="b"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Имя и Фамилия спикера</a:t>
            </a:r>
            <a:endParaRPr lang="ru-RU" dirty="0"/>
          </a:p>
        </p:txBody>
      </p:sp>
      <p:sp>
        <p:nvSpPr>
          <p:cNvPr id="7" name="Объект 2"/>
          <p:cNvSpPr>
            <a:spLocks noGrp="1"/>
          </p:cNvSpPr>
          <p:nvPr>
            <p:ph idx="15" hasCustomPrompt="1"/>
          </p:nvPr>
        </p:nvSpPr>
        <p:spPr>
          <a:xfrm>
            <a:off x="1360219" y="6073046"/>
            <a:ext cx="7797643" cy="398613"/>
          </a:xfrm>
        </p:spPr>
        <p:txBody>
          <a:bodyPr anchor="ctr">
            <a:noAutofit/>
          </a:bodyPr>
          <a:lstStyle>
            <a:lvl1pPr marL="0" indent="0" algn="l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9" name="Рисунок 11"/>
          <p:cNvSpPr>
            <a:spLocks noGrp="1"/>
          </p:cNvSpPr>
          <p:nvPr>
            <p:ph type="pic" sz="quarter" idx="21" hasCustomPrompt="1"/>
          </p:nvPr>
        </p:nvSpPr>
        <p:spPr>
          <a:xfrm>
            <a:off x="359999" y="5161318"/>
            <a:ext cx="898619" cy="1333581"/>
          </a:xfrm>
          <a:prstGeom prst="roundRect">
            <a:avLst>
              <a:gd name="adj" fmla="val 50000"/>
            </a:avLst>
          </a:prstGeom>
          <a:noFill/>
          <a:ln w="3175">
            <a:solidFill>
              <a:srgbClr val="F0F0F0"/>
            </a:solidFill>
          </a:ln>
        </p:spPr>
        <p:txBody>
          <a:bodyPr lIns="90000" rIns="90000" anchor="ctr">
            <a:normAutofit/>
          </a:bodyPr>
          <a:lstStyle>
            <a:lvl1pPr marL="0" indent="0" algn="ctr"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FCA8AA6-DC36-81D5-763F-4C667745F3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0539" y="315709"/>
            <a:ext cx="506621" cy="50662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87438A6-31D0-4855-AEC5-EB0C9DF288E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3412" y="371077"/>
            <a:ext cx="961588" cy="4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71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_рисунок сверху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5">
            <a:extLst>
              <a:ext uri="{FF2B5EF4-FFF2-40B4-BE49-F238E27FC236}">
                <a16:creationId xmlns:a16="http://schemas.microsoft.com/office/drawing/2014/main" id="{D082D86F-FEC5-5F0A-68D3-9893BC5B5AE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3814763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Заголовок 18">
            <a:extLst>
              <a:ext uri="{FF2B5EF4-FFF2-40B4-BE49-F238E27FC236}">
                <a16:creationId xmlns:a16="http://schemas.microsoft.com/office/drawing/2014/main" id="{F95D2D67-8EF0-80B6-11F6-CCBEDABD9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291" y="4342832"/>
            <a:ext cx="9454209" cy="99116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80000"/>
              </a:lnSpc>
              <a:defRPr sz="6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41ABDF03-C932-334B-BBFE-0168077BE0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3989" y="5307865"/>
            <a:ext cx="6345729" cy="55161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2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32424B66-357F-B5CA-18BF-727EA4FB77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3989" y="6209268"/>
            <a:ext cx="3929711" cy="369332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Имя и Фамилия спикера</a:t>
            </a:r>
            <a:endParaRPr lang="ru-RU" dirty="0"/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55A2D91E-5F20-2F87-54BD-4DD5165692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5217" y="6215102"/>
            <a:ext cx="3929711" cy="369332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Должность/роль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7CD4DF9-F164-BAD7-C246-72CAE52BC8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6477" y="315709"/>
            <a:ext cx="506621" cy="50662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4929725-4D4A-94AE-7071-2F5D11D539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3412" y="371077"/>
            <a:ext cx="961588" cy="4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7082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ри пункта списка с описанием_темная тема">
    <p:bg>
      <p:bgPr>
        <a:solidFill>
          <a:srgbClr val="3C3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79A03C2B-5940-80DC-AE84-54A94B334C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C4FAF99B-25D3-0392-960A-FE40E575C2C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1195050" y="3498274"/>
            <a:ext cx="687388" cy="658813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0" name="Рисунок 4">
            <a:extLst>
              <a:ext uri="{FF2B5EF4-FFF2-40B4-BE49-F238E27FC236}">
                <a16:creationId xmlns:a16="http://schemas.microsoft.com/office/drawing/2014/main" id="{01028FD3-3699-3EC6-483D-6193AD66DFE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1195050" y="4522446"/>
            <a:ext cx="687388" cy="658813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6" name="Рисунок 4">
            <a:extLst>
              <a:ext uri="{FF2B5EF4-FFF2-40B4-BE49-F238E27FC236}">
                <a16:creationId xmlns:a16="http://schemas.microsoft.com/office/drawing/2014/main" id="{F19057AE-03F8-5D37-0837-D6A9226AF169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1195050" y="5750184"/>
            <a:ext cx="687388" cy="658813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Текст 21">
            <a:extLst>
              <a:ext uri="{FF2B5EF4-FFF2-40B4-BE49-F238E27FC236}">
                <a16:creationId xmlns:a16="http://schemas.microsoft.com/office/drawing/2014/main" id="{02B59B04-9AEE-EF0A-934D-C2496AA695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999" y="3266684"/>
            <a:ext cx="10668219" cy="65879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7" name="Текст 21">
            <a:extLst>
              <a:ext uri="{FF2B5EF4-FFF2-40B4-BE49-F238E27FC236}">
                <a16:creationId xmlns:a16="http://schemas.microsoft.com/office/drawing/2014/main" id="{6BC835B3-F13D-D768-D022-CEDF8F80D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9999" y="3863288"/>
            <a:ext cx="10668219" cy="65879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9" name="Текст 21">
            <a:extLst>
              <a:ext uri="{FF2B5EF4-FFF2-40B4-BE49-F238E27FC236}">
                <a16:creationId xmlns:a16="http://schemas.microsoft.com/office/drawing/2014/main" id="{EE07E8D1-E3A3-1B9A-6569-C89E3D290B2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9999" y="4290856"/>
            <a:ext cx="10668219" cy="65879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1" name="Текст 21">
            <a:extLst>
              <a:ext uri="{FF2B5EF4-FFF2-40B4-BE49-F238E27FC236}">
                <a16:creationId xmlns:a16="http://schemas.microsoft.com/office/drawing/2014/main" id="{9E0DF712-C73C-CDF1-460A-094CCE9654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59999" y="4887460"/>
            <a:ext cx="10668219" cy="65879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21">
            <a:extLst>
              <a:ext uri="{FF2B5EF4-FFF2-40B4-BE49-F238E27FC236}">
                <a16:creationId xmlns:a16="http://schemas.microsoft.com/office/drawing/2014/main" id="{753E87BB-9E53-99CF-C26C-373C71CB7F3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9999" y="5518594"/>
            <a:ext cx="10668219" cy="65879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5" name="Текст 21">
            <a:extLst>
              <a:ext uri="{FF2B5EF4-FFF2-40B4-BE49-F238E27FC236}">
                <a16:creationId xmlns:a16="http://schemas.microsoft.com/office/drawing/2014/main" id="{6B7D1362-A0BE-D200-B702-C8E3E779B2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9999" y="6115198"/>
            <a:ext cx="10668219" cy="65879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Заголовок 18">
            <a:extLst>
              <a:ext uri="{FF2B5EF4-FFF2-40B4-BE49-F238E27FC236}">
                <a16:creationId xmlns:a16="http://schemas.microsoft.com/office/drawing/2014/main" id="{095DEA5B-6E1F-CA1F-5CC9-DD6E9FCB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55918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Только заголовок_темная тема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DEC44B-F74E-F27C-E8F5-1F0A2F96F9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7A9276E-F70E-9591-BE71-72B3DB880F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826581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35CA8B5-800E-3974-548A-FF05BD314F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E9F90078-5148-6092-AFC9-050B01433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223295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убрикатор с иллюстрацией_светлая те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4263" y="6085489"/>
            <a:ext cx="487737" cy="48773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BDBD61F-C621-A3FA-30F9-4B57A8EC0D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6477" y="315709"/>
            <a:ext cx="506621" cy="506621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C151CEB-0A81-40CA-D404-76E9E0FFFA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414" y="1764434"/>
            <a:ext cx="5008012" cy="1519093"/>
          </a:xfrm>
          <a:prstGeom prst="rect">
            <a:avLst/>
          </a:prstGeom>
        </p:spPr>
        <p:txBody>
          <a:bodyPr/>
          <a:lstStyle>
            <a:lvl1pPr>
              <a:defRPr sz="6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раздела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9C364563-85D0-3CC9-9D3A-3B813331A7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9727" y="3429000"/>
            <a:ext cx="5006975" cy="1670050"/>
          </a:xfrm>
          <a:prstGeom prst="rect">
            <a:avLst/>
          </a:prstGeom>
        </p:spPr>
        <p:txBody>
          <a:bodyPr/>
          <a:lstStyle>
            <a:lvl1pPr>
              <a:defRPr sz="2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D9BC11DD-7A64-534D-C4CA-CA8A0B3963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8193" y="3235543"/>
            <a:ext cx="914400" cy="677862"/>
          </a:xfrm>
          <a:prstGeom prst="rect">
            <a:avLst/>
          </a:prstGeom>
        </p:spPr>
        <p:txBody>
          <a:bodyPr anchor="ctr"/>
          <a:lstStyle>
            <a:lvl1pPr algn="ctr">
              <a:defRPr sz="4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CCE3A539-1276-39D2-284D-736D98434B0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2BC8B72-0D0B-0E98-4877-50371E1309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3412" y="371077"/>
            <a:ext cx="961588" cy="4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2522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убрикатор с иллюстрацией_светлая те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BDBD61F-C621-A3FA-30F9-4B57A8EC0D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6477" y="315709"/>
            <a:ext cx="506621" cy="506621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C151CEB-0A81-40CA-D404-76E9E0FFFA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414" y="1764434"/>
            <a:ext cx="5008012" cy="1519093"/>
          </a:xfrm>
          <a:prstGeom prst="rect">
            <a:avLst/>
          </a:prstGeom>
        </p:spPr>
        <p:txBody>
          <a:bodyPr/>
          <a:lstStyle>
            <a:lvl1pPr>
              <a:defRPr sz="6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раздела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9C364563-85D0-3CC9-9D3A-3B813331A7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9727" y="3429000"/>
            <a:ext cx="5006975" cy="1670050"/>
          </a:xfrm>
          <a:prstGeom prst="rect">
            <a:avLst/>
          </a:prstGeom>
        </p:spPr>
        <p:txBody>
          <a:bodyPr/>
          <a:lstStyle>
            <a:lvl1pPr>
              <a:defRPr sz="2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D9BC11DD-7A64-534D-C4CA-CA8A0B3963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8383" y="5913438"/>
            <a:ext cx="914400" cy="677862"/>
          </a:xfrm>
          <a:prstGeom prst="rect">
            <a:avLst/>
          </a:prstGeom>
        </p:spPr>
        <p:txBody>
          <a:bodyPr anchor="ctr"/>
          <a:lstStyle>
            <a:lvl1pPr algn="ctr">
              <a:defRPr sz="4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CCE3A539-1276-39D2-284D-736D98434B0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4557816-1F75-66B2-9DF6-5D6DB08D7A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3412" y="371077"/>
            <a:ext cx="961588" cy="4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37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убрикатор с иллюстрацией_темная тема">
    <p:bg>
      <p:bgPr>
        <a:solidFill>
          <a:srgbClr val="3C3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053DC01-BC80-DE7C-F170-E5D737399A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0539" y="315709"/>
            <a:ext cx="506621" cy="506621"/>
          </a:xfrm>
          <a:prstGeom prst="rect">
            <a:avLst/>
          </a:prstGeom>
        </p:spPr>
      </p:pic>
      <p:sp>
        <p:nvSpPr>
          <p:cNvPr id="8" name="Текст 14">
            <a:extLst>
              <a:ext uri="{FF2B5EF4-FFF2-40B4-BE49-F238E27FC236}">
                <a16:creationId xmlns:a16="http://schemas.microsoft.com/office/drawing/2014/main" id="{0FD1F593-3D43-2FDC-59CF-F32250E03A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813" y="2953042"/>
            <a:ext cx="5006975" cy="1670050"/>
          </a:xfrm>
          <a:prstGeom prst="rect">
            <a:avLst/>
          </a:prstGeo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F719266D-53C3-51CB-68A2-BAD286FBAB1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2F11B9F0-74A0-A20B-633B-84DED5EF3C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2454" y="1288250"/>
            <a:ext cx="5040333" cy="1519093"/>
          </a:xfrm>
          <a:prstGeom prst="rect">
            <a:avLst/>
          </a:prstGeom>
        </p:spPr>
        <p:txBody>
          <a:bodyPr/>
          <a:lstStyle>
            <a:lvl1pPr>
              <a:defRPr sz="6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раздела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DDDCFB9-4A14-5DDF-6903-3E2E3FB31D4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4263" y="6085489"/>
            <a:ext cx="487737" cy="487737"/>
          </a:xfrm>
          <a:prstGeom prst="rect">
            <a:avLst/>
          </a:prstGeom>
        </p:spPr>
      </p:pic>
      <p:sp>
        <p:nvSpPr>
          <p:cNvPr id="15" name="Текст 16">
            <a:extLst>
              <a:ext uri="{FF2B5EF4-FFF2-40B4-BE49-F238E27FC236}">
                <a16:creationId xmlns:a16="http://schemas.microsoft.com/office/drawing/2014/main" id="{2289A6DB-A010-1264-8365-3862BE36ADC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8193" y="3235543"/>
            <a:ext cx="914400" cy="677862"/>
          </a:xfrm>
          <a:prstGeom prst="rect">
            <a:avLst/>
          </a:prstGeom>
        </p:spPr>
        <p:txBody>
          <a:bodyPr anchor="ctr"/>
          <a:lstStyle>
            <a:lvl1pPr algn="ctr">
              <a:defRPr sz="48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8D29534-74D7-7705-576C-562ABC2F12A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43412" y="371077"/>
            <a:ext cx="961588" cy="4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8032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Рубрикатор с иллюстрацией_светлая тема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C151CEB-0A81-40CA-D404-76E9E0FFFA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414" y="1764434"/>
            <a:ext cx="5008012" cy="1519093"/>
          </a:xfrm>
          <a:prstGeom prst="rect">
            <a:avLst/>
          </a:prstGeom>
        </p:spPr>
        <p:txBody>
          <a:bodyPr/>
          <a:lstStyle>
            <a:lvl1pPr>
              <a:defRPr sz="6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раздела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9C364563-85D0-3CC9-9D3A-3B813331A7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9727" y="3429000"/>
            <a:ext cx="5006975" cy="1670050"/>
          </a:xfrm>
          <a:prstGeom prst="rect">
            <a:avLst/>
          </a:prstGeo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D9BC11DD-7A64-534D-C4CA-CA8A0B3963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8383" y="5913438"/>
            <a:ext cx="914400" cy="677862"/>
          </a:xfrm>
          <a:prstGeom prst="rect">
            <a:avLst/>
          </a:prstGeom>
        </p:spPr>
        <p:txBody>
          <a:bodyPr anchor="ctr"/>
          <a:lstStyle>
            <a:lvl1pPr algn="ctr">
              <a:defRPr sz="48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CCE3A539-1276-39D2-284D-736D98434B0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D89D381-F764-C12C-7116-F38D578BD1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0539" y="315709"/>
            <a:ext cx="506621" cy="50662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4498632-196F-1093-A54F-C770B4CD33F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3412" y="371077"/>
            <a:ext cx="961588" cy="4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0492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убрикатор без иллюстраци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D46E00E-C2EC-A4AC-09F1-B65EE6612D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4" name="Заголовок 8">
            <a:extLst>
              <a:ext uri="{FF2B5EF4-FFF2-40B4-BE49-F238E27FC236}">
                <a16:creationId xmlns:a16="http://schemas.microsoft.com/office/drawing/2014/main" id="{E67FB843-976A-D89A-0D49-150E99DAB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266" y="374073"/>
            <a:ext cx="5008012" cy="1519093"/>
          </a:xfrm>
          <a:prstGeom prst="rect">
            <a:avLst/>
          </a:prstGeom>
        </p:spPr>
        <p:txBody>
          <a:bodyPr/>
          <a:lstStyle>
            <a:lvl1pPr>
              <a:defRPr sz="6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раздела</a:t>
            </a:r>
          </a:p>
        </p:txBody>
      </p:sp>
      <p:sp>
        <p:nvSpPr>
          <p:cNvPr id="7" name="Текст 14">
            <a:extLst>
              <a:ext uri="{FF2B5EF4-FFF2-40B4-BE49-F238E27FC236}">
                <a16:creationId xmlns:a16="http://schemas.microsoft.com/office/drawing/2014/main" id="{ECFE1A81-CEE2-8FC9-5538-268D7E240F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813" y="2038639"/>
            <a:ext cx="5006975" cy="1670050"/>
          </a:xfrm>
          <a:prstGeom prst="rect">
            <a:avLst/>
          </a:prstGeom>
        </p:spPr>
        <p:txBody>
          <a:bodyPr/>
          <a:lstStyle>
            <a:lvl1pPr>
              <a:defRPr sz="2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2DC876EB-34C4-6A00-8AE5-398F8D994F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2845" y="5913438"/>
            <a:ext cx="914400" cy="677862"/>
          </a:xfrm>
          <a:prstGeom prst="rect">
            <a:avLst/>
          </a:prstGeom>
        </p:spPr>
        <p:txBody>
          <a:bodyPr anchor="ctr"/>
          <a:lstStyle>
            <a:lvl1pPr algn="ctr">
              <a:defRPr sz="4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E67F68-D654-6F63-5E0E-E006D736CD3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93489" y="371077"/>
            <a:ext cx="961588" cy="4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598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убрикатор без иллюстрации_темная тема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>
            <a:extLst>
              <a:ext uri="{FF2B5EF4-FFF2-40B4-BE49-F238E27FC236}">
                <a16:creationId xmlns:a16="http://schemas.microsoft.com/office/drawing/2014/main" id="{E67FB843-976A-D89A-0D49-150E99DAB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266" y="374073"/>
            <a:ext cx="5008012" cy="1519093"/>
          </a:xfrm>
          <a:prstGeom prst="rect">
            <a:avLst/>
          </a:prstGeom>
        </p:spPr>
        <p:txBody>
          <a:bodyPr/>
          <a:lstStyle>
            <a:lvl1pPr>
              <a:defRPr sz="6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раздела</a:t>
            </a:r>
          </a:p>
        </p:txBody>
      </p:sp>
      <p:sp>
        <p:nvSpPr>
          <p:cNvPr id="7" name="Текст 14">
            <a:extLst>
              <a:ext uri="{FF2B5EF4-FFF2-40B4-BE49-F238E27FC236}">
                <a16:creationId xmlns:a16="http://schemas.microsoft.com/office/drawing/2014/main" id="{ECFE1A81-CEE2-8FC9-5538-268D7E240F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813" y="2038639"/>
            <a:ext cx="5006975" cy="1670050"/>
          </a:xfrm>
          <a:prstGeom prst="rect">
            <a:avLst/>
          </a:prstGeo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2DC876EB-34C4-6A00-8AE5-398F8D994F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2845" y="5913438"/>
            <a:ext cx="914400" cy="677862"/>
          </a:xfrm>
          <a:prstGeom prst="rect">
            <a:avLst/>
          </a:prstGeom>
        </p:spPr>
        <p:txBody>
          <a:bodyPr anchor="ctr"/>
          <a:lstStyle>
            <a:lvl1pPr algn="ctr">
              <a:defRPr sz="48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636CF3A-46A2-4546-2810-E31A233123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7AAA33-51AB-4DBB-7049-10DE6BE78AD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80610" y="371077"/>
            <a:ext cx="961588" cy="4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283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убрикатор с гейблкроссом справ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 hidden="1">
            <a:extLst>
              <a:ext uri="{FF2B5EF4-FFF2-40B4-BE49-F238E27FC236}">
                <a16:creationId xmlns:a16="http://schemas.microsoft.com/office/drawing/2014/main" id="{CFEECDC6-5E3B-C8FB-444F-0D319A48E1F6}"/>
              </a:ext>
            </a:extLst>
          </p:cNvPr>
          <p:cNvSpPr txBox="1"/>
          <p:nvPr userDrawn="1"/>
        </p:nvSpPr>
        <p:spPr>
          <a:xfrm>
            <a:off x="2871788" y="10429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b="0" i="0" dirty="0">
              <a:latin typeface="Arial" panose="020B060402020202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87EDB79-9305-3328-91C8-74733DC080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alphaModFix amt="35000"/>
          </a:blip>
          <a:stretch>
            <a:fillRect/>
          </a:stretch>
        </p:blipFill>
        <p:spPr>
          <a:xfrm>
            <a:off x="8096250" y="11151"/>
            <a:ext cx="4095750" cy="6858000"/>
          </a:xfrm>
          <a:prstGeom prst="rect">
            <a:avLst/>
          </a:prstGeom>
        </p:spPr>
      </p:pic>
      <p:sp>
        <p:nvSpPr>
          <p:cNvPr id="6" name="Номер слайда 5" hidden="1">
            <a:extLst>
              <a:ext uri="{FF2B5EF4-FFF2-40B4-BE49-F238E27FC236}">
                <a16:creationId xmlns:a16="http://schemas.microsoft.com/office/drawing/2014/main" id="{E9904DED-727B-358F-40BE-3DC00A686E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wrap="none"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Заголовок 8">
            <a:extLst>
              <a:ext uri="{FF2B5EF4-FFF2-40B4-BE49-F238E27FC236}">
                <a16:creationId xmlns:a16="http://schemas.microsoft.com/office/drawing/2014/main" id="{335B7D42-C008-0323-83FA-E22B1822EE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265" y="2105898"/>
            <a:ext cx="7387281" cy="1519093"/>
          </a:xfrm>
          <a:prstGeom prst="rect">
            <a:avLst/>
          </a:prstGeom>
        </p:spPr>
        <p:txBody>
          <a:bodyPr anchor="b"/>
          <a:lstStyle>
            <a:lvl1pPr>
              <a:defRPr sz="6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раздела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62F420A1-8880-52DA-4D1E-629C0C59F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813" y="3770463"/>
            <a:ext cx="7385751" cy="787683"/>
          </a:xfrm>
          <a:prstGeom prst="rect">
            <a:avLst/>
          </a:prstGeom>
        </p:spPr>
        <p:txBody>
          <a:bodyPr anchor="t"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E5318A54-E275-453C-6BDA-FAE248E2B2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2845" y="5913438"/>
            <a:ext cx="914400" cy="677862"/>
          </a:xfrm>
          <a:prstGeom prst="rect">
            <a:avLst/>
          </a:prstGeom>
        </p:spPr>
        <p:txBody>
          <a:bodyPr anchor="ctr"/>
          <a:lstStyle>
            <a:lvl1pPr algn="ctr">
              <a:defRPr sz="48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DF9FE85-FC22-42DA-9ECE-9D9D68959B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0539" y="315709"/>
            <a:ext cx="506621" cy="50662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75915D4-4B9A-14D2-F44C-372E82BFDB7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43412" y="371077"/>
            <a:ext cx="961588" cy="4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9602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убрикатор с гейблкроссом_посередине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8388228-BB8F-4549-A4CA-0B99FE21B4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1000"/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02876"/>
            <a:ext cx="12192000" cy="6357687"/>
          </a:xfrm>
          <a:prstGeom prst="rect">
            <a:avLst/>
          </a:prstGeom>
        </p:spPr>
      </p:pic>
      <p:sp>
        <p:nvSpPr>
          <p:cNvPr id="2" name="Текст 6">
            <a:extLst>
              <a:ext uri="{FF2B5EF4-FFF2-40B4-BE49-F238E27FC236}">
                <a16:creationId xmlns:a16="http://schemas.microsoft.com/office/drawing/2014/main" id="{07628AB1-5549-247F-D364-42EF5684B6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8150" y="5856899"/>
            <a:ext cx="1212850" cy="6429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4" name="Номер слайда 3" hidden="1">
            <a:extLst>
              <a:ext uri="{FF2B5EF4-FFF2-40B4-BE49-F238E27FC236}">
                <a16:creationId xmlns:a16="http://schemas.microsoft.com/office/drawing/2014/main" id="{93E4BDCA-DECE-2B43-0F4E-ACAD17AD32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Заголовок 8">
            <a:extLst>
              <a:ext uri="{FF2B5EF4-FFF2-40B4-BE49-F238E27FC236}">
                <a16:creationId xmlns:a16="http://schemas.microsoft.com/office/drawing/2014/main" id="{AE79FC56-799F-0F25-DE59-138514145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15" y="502877"/>
            <a:ext cx="6998370" cy="1519093"/>
          </a:xfrm>
          <a:prstGeom prst="rect">
            <a:avLst/>
          </a:prstGeom>
        </p:spPr>
        <p:txBody>
          <a:bodyPr anchor="b"/>
          <a:lstStyle>
            <a:lvl1pPr algn="ctr">
              <a:defRPr sz="6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раздела</a:t>
            </a:r>
          </a:p>
        </p:txBody>
      </p:sp>
      <p:sp>
        <p:nvSpPr>
          <p:cNvPr id="7" name="Текст 14">
            <a:extLst>
              <a:ext uri="{FF2B5EF4-FFF2-40B4-BE49-F238E27FC236}">
                <a16:creationId xmlns:a16="http://schemas.microsoft.com/office/drawing/2014/main" id="{1448F6CA-C0F6-F55E-82AB-BF36A75456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97540" y="2167443"/>
            <a:ext cx="6996921" cy="1670050"/>
          </a:xfrm>
          <a:prstGeom prst="rect">
            <a:avLst/>
          </a:prstGeom>
        </p:spPr>
        <p:txBody>
          <a:bodyPr/>
          <a:lstStyle>
            <a:lvl1pPr algn="ctr"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</p:spTree>
    <p:extLst>
      <p:ext uri="{BB962C8B-B14F-4D97-AF65-F5344CB8AC3E}">
        <p14:creationId xmlns:p14="http://schemas.microsoft.com/office/powerpoint/2010/main" val="1174745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orient="horz" pos="4178">
          <p15:clr>
            <a:srgbClr val="FBAE40"/>
          </p15:clr>
        </p15:guide>
        <p15:guide id="4" orient="horz" pos="2047">
          <p15:clr>
            <a:srgbClr val="FBAE40"/>
          </p15:clr>
        </p15:guide>
        <p15:guide id="5" pos="733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есть блоков с кнопкам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91A1AA6-0528-5EE0-0CDF-BCD79D5AD41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28506" y="3067893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Текст или ссылка</a:t>
            </a:r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03DBE8ED-A819-6673-3CA4-8CDADD693EB6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4464000" y="3067893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Текст или ссылка</a:t>
            </a:r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6A21845D-47E9-F186-B01D-C5A2D66DB42C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8357552" y="3067893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Текст или ссылка</a:t>
            </a:r>
            <a:endParaRPr lang="ru-RU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1E6D82A0-408F-1BC3-0BE4-3B3AC89E0D59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628506" y="5689244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Текст или ссылка</a:t>
            </a:r>
            <a:endParaRPr lang="ru-RU" dirty="0"/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E32577B7-AB7D-7EC3-2238-BA78D8FC4BD5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4464000" y="5689244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Текст или ссылка</a:t>
            </a:r>
            <a:endParaRPr lang="ru-RU" dirty="0"/>
          </a:p>
        </p:txBody>
      </p:sp>
      <p:sp>
        <p:nvSpPr>
          <p:cNvPr id="18" name="Объект 2">
            <a:extLst>
              <a:ext uri="{FF2B5EF4-FFF2-40B4-BE49-F238E27FC236}">
                <a16:creationId xmlns:a16="http://schemas.microsoft.com/office/drawing/2014/main" id="{9A19A9E7-A0FB-739A-3517-E55F78CF46CB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8357552" y="5689244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Текст или ссылка</a:t>
            </a:r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34" name="Текст 33">
            <a:extLst>
              <a:ext uri="{FF2B5EF4-FFF2-40B4-BE49-F238E27FC236}">
                <a16:creationId xmlns:a16="http://schemas.microsoft.com/office/drawing/2014/main" id="{E55C2BE6-B1FE-4A70-73A1-EA328585449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650" y="1520823"/>
            <a:ext cx="3181350" cy="13366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5" name="Текст 33">
            <a:extLst>
              <a:ext uri="{FF2B5EF4-FFF2-40B4-BE49-F238E27FC236}">
                <a16:creationId xmlns:a16="http://schemas.microsoft.com/office/drawing/2014/main" id="{F49FA748-FC48-3AA6-280C-9688E38F154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73948" y="1520823"/>
            <a:ext cx="3181350" cy="13366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6" name="Текст 33">
            <a:extLst>
              <a:ext uri="{FF2B5EF4-FFF2-40B4-BE49-F238E27FC236}">
                <a16:creationId xmlns:a16="http://schemas.microsoft.com/office/drawing/2014/main" id="{F72F2FFE-B975-E844-7396-6AF399AE4E8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57552" y="1520823"/>
            <a:ext cx="3181350" cy="13366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7" name="Текст 33">
            <a:extLst>
              <a:ext uri="{FF2B5EF4-FFF2-40B4-BE49-F238E27FC236}">
                <a16:creationId xmlns:a16="http://schemas.microsoft.com/office/drawing/2014/main" id="{1B814DF1-A64F-57D6-9275-A3BD39CD60D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144956"/>
            <a:ext cx="3181350" cy="13366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8" name="Текст 33">
            <a:extLst>
              <a:ext uri="{FF2B5EF4-FFF2-40B4-BE49-F238E27FC236}">
                <a16:creationId xmlns:a16="http://schemas.microsoft.com/office/drawing/2014/main" id="{A3C09556-B06D-75DA-70FF-FACE683657A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73948" y="4144956"/>
            <a:ext cx="3181350" cy="13366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9" name="Текст 33">
            <a:extLst>
              <a:ext uri="{FF2B5EF4-FFF2-40B4-BE49-F238E27FC236}">
                <a16:creationId xmlns:a16="http://schemas.microsoft.com/office/drawing/2014/main" id="{B6B1178C-261E-36E7-D24D-49A27D95DFB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57552" y="4144956"/>
            <a:ext cx="3181350" cy="13366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1D7185F3-6BE5-69C2-EFE0-59DAC3B324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918729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вять блоков с подзаголовкам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34" name="Текст 33">
            <a:extLst>
              <a:ext uri="{FF2B5EF4-FFF2-40B4-BE49-F238E27FC236}">
                <a16:creationId xmlns:a16="http://schemas.microsoft.com/office/drawing/2014/main" id="{E55C2BE6-B1FE-4A70-73A1-EA328585449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4570" y="1679009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5" name="Текст 33">
            <a:extLst>
              <a:ext uri="{FF2B5EF4-FFF2-40B4-BE49-F238E27FC236}">
                <a16:creationId xmlns:a16="http://schemas.microsoft.com/office/drawing/2014/main" id="{F49FA748-FC48-3AA6-280C-9688E38F154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89868" y="1679009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6" name="Текст 33">
            <a:extLst>
              <a:ext uri="{FF2B5EF4-FFF2-40B4-BE49-F238E27FC236}">
                <a16:creationId xmlns:a16="http://schemas.microsoft.com/office/drawing/2014/main" id="{F72F2FFE-B975-E844-7396-6AF399AE4E8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73472" y="1679009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7" name="Текст 33">
            <a:extLst>
              <a:ext uri="{FF2B5EF4-FFF2-40B4-BE49-F238E27FC236}">
                <a16:creationId xmlns:a16="http://schemas.microsoft.com/office/drawing/2014/main" id="{1B814DF1-A64F-57D6-9275-A3BD39CD60D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4570" y="3499579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8" name="Текст 33">
            <a:extLst>
              <a:ext uri="{FF2B5EF4-FFF2-40B4-BE49-F238E27FC236}">
                <a16:creationId xmlns:a16="http://schemas.microsoft.com/office/drawing/2014/main" id="{A3C09556-B06D-75DA-70FF-FACE683657A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89868" y="3499579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9" name="Текст 33">
            <a:extLst>
              <a:ext uri="{FF2B5EF4-FFF2-40B4-BE49-F238E27FC236}">
                <a16:creationId xmlns:a16="http://schemas.microsoft.com/office/drawing/2014/main" id="{B6B1178C-261E-36E7-D24D-49A27D95DFB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73472" y="3499579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Текст 33">
            <a:extLst>
              <a:ext uri="{FF2B5EF4-FFF2-40B4-BE49-F238E27FC236}">
                <a16:creationId xmlns:a16="http://schemas.microsoft.com/office/drawing/2014/main" id="{60623F22-40B8-5906-7EF6-6BC252D9CD7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39808" y="5334000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" name="Текст 33">
            <a:extLst>
              <a:ext uri="{FF2B5EF4-FFF2-40B4-BE49-F238E27FC236}">
                <a16:creationId xmlns:a16="http://schemas.microsoft.com/office/drawing/2014/main" id="{125527C7-D8B4-3144-A445-82C89C72420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85106" y="5334000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8" name="Текст 33">
            <a:extLst>
              <a:ext uri="{FF2B5EF4-FFF2-40B4-BE49-F238E27FC236}">
                <a16:creationId xmlns:a16="http://schemas.microsoft.com/office/drawing/2014/main" id="{C7CF047B-4FBD-C894-8964-88DC5E143F0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68710" y="5334000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6A5074DB-A5F6-77FE-2A9C-0D330AB0E38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39808" y="1066376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Текст 33">
            <a:extLst>
              <a:ext uri="{FF2B5EF4-FFF2-40B4-BE49-F238E27FC236}">
                <a16:creationId xmlns:a16="http://schemas.microsoft.com/office/drawing/2014/main" id="{31144F3B-893B-2D51-A85F-D6482A171CE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85106" y="1066376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33">
            <a:extLst>
              <a:ext uri="{FF2B5EF4-FFF2-40B4-BE49-F238E27FC236}">
                <a16:creationId xmlns:a16="http://schemas.microsoft.com/office/drawing/2014/main" id="{B91622F3-9DBF-1E38-A976-C216A75E1AF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8710" y="1066376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33">
            <a:extLst>
              <a:ext uri="{FF2B5EF4-FFF2-40B4-BE49-F238E27FC236}">
                <a16:creationId xmlns:a16="http://schemas.microsoft.com/office/drawing/2014/main" id="{E7720497-C8E3-FDA8-85D1-74F55354E30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9808" y="2886946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33">
            <a:extLst>
              <a:ext uri="{FF2B5EF4-FFF2-40B4-BE49-F238E27FC236}">
                <a16:creationId xmlns:a16="http://schemas.microsoft.com/office/drawing/2014/main" id="{23644B1C-5186-56D9-FC94-1B08857FF43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85106" y="2886946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3" name="Текст 33">
            <a:extLst>
              <a:ext uri="{FF2B5EF4-FFF2-40B4-BE49-F238E27FC236}">
                <a16:creationId xmlns:a16="http://schemas.microsoft.com/office/drawing/2014/main" id="{EA65CB95-6A66-DD08-3F0B-85893E046FE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268710" y="2886946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Текст 33">
            <a:extLst>
              <a:ext uri="{FF2B5EF4-FFF2-40B4-BE49-F238E27FC236}">
                <a16:creationId xmlns:a16="http://schemas.microsoft.com/office/drawing/2014/main" id="{86AD3CCC-E683-81FF-3C32-24ED50E0F47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35046" y="4721367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Текст 33">
            <a:extLst>
              <a:ext uri="{FF2B5EF4-FFF2-40B4-BE49-F238E27FC236}">
                <a16:creationId xmlns:a16="http://schemas.microsoft.com/office/drawing/2014/main" id="{1415A228-E0A1-0D69-39C9-7C8A42E59F0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380344" y="4721367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Текст 33">
            <a:extLst>
              <a:ext uri="{FF2B5EF4-FFF2-40B4-BE49-F238E27FC236}">
                <a16:creationId xmlns:a16="http://schemas.microsoft.com/office/drawing/2014/main" id="{EEA9809D-D82A-68A2-A747-9A3BC5C084D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263948" y="4721367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D5B3C1B0-C0CC-B6CA-C259-7063E4D05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8382511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вять блок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34" name="Текст 33">
            <a:extLst>
              <a:ext uri="{FF2B5EF4-FFF2-40B4-BE49-F238E27FC236}">
                <a16:creationId xmlns:a16="http://schemas.microsoft.com/office/drawing/2014/main" id="{E55C2BE6-B1FE-4A70-73A1-EA328585449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4568" y="1257582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5" name="Текст 33">
            <a:extLst>
              <a:ext uri="{FF2B5EF4-FFF2-40B4-BE49-F238E27FC236}">
                <a16:creationId xmlns:a16="http://schemas.microsoft.com/office/drawing/2014/main" id="{F49FA748-FC48-3AA6-280C-9688E38F154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89866" y="1257582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6" name="Текст 33">
            <a:extLst>
              <a:ext uri="{FF2B5EF4-FFF2-40B4-BE49-F238E27FC236}">
                <a16:creationId xmlns:a16="http://schemas.microsoft.com/office/drawing/2014/main" id="{F72F2FFE-B975-E844-7396-6AF399AE4E8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73470" y="1257582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7" name="Текст 33">
            <a:extLst>
              <a:ext uri="{FF2B5EF4-FFF2-40B4-BE49-F238E27FC236}">
                <a16:creationId xmlns:a16="http://schemas.microsoft.com/office/drawing/2014/main" id="{1B814DF1-A64F-57D6-9275-A3BD39CD60D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4568" y="3078152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8" name="Текст 33">
            <a:extLst>
              <a:ext uri="{FF2B5EF4-FFF2-40B4-BE49-F238E27FC236}">
                <a16:creationId xmlns:a16="http://schemas.microsoft.com/office/drawing/2014/main" id="{A3C09556-B06D-75DA-70FF-FACE683657A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89866" y="3078152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9" name="Текст 33">
            <a:extLst>
              <a:ext uri="{FF2B5EF4-FFF2-40B4-BE49-F238E27FC236}">
                <a16:creationId xmlns:a16="http://schemas.microsoft.com/office/drawing/2014/main" id="{B6B1178C-261E-36E7-D24D-49A27D95DFB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73470" y="3078152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Текст 33">
            <a:extLst>
              <a:ext uri="{FF2B5EF4-FFF2-40B4-BE49-F238E27FC236}">
                <a16:creationId xmlns:a16="http://schemas.microsoft.com/office/drawing/2014/main" id="{60623F22-40B8-5906-7EF6-6BC252D9CD7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39806" y="4912573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" name="Текст 33">
            <a:extLst>
              <a:ext uri="{FF2B5EF4-FFF2-40B4-BE49-F238E27FC236}">
                <a16:creationId xmlns:a16="http://schemas.microsoft.com/office/drawing/2014/main" id="{125527C7-D8B4-3144-A445-82C89C72420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85104" y="4912573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8" name="Текст 33">
            <a:extLst>
              <a:ext uri="{FF2B5EF4-FFF2-40B4-BE49-F238E27FC236}">
                <a16:creationId xmlns:a16="http://schemas.microsoft.com/office/drawing/2014/main" id="{C7CF047B-4FBD-C894-8964-88DC5E143F0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68708" y="4912573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CFD7E8A7-CFEC-6241-159B-A015D39D9A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5933104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объект_ссыл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Объект 2">
            <a:extLst>
              <a:ext uri="{FF2B5EF4-FFF2-40B4-BE49-F238E27FC236}">
                <a16:creationId xmlns:a16="http://schemas.microsoft.com/office/drawing/2014/main" id="{99CC167B-4EC5-E7B8-168F-3B6DF03649B3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24575" y="1333500"/>
            <a:ext cx="5681125" cy="4953000"/>
          </a:xfrm>
          <a:prstGeom prst="roundRect">
            <a:avLst>
              <a:gd name="adj" fmla="val 5408"/>
            </a:avLst>
          </a:prstGeom>
          <a:noFill/>
        </p:spPr>
        <p:txBody>
          <a:bodyPr lIns="251999" tIns="251999"/>
          <a:lstStyle>
            <a:lvl1pPr>
              <a:lnSpc>
                <a:spcPct val="90000"/>
              </a:lnSpc>
              <a:defRPr sz="2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9147C47E-98C9-523D-964D-83059CB89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8667" y="64194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A26D251-20B4-1526-1023-3792EC511E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DBD77BF3-4ACE-856E-40EC-680EC8D189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5803" y="1064483"/>
            <a:ext cx="5408612" cy="426951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D23A4B0F-54E7-6247-D558-CC26CD403C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338" y="5734050"/>
            <a:ext cx="3395662" cy="55245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lIns="180000" anchor="ctr"/>
          <a:lstStyle>
            <a:lvl1pPr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 или ссылка</a:t>
            </a:r>
          </a:p>
        </p:txBody>
      </p:sp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15CA9D20-EF3E-AA2D-2398-BF813EC75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406573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и иллюстраци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>
            <a:extLst>
              <a:ext uri="{FF2B5EF4-FFF2-40B4-BE49-F238E27FC236}">
                <a16:creationId xmlns:a16="http://schemas.microsoft.com/office/drawing/2014/main" id="{45DC96A5-DE79-5AC2-A3D1-EAC01F03D23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28346" y="1"/>
            <a:ext cx="5463654" cy="6858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BF80BA-2D0E-1823-1CF5-C5452A73AC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09B7BAE1-0130-7AC5-898C-58BF688F30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8667" y="64194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E44ECECA-5C21-5157-FB01-1C898337B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9930" y="1700213"/>
            <a:ext cx="6000952" cy="458628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F337802-62A8-5DEF-0B49-BD721AC0AD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6" name="Заголовок 3">
            <a:extLst>
              <a:ext uri="{FF2B5EF4-FFF2-40B4-BE49-F238E27FC236}">
                <a16:creationId xmlns:a16="http://schemas.microsoft.com/office/drawing/2014/main" id="{EE1A5D14-0AD7-168D-2F44-A9BE59DFE9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7827604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(для таблицы или график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8CBE4C5-069B-38CC-3237-93FE96CEBF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5" y="1143000"/>
            <a:ext cx="11515725" cy="51657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0" i="0">
                <a:latin typeface="Arial" panose="020B0604020202020204" pitchFamily="34" charset="0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ru-RU" dirty="0"/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D314A112-5090-6D47-A2B6-5249F7EA8C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8667" y="64194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688124C-80DA-91F1-8E2E-9350C5528D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599CC964-C871-00B2-7C39-1E8CFE611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7752518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(для таблиц или графиков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8CBE4C5-069B-38CC-3237-93FE96CEBF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339" y="1045030"/>
            <a:ext cx="5554662" cy="5431970"/>
          </a:xfrm>
          <a:prstGeom prst="roundRect">
            <a:avLst>
              <a:gd name="adj" fmla="val 3933"/>
            </a:avLst>
          </a:prstGeom>
        </p:spPr>
        <p:txBody>
          <a:bodyPr/>
          <a:lstStyle>
            <a:lvl1pPr marL="0" indent="0">
              <a:buFontTx/>
              <a:buNone/>
              <a:defRPr sz="2400" b="0" i="0">
                <a:latin typeface="Arial" panose="020B0604020202020204" pitchFamily="34" charset="0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C7DB59-0252-01DE-730D-BE4F2E41128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23000" y="1045030"/>
            <a:ext cx="5591174" cy="5431970"/>
          </a:xfrm>
          <a:prstGeom prst="roundRect">
            <a:avLst>
              <a:gd name="adj" fmla="val 4499"/>
            </a:avLst>
          </a:prstGeom>
        </p:spPr>
        <p:txBody>
          <a:bodyPr/>
          <a:lstStyle>
            <a:lvl1pPr marL="0" indent="0">
              <a:buFontTx/>
              <a:buNone/>
              <a:defRPr sz="2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Объект</a:t>
            </a:r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E13B37F6-7172-B668-7A79-727634617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8667" y="64194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7D3D9E0-2715-B778-741A-52B02FCEEC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7" name="Заголовок 3">
            <a:extLst>
              <a:ext uri="{FF2B5EF4-FFF2-40B4-BE49-F238E27FC236}">
                <a16:creationId xmlns:a16="http://schemas.microsoft.com/office/drawing/2014/main" id="{759FFF9C-33F3-4F7C-7240-FD45DFD6DD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239004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35CA8B5-800E-3974-548A-FF05BD314F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E9F90078-5148-6092-AFC9-050B01433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1570273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олько заголовок_темная тема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DEC44B-F74E-F27C-E8F5-1F0A2F96F9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7A9276E-F70E-9591-BE71-72B3DB880F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9689479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с фоном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070703" y="6264853"/>
            <a:ext cx="762000" cy="381000"/>
          </a:xfrm>
        </p:spPr>
        <p:txBody>
          <a:bodyPr/>
          <a:lstStyle/>
          <a:p>
            <a:fld id="{A4F1630F-38BC-2342-A4BC-E6AFC25037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Объект 2"/>
          <p:cNvSpPr>
            <a:spLocks noGrp="1"/>
          </p:cNvSpPr>
          <p:nvPr>
            <p:ph idx="13"/>
          </p:nvPr>
        </p:nvSpPr>
        <p:spPr>
          <a:xfrm>
            <a:off x="7445208" y="1700213"/>
            <a:ext cx="4387493" cy="4564639"/>
          </a:xfrm>
          <a:prstGeom prst="roundRect">
            <a:avLst>
              <a:gd name="adj" fmla="val 7057"/>
            </a:avLst>
          </a:prstGeom>
          <a:solidFill>
            <a:srgbClr val="F4F4F4"/>
          </a:solidFill>
        </p:spPr>
        <p:txBody>
          <a:bodyPr lIns="144000" tIns="108000">
            <a:normAutofit/>
          </a:bodyPr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4"/>
          </p:nvPr>
        </p:nvSpPr>
        <p:spPr>
          <a:xfrm>
            <a:off x="407988" y="1700214"/>
            <a:ext cx="6872543" cy="4564640"/>
          </a:xfrm>
          <a:prstGeom prst="roundRect">
            <a:avLst>
              <a:gd name="adj" fmla="val 5738"/>
            </a:avLst>
          </a:prstGeom>
          <a:solidFill>
            <a:srgbClr val="F4F4F4">
              <a:alpha val="60000"/>
            </a:srgbClr>
          </a:solidFill>
        </p:spPr>
        <p:txBody>
          <a:bodyPr lIns="144000" tIns="108000"/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F2CF45F-AD54-FF58-0743-7C4D68159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C62D54C4-B3EF-2A74-F53C-7E3CCBBD4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58400F21-01F5-C1A2-05FE-9CE8810F5A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3211899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с фоном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070703" y="6264853"/>
            <a:ext cx="762000" cy="381000"/>
          </a:xfrm>
        </p:spPr>
        <p:txBody>
          <a:bodyPr/>
          <a:lstStyle/>
          <a:p>
            <a:fld id="{A4F1630F-38BC-2342-A4BC-E6AFC25037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Объект 2"/>
          <p:cNvSpPr>
            <a:spLocks noGrp="1"/>
          </p:cNvSpPr>
          <p:nvPr>
            <p:ph idx="13"/>
          </p:nvPr>
        </p:nvSpPr>
        <p:spPr>
          <a:xfrm>
            <a:off x="4762500" y="1700213"/>
            <a:ext cx="7070201" cy="4564639"/>
          </a:xfrm>
          <a:prstGeom prst="roundRect">
            <a:avLst>
              <a:gd name="adj" fmla="val 4195"/>
            </a:avLst>
          </a:prstGeom>
          <a:solidFill>
            <a:srgbClr val="F4F4F4"/>
          </a:solidFill>
        </p:spPr>
        <p:txBody>
          <a:bodyPr lIns="144000" tIns="108000">
            <a:normAutofit/>
          </a:bodyPr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4"/>
          </p:nvPr>
        </p:nvSpPr>
        <p:spPr>
          <a:xfrm>
            <a:off x="407989" y="1700214"/>
            <a:ext cx="4164012" cy="4564640"/>
          </a:xfrm>
          <a:prstGeom prst="roundRect">
            <a:avLst>
              <a:gd name="adj" fmla="val 5738"/>
            </a:avLst>
          </a:prstGeom>
          <a:solidFill>
            <a:srgbClr val="F4F4F4">
              <a:alpha val="60000"/>
            </a:srgbClr>
          </a:solidFill>
        </p:spPr>
        <p:txBody>
          <a:bodyPr lIns="144000" tIns="108000"/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F2CF45F-AD54-FF58-0743-7C4D68159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9C583E9D-92D7-3B36-6183-35CAE1774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294F6E8B-59F3-94FA-6F61-B5C420D1D9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5165444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с фоном 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070703" y="6264853"/>
            <a:ext cx="762000" cy="381000"/>
          </a:xfrm>
        </p:spPr>
        <p:txBody>
          <a:bodyPr/>
          <a:lstStyle/>
          <a:p>
            <a:fld id="{A4F1630F-38BC-2342-A4BC-E6AFC25037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Объект 2"/>
          <p:cNvSpPr>
            <a:spLocks noGrp="1"/>
          </p:cNvSpPr>
          <p:nvPr>
            <p:ph idx="13"/>
          </p:nvPr>
        </p:nvSpPr>
        <p:spPr>
          <a:xfrm>
            <a:off x="407988" y="1700213"/>
            <a:ext cx="5688012" cy="4564639"/>
          </a:xfrm>
          <a:prstGeom prst="roundRect">
            <a:avLst>
              <a:gd name="adj" fmla="val 7057"/>
            </a:avLst>
          </a:prstGeom>
          <a:solidFill>
            <a:srgbClr val="F4F4F4"/>
          </a:solidFill>
        </p:spPr>
        <p:txBody>
          <a:bodyPr>
            <a:normAutofit/>
          </a:bodyPr>
          <a:lstStyle>
            <a:lvl1pPr>
              <a:defRPr sz="1800" b="0" i="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4"/>
          </p:nvPr>
        </p:nvSpPr>
        <p:spPr>
          <a:xfrm>
            <a:off x="6211902" y="1700214"/>
            <a:ext cx="5620801" cy="4564640"/>
          </a:xfrm>
          <a:prstGeom prst="roundRect">
            <a:avLst>
              <a:gd name="adj" fmla="val 5738"/>
            </a:avLst>
          </a:prstGeom>
          <a:solidFill>
            <a:srgbClr val="F4F4F4"/>
          </a:solidFill>
        </p:spPr>
        <p:txBody>
          <a:bodyPr/>
          <a:lstStyle>
            <a:lvl1pPr>
              <a:defRPr sz="2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C10659B-D8CC-100D-6953-DB1182E496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0933BF95-F038-AC96-65D1-C84D1E880C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77207BF1-09D3-3EF0-14C4-DCC35FEB94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419689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_темная тема">
    <p:bg>
      <p:bgPr>
        <a:solidFill>
          <a:srgbClr val="3C3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070703" y="6264853"/>
            <a:ext cx="762000" cy="381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4F1630F-38BC-2342-A4BC-E6AFC25037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Объект 2"/>
          <p:cNvSpPr>
            <a:spLocks noGrp="1"/>
          </p:cNvSpPr>
          <p:nvPr>
            <p:ph idx="14"/>
          </p:nvPr>
        </p:nvSpPr>
        <p:spPr>
          <a:xfrm>
            <a:off x="407988" y="1836526"/>
            <a:ext cx="5688013" cy="4428327"/>
          </a:xfrm>
          <a:prstGeom prst="roundRect">
            <a:avLst>
              <a:gd name="adj" fmla="val 5738"/>
            </a:avLst>
          </a:prstGeom>
          <a:solidFill>
            <a:srgbClr val="424250"/>
          </a:solidFill>
        </p:spPr>
        <p:txBody>
          <a:bodyPr/>
          <a:lstStyle>
            <a:lvl1pPr>
              <a:defRPr sz="21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5"/>
          </p:nvPr>
        </p:nvSpPr>
        <p:spPr>
          <a:xfrm>
            <a:off x="6211902" y="1836526"/>
            <a:ext cx="5620801" cy="4428327"/>
          </a:xfrm>
          <a:prstGeom prst="roundRect">
            <a:avLst>
              <a:gd name="adj" fmla="val 5738"/>
            </a:avLst>
          </a:prstGeom>
          <a:solidFill>
            <a:srgbClr val="424250"/>
          </a:solidFill>
        </p:spPr>
        <p:txBody>
          <a:bodyPr/>
          <a:lstStyle>
            <a:lvl1pPr>
              <a:defRPr sz="21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C0FC473-8E31-0841-CEA6-CF6B92F3CF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C80D6C3A-2D01-99A8-468D-B206E18594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25600227-B81F-8D29-CF18-A383DD1EC5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8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0900311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дин объект с фон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070703" y="6264853"/>
            <a:ext cx="762000" cy="381000"/>
          </a:xfrm>
        </p:spPr>
        <p:txBody>
          <a:bodyPr/>
          <a:lstStyle/>
          <a:p>
            <a:fld id="{A4F1630F-38BC-2342-A4BC-E6AFC25037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Объект 2"/>
          <p:cNvSpPr>
            <a:spLocks noGrp="1"/>
          </p:cNvSpPr>
          <p:nvPr>
            <p:ph idx="14"/>
          </p:nvPr>
        </p:nvSpPr>
        <p:spPr>
          <a:xfrm>
            <a:off x="407988" y="1836526"/>
            <a:ext cx="11424715" cy="4428327"/>
          </a:xfrm>
          <a:prstGeom prst="roundRect">
            <a:avLst>
              <a:gd name="adj" fmla="val 5738"/>
            </a:avLst>
          </a:prstGeom>
          <a:solidFill>
            <a:srgbClr val="F4F4F4"/>
          </a:solidFill>
        </p:spPr>
        <p:txBody>
          <a:bodyPr lIns="144000" tIns="108000"/>
          <a:lstStyle>
            <a:lvl1pPr>
              <a:defRPr sz="2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74EC08B-0764-738B-0FDF-71F8285B78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B9E11596-FF8E-E170-6D80-02A6A5254B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35869FED-31D8-A777-0EDB-9F1D7D2D95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8289128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ллюстрация и блок текс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E9CB72D-72B4-643D-7C37-8ACF8629C03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7F4FE54-3969-D339-E5D1-AB2EB83910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DEE6FD"/>
              </a:clrFrom>
              <a:clrTo>
                <a:srgbClr val="DEE6FD">
                  <a:alpha val="0"/>
                </a:srgbClr>
              </a:clrTo>
            </a:clrChange>
            <a:lum bright="70000" contrast="-70000"/>
          </a:blip>
          <a:srcRect/>
          <a:stretch>
            <a:fillRect/>
          </a:stretch>
        </p:blipFill>
        <p:spPr>
          <a:xfrm>
            <a:off x="0" y="-1"/>
            <a:ext cx="6096000" cy="6858000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153832" y="6431111"/>
            <a:ext cx="762000" cy="381000"/>
          </a:xfrm>
        </p:spPr>
        <p:txBody>
          <a:bodyPr/>
          <a:lstStyle/>
          <a:p>
            <a:fld id="{A4F1630F-38BC-2342-A4BC-E6AFC25037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213730" y="1954766"/>
            <a:ext cx="5120270" cy="23876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71755" algn="l">
              <a:lnSpc>
                <a:spcPct val="80000"/>
              </a:lnSpc>
              <a:defRPr sz="4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>
                <a:effectLst/>
              </a:rPr>
              <a:t>Короткий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и понятный заголовок</a:t>
            </a:r>
            <a:endParaRPr lang="en-US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C973A1E-3BB6-CA96-CA29-53821B1A18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Текст 14">
            <a:extLst>
              <a:ext uri="{FF2B5EF4-FFF2-40B4-BE49-F238E27FC236}">
                <a16:creationId xmlns:a16="http://schemas.microsoft.com/office/drawing/2014/main" id="{85A9D800-B7F2-41FF-2D13-C8CDF0B3E1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025" y="4000500"/>
            <a:ext cx="5006975" cy="10985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BC254E4C-E29B-F115-3B08-8A52CCAE7D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8100" y="963827"/>
            <a:ext cx="5494338" cy="5238536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Ваш текст</a:t>
            </a:r>
          </a:p>
        </p:txBody>
      </p:sp>
    </p:spTree>
    <p:extLst>
      <p:ext uri="{BB962C8B-B14F-4D97-AF65-F5344CB8AC3E}">
        <p14:creationId xmlns:p14="http://schemas.microsoft.com/office/powerpoint/2010/main" val="122773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ллюстрация и текст_темная тема">
    <p:bg>
      <p:bgPr>
        <a:solidFill>
          <a:srgbClr val="4B4B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83C6B28-B890-38F3-5157-76C3DFF68652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907518C-51E2-E01C-7AA1-CF2050732E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DEE6FD"/>
              </a:clrFrom>
              <a:clrTo>
                <a:srgbClr val="DEE6FD">
                  <a:alpha val="0"/>
                </a:srgbClr>
              </a:clrTo>
            </a:clrChange>
            <a:lum bright="70000" contrast="-70000"/>
          </a:blip>
          <a:srcRect/>
          <a:stretch>
            <a:fillRect/>
          </a:stretch>
        </p:blipFill>
        <p:spPr>
          <a:xfrm>
            <a:off x="0" y="-1"/>
            <a:ext cx="6096000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86167-22D3-8195-5698-DC2917E33A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931" y="1385455"/>
            <a:ext cx="3932237" cy="190702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Короткий </a:t>
            </a:r>
            <a:br>
              <a:rPr lang="ru-RU" dirty="0"/>
            </a:br>
            <a:r>
              <a:rPr lang="ru-RU" dirty="0"/>
              <a:t>и понятный заголовок</a:t>
            </a:r>
            <a:endParaRPr lang="en-US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81DC78-3C06-A9F8-E2B5-488C3DA58BD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8260" y="3429000"/>
            <a:ext cx="4634740" cy="24399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EAA2E8-13D0-CD83-90AD-9E575F13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18C500-A42B-9142-84F4-99A63C03153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41CFF56-5FD9-EBE0-8314-6DFF2A5249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79539" y="315709"/>
            <a:ext cx="506621" cy="506621"/>
          </a:xfrm>
          <a:prstGeom prst="rect">
            <a:avLst/>
          </a:prstGeom>
        </p:spPr>
      </p:pic>
      <p:sp>
        <p:nvSpPr>
          <p:cNvPr id="8" name="Текст 6">
            <a:extLst>
              <a:ext uri="{FF2B5EF4-FFF2-40B4-BE49-F238E27FC236}">
                <a16:creationId xmlns:a16="http://schemas.microsoft.com/office/drawing/2014/main" id="{55ECC908-5174-D290-0499-93FF4943E9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8100" y="963827"/>
            <a:ext cx="5494338" cy="5238536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Ваш текст</a:t>
            </a:r>
          </a:p>
        </p:txBody>
      </p:sp>
    </p:spTree>
    <p:extLst>
      <p:ext uri="{BB962C8B-B14F-4D97-AF65-F5344CB8AC3E}">
        <p14:creationId xmlns:p14="http://schemas.microsoft.com/office/powerpoint/2010/main" val="21555160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ллюстрация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B4A7C37-3F8D-1783-9280-EB9D6C9E05A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58C7959-234C-6042-C3DD-C28049AB02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DEE6FD"/>
              </a:clrFrom>
              <a:clrTo>
                <a:srgbClr val="DEE6FD">
                  <a:alpha val="0"/>
                </a:srgbClr>
              </a:clrTo>
            </a:clrChange>
            <a:lum bright="70000" contrast="-70000"/>
          </a:blip>
          <a:srcRect/>
          <a:stretch>
            <a:fillRect/>
          </a:stretch>
        </p:blipFill>
        <p:spPr>
          <a:xfrm>
            <a:off x="0" y="-1"/>
            <a:ext cx="6096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86167-22D3-8195-5698-DC2917E33A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260" y="1552639"/>
            <a:ext cx="3932237" cy="190702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Короткий </a:t>
            </a:r>
            <a:br>
              <a:rPr lang="ru-RU" dirty="0"/>
            </a:br>
            <a:r>
              <a:rPr lang="ru-RU" dirty="0"/>
              <a:t>и понятный заголовок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1DD111-A15F-1F26-945E-B52D993157D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00800" y="1246909"/>
            <a:ext cx="5419724" cy="4882429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2400" b="0" i="0">
                <a:latin typeface="Arial" panose="020B0604020202020204" pitchFamily="34" charset="0"/>
              </a:defRPr>
            </a:lvl1pPr>
            <a:lvl2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Объект</a:t>
            </a:r>
          </a:p>
          <a:p>
            <a:pPr lvl="1"/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81DC78-3C06-A9F8-E2B5-488C3DA58BD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8260" y="3565524"/>
            <a:ext cx="4857898" cy="2303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EAA2E8-13D0-CD83-90AD-9E575F13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C500-A42B-9142-84F4-99A63C03153F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EC1F1DE-3798-F646-51D6-71ADB43004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839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ллюстрация и объект_темная тема">
    <p:bg>
      <p:bgPr>
        <a:solidFill>
          <a:srgbClr val="4B4B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DC433F0-6CCA-B019-8FAC-8308606D2142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C3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3A086CF-12D2-FC2D-6E07-5968F3FC5D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DEE6FD"/>
              </a:clrFrom>
              <a:clrTo>
                <a:srgbClr val="DEE6FD">
                  <a:alpha val="0"/>
                </a:srgbClr>
              </a:clrTo>
            </a:clrChange>
            <a:lum bright="70000" contrast="-70000"/>
          </a:blip>
          <a:srcRect/>
          <a:stretch>
            <a:fillRect/>
          </a:stretch>
        </p:blipFill>
        <p:spPr>
          <a:xfrm>
            <a:off x="0" y="-1"/>
            <a:ext cx="6096000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86167-22D3-8195-5698-DC2917E33A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931" y="1385455"/>
            <a:ext cx="3932237" cy="190702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Короткий </a:t>
            </a:r>
            <a:br>
              <a:rPr lang="ru-RU" dirty="0"/>
            </a:br>
            <a:r>
              <a:rPr lang="ru-RU" dirty="0"/>
              <a:t>и понятный заголовок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1DD111-A15F-1F26-945E-B52D99315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1246909"/>
            <a:ext cx="5419724" cy="4882429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28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81DC78-3C06-A9F8-E2B5-488C3DA58BD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8260" y="3429000"/>
            <a:ext cx="4634740" cy="24399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EAA2E8-13D0-CD83-90AD-9E575F13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18C500-A42B-9142-84F4-99A63C03153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41CFF56-5FD9-EBE0-8314-6DFF2A5249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79539" y="315709"/>
            <a:ext cx="506621" cy="50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3143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_Светлая тема с фото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/>
          <p:nvPr userDrawn="1"/>
        </p:nvSpPr>
        <p:spPr>
          <a:xfrm>
            <a:off x="1" y="1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>
            <a:biLevel thresh="75000"/>
            <a:alphaModFix amt="27000"/>
          </a:blip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867774" y="6040948"/>
            <a:ext cx="8456452" cy="563231"/>
          </a:xfrm>
          <a:prstGeom prst="rect">
            <a:avLst/>
          </a:prstGeom>
        </p:spPr>
        <p:txBody>
          <a:bodyPr anchor="t">
            <a:spAutoFit/>
          </a:bodyPr>
          <a:lstStyle>
            <a:lvl1pPr marL="71755" algn="ctr">
              <a:defRPr sz="3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Текст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3194782" y="2587457"/>
            <a:ext cx="5802437" cy="914400"/>
          </a:xfrm>
        </p:spPr>
        <p:txBody>
          <a:bodyPr anchor="b">
            <a:noAutofit/>
          </a:bodyPr>
          <a:lstStyle>
            <a:lvl1pPr algn="ctr">
              <a:defRPr sz="55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Крупный текст</a:t>
            </a:r>
          </a:p>
        </p:txBody>
      </p:sp>
    </p:spTree>
    <p:extLst>
      <p:ext uri="{BB962C8B-B14F-4D97-AF65-F5344CB8AC3E}">
        <p14:creationId xmlns:p14="http://schemas.microsoft.com/office/powerpoint/2010/main" val="359543013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_Светлая тема с фото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4"/>
          <p:cNvSpPr/>
          <p:nvPr userDrawn="1"/>
        </p:nvSpPr>
        <p:spPr>
          <a:xfrm>
            <a:off x="1" y="1"/>
            <a:ext cx="12192000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biLevel thresh="25000"/>
            <a:alphaModFix amt="47000"/>
          </a:blip>
          <a:stretch>
            <a:fillRect/>
          </a:stretch>
        </p:blipFill>
        <p:spPr>
          <a:xfrm>
            <a:off x="-14813" y="0"/>
            <a:ext cx="12192000" cy="6858000"/>
          </a:xfrm>
          <a:prstGeom prst="rect">
            <a:avLst/>
          </a:prstGeom>
        </p:spPr>
      </p:pic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4507" y="5022226"/>
            <a:ext cx="5802437" cy="367982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>
                <a:effectLst/>
              </a:rPr>
              <a:t>Подзаголовок с уточнением темы</a:t>
            </a:r>
            <a:endParaRPr lang="ru-RU" dirty="0"/>
          </a:p>
        </p:txBody>
      </p:sp>
      <p:sp>
        <p:nvSpPr>
          <p:cNvPr id="2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278750" y="5305663"/>
            <a:ext cx="5802437" cy="914400"/>
          </a:xfrm>
        </p:spPr>
        <p:txBody>
          <a:bodyPr>
            <a:noAutofit/>
          </a:bodyPr>
          <a:lstStyle>
            <a:lvl1pPr algn="l">
              <a:defRPr sz="55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Крупный текст</a:t>
            </a:r>
          </a:p>
        </p:txBody>
      </p:sp>
    </p:spTree>
    <p:extLst>
      <p:ext uri="{BB962C8B-B14F-4D97-AF65-F5344CB8AC3E}">
        <p14:creationId xmlns:p14="http://schemas.microsoft.com/office/powerpoint/2010/main" val="265142344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385DD99-0579-3E12-A773-1398BDBF40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4428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_Шесть блок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BB50318-A051-C1F6-EBF0-CE36DE805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</p:spPr>
        <p:txBody>
          <a:bodyPr/>
          <a:lstStyle/>
          <a:p>
            <a:r>
              <a:rPr lang="ru-RU" dirty="0"/>
              <a:t>Заголовок</a:t>
            </a: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61" name="Текст 33">
            <a:extLst>
              <a:ext uri="{FF2B5EF4-FFF2-40B4-BE49-F238E27FC236}">
                <a16:creationId xmlns:a16="http://schemas.microsoft.com/office/drawing/2014/main" id="{73DC0B7D-F275-4BE7-B604-BAD1BD8B78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650" y="1520824"/>
            <a:ext cx="3181350" cy="808044"/>
          </a:xfrm>
          <a:prstGeom prst="rect">
            <a:avLst/>
          </a:prstGeom>
        </p:spPr>
        <p:txBody>
          <a:bodyPr anchor="ctr"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2" name="Текст 33">
            <a:extLst>
              <a:ext uri="{FF2B5EF4-FFF2-40B4-BE49-F238E27FC236}">
                <a16:creationId xmlns:a16="http://schemas.microsoft.com/office/drawing/2014/main" id="{2E950D09-D1A2-7699-0093-D31B931E88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73948" y="1520824"/>
            <a:ext cx="3181350" cy="808044"/>
          </a:xfrm>
          <a:prstGeom prst="rect">
            <a:avLst/>
          </a:prstGeom>
        </p:spPr>
        <p:txBody>
          <a:bodyPr anchor="ctr"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3" name="Текст 33">
            <a:extLst>
              <a:ext uri="{FF2B5EF4-FFF2-40B4-BE49-F238E27FC236}">
                <a16:creationId xmlns:a16="http://schemas.microsoft.com/office/drawing/2014/main" id="{289D705B-45A2-1047-DCFB-CB8896DEFCF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57552" y="1520824"/>
            <a:ext cx="3181350" cy="808044"/>
          </a:xfrm>
          <a:prstGeom prst="rect">
            <a:avLst/>
          </a:prstGeom>
        </p:spPr>
        <p:txBody>
          <a:bodyPr anchor="ctr"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4" name="Текст 33">
            <a:extLst>
              <a:ext uri="{FF2B5EF4-FFF2-40B4-BE49-F238E27FC236}">
                <a16:creationId xmlns:a16="http://schemas.microsoft.com/office/drawing/2014/main" id="{B455B6F1-5A0E-DA5F-452F-2D0E03E1F4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144957"/>
            <a:ext cx="3181350" cy="808044"/>
          </a:xfrm>
          <a:prstGeom prst="rect">
            <a:avLst/>
          </a:prstGeom>
        </p:spPr>
        <p:txBody>
          <a:bodyPr anchor="ctr"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5" name="Текст 33">
            <a:extLst>
              <a:ext uri="{FF2B5EF4-FFF2-40B4-BE49-F238E27FC236}">
                <a16:creationId xmlns:a16="http://schemas.microsoft.com/office/drawing/2014/main" id="{66510DA7-A5F7-2CD5-A244-68A5380CEC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73948" y="4144957"/>
            <a:ext cx="3181350" cy="808044"/>
          </a:xfrm>
          <a:prstGeom prst="rect">
            <a:avLst/>
          </a:prstGeom>
        </p:spPr>
        <p:txBody>
          <a:bodyPr anchor="ctr"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6" name="Текст 33">
            <a:extLst>
              <a:ext uri="{FF2B5EF4-FFF2-40B4-BE49-F238E27FC236}">
                <a16:creationId xmlns:a16="http://schemas.microsoft.com/office/drawing/2014/main" id="{308ADA85-CFA3-A08A-1F1F-A564DB9708A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57552" y="4144957"/>
            <a:ext cx="3181350" cy="808044"/>
          </a:xfrm>
          <a:prstGeom prst="rect">
            <a:avLst/>
          </a:prstGeom>
        </p:spPr>
        <p:txBody>
          <a:bodyPr anchor="ctr"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7" name="Текст 33">
            <a:extLst>
              <a:ext uri="{FF2B5EF4-FFF2-40B4-BE49-F238E27FC236}">
                <a16:creationId xmlns:a16="http://schemas.microsoft.com/office/drawing/2014/main" id="{E2F864D4-BB87-156D-E641-66BA0B85501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8650" y="2292965"/>
            <a:ext cx="3181350" cy="968607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8" name="Текст 33">
            <a:extLst>
              <a:ext uri="{FF2B5EF4-FFF2-40B4-BE49-F238E27FC236}">
                <a16:creationId xmlns:a16="http://schemas.microsoft.com/office/drawing/2014/main" id="{3F716640-CFFA-88A5-3844-C4D258F5198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73948" y="2292965"/>
            <a:ext cx="3181350" cy="968607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9" name="Текст 33">
            <a:extLst>
              <a:ext uri="{FF2B5EF4-FFF2-40B4-BE49-F238E27FC236}">
                <a16:creationId xmlns:a16="http://schemas.microsoft.com/office/drawing/2014/main" id="{88ED7832-379B-16B9-33DE-BF0676FD2D2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357552" y="2292965"/>
            <a:ext cx="3181350" cy="968607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0" name="Текст 33">
            <a:extLst>
              <a:ext uri="{FF2B5EF4-FFF2-40B4-BE49-F238E27FC236}">
                <a16:creationId xmlns:a16="http://schemas.microsoft.com/office/drawing/2014/main" id="{2C52704F-0E1E-00E8-972B-D148235F47F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8650" y="4917098"/>
            <a:ext cx="3181350" cy="96860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1" name="Текст 33">
            <a:extLst>
              <a:ext uri="{FF2B5EF4-FFF2-40B4-BE49-F238E27FC236}">
                <a16:creationId xmlns:a16="http://schemas.microsoft.com/office/drawing/2014/main" id="{D0876531-FC55-2621-0683-B283C8866E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473948" y="4917098"/>
            <a:ext cx="3181350" cy="96860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2" name="Текст 33">
            <a:extLst>
              <a:ext uri="{FF2B5EF4-FFF2-40B4-BE49-F238E27FC236}">
                <a16:creationId xmlns:a16="http://schemas.microsoft.com/office/drawing/2014/main" id="{375FDC3B-F6EB-8633-B013-87355A645C8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57552" y="4917098"/>
            <a:ext cx="3181350" cy="968607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03921909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_четыре бло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BB50318-A051-C1F6-EBF0-CE36DE805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</p:spPr>
        <p:txBody>
          <a:bodyPr/>
          <a:lstStyle/>
          <a:p>
            <a:r>
              <a:rPr lang="ru-RU" dirty="0"/>
              <a:t>Заголовок</a:t>
            </a: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61" name="Текст 33">
            <a:extLst>
              <a:ext uri="{FF2B5EF4-FFF2-40B4-BE49-F238E27FC236}">
                <a16:creationId xmlns:a16="http://schemas.microsoft.com/office/drawing/2014/main" id="{73DC0B7D-F275-4BE7-B604-BAD1BD8B78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649" y="1505834"/>
            <a:ext cx="5119690" cy="808044"/>
          </a:xfrm>
          <a:prstGeom prst="rect">
            <a:avLst/>
          </a:prstGeom>
        </p:spPr>
        <p:txBody>
          <a:bodyPr anchor="ctr"/>
          <a:lstStyle>
            <a:lvl1pPr>
              <a:defRPr sz="4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2" name="Текст 33">
            <a:extLst>
              <a:ext uri="{FF2B5EF4-FFF2-40B4-BE49-F238E27FC236}">
                <a16:creationId xmlns:a16="http://schemas.microsoft.com/office/drawing/2014/main" id="{2E950D09-D1A2-7699-0093-D31B931E88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06867" y="1512731"/>
            <a:ext cx="5119690" cy="808044"/>
          </a:xfrm>
          <a:prstGeom prst="rect">
            <a:avLst/>
          </a:prstGeom>
        </p:spPr>
        <p:txBody>
          <a:bodyPr anchor="ctr"/>
          <a:lstStyle>
            <a:lvl1pPr>
              <a:defRPr sz="4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4" name="Текст 33">
            <a:extLst>
              <a:ext uri="{FF2B5EF4-FFF2-40B4-BE49-F238E27FC236}">
                <a16:creationId xmlns:a16="http://schemas.microsoft.com/office/drawing/2014/main" id="{B455B6F1-5A0E-DA5F-452F-2D0E03E1F4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8649" y="4129967"/>
            <a:ext cx="5119690" cy="808044"/>
          </a:xfrm>
          <a:prstGeom prst="rect">
            <a:avLst/>
          </a:prstGeom>
        </p:spPr>
        <p:txBody>
          <a:bodyPr anchor="ctr"/>
          <a:lstStyle>
            <a:lvl1pPr>
              <a:defRPr sz="4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5" name="Текст 33">
            <a:extLst>
              <a:ext uri="{FF2B5EF4-FFF2-40B4-BE49-F238E27FC236}">
                <a16:creationId xmlns:a16="http://schemas.microsoft.com/office/drawing/2014/main" id="{66510DA7-A5F7-2CD5-A244-68A5380CEC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06867" y="4136864"/>
            <a:ext cx="5119690" cy="808044"/>
          </a:xfrm>
          <a:prstGeom prst="rect">
            <a:avLst/>
          </a:prstGeom>
        </p:spPr>
        <p:txBody>
          <a:bodyPr anchor="ctr"/>
          <a:lstStyle>
            <a:lvl1pPr>
              <a:defRPr sz="4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7" name="Текст 33">
            <a:extLst>
              <a:ext uri="{FF2B5EF4-FFF2-40B4-BE49-F238E27FC236}">
                <a16:creationId xmlns:a16="http://schemas.microsoft.com/office/drawing/2014/main" id="{E2F864D4-BB87-156D-E641-66BA0B85501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8649" y="2331602"/>
            <a:ext cx="5119690" cy="96860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8" name="Текст 33">
            <a:extLst>
              <a:ext uri="{FF2B5EF4-FFF2-40B4-BE49-F238E27FC236}">
                <a16:creationId xmlns:a16="http://schemas.microsoft.com/office/drawing/2014/main" id="{3F716640-CFFA-88A5-3844-C4D258F5198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06867" y="2338499"/>
            <a:ext cx="5119690" cy="96860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0" name="Текст 33">
            <a:extLst>
              <a:ext uri="{FF2B5EF4-FFF2-40B4-BE49-F238E27FC236}">
                <a16:creationId xmlns:a16="http://schemas.microsoft.com/office/drawing/2014/main" id="{2C52704F-0E1E-00E8-972B-D148235F47F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8649" y="4955735"/>
            <a:ext cx="5119690" cy="96860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1" name="Текст 33">
            <a:extLst>
              <a:ext uri="{FF2B5EF4-FFF2-40B4-BE49-F238E27FC236}">
                <a16:creationId xmlns:a16="http://schemas.microsoft.com/office/drawing/2014/main" id="{D0876531-FC55-2621-0683-B283C8866E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406867" y="4962632"/>
            <a:ext cx="5119690" cy="96860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52719911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_три бло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BB50318-A051-C1F6-EBF0-CE36DE805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</p:spPr>
        <p:txBody>
          <a:bodyPr/>
          <a:lstStyle/>
          <a:p>
            <a:r>
              <a:rPr lang="ru-RU" dirty="0"/>
              <a:t>Заголовок</a:t>
            </a: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64" name="Текст 33">
            <a:extLst>
              <a:ext uri="{FF2B5EF4-FFF2-40B4-BE49-F238E27FC236}">
                <a16:creationId xmlns:a16="http://schemas.microsoft.com/office/drawing/2014/main" id="{B455B6F1-5A0E-DA5F-452F-2D0E03E1F4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2075" y="3824288"/>
            <a:ext cx="3181350" cy="1128713"/>
          </a:xfrm>
          <a:prstGeom prst="rect">
            <a:avLst/>
          </a:prstGeom>
        </p:spPr>
        <p:txBody>
          <a:bodyPr anchor="ctr"/>
          <a:lstStyle>
            <a:lvl1pPr>
              <a:defRPr sz="8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5" name="Текст 33">
            <a:extLst>
              <a:ext uri="{FF2B5EF4-FFF2-40B4-BE49-F238E27FC236}">
                <a16:creationId xmlns:a16="http://schemas.microsoft.com/office/drawing/2014/main" id="{66510DA7-A5F7-2CD5-A244-68A5380CEC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506606" y="3824288"/>
            <a:ext cx="3181350" cy="1128713"/>
          </a:xfrm>
          <a:prstGeom prst="rect">
            <a:avLst/>
          </a:prstGeom>
        </p:spPr>
        <p:txBody>
          <a:bodyPr anchor="ctr"/>
          <a:lstStyle>
            <a:lvl1pPr>
              <a:defRPr sz="8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6" name="Текст 33">
            <a:extLst>
              <a:ext uri="{FF2B5EF4-FFF2-40B4-BE49-F238E27FC236}">
                <a16:creationId xmlns:a16="http://schemas.microsoft.com/office/drawing/2014/main" id="{308ADA85-CFA3-A08A-1F1F-A564DB9708A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635142" y="3824288"/>
            <a:ext cx="3181350" cy="1128713"/>
          </a:xfrm>
          <a:prstGeom prst="rect">
            <a:avLst/>
          </a:prstGeom>
        </p:spPr>
        <p:txBody>
          <a:bodyPr anchor="ctr"/>
          <a:lstStyle>
            <a:lvl1pPr>
              <a:defRPr sz="8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70" name="Текст 33">
            <a:extLst>
              <a:ext uri="{FF2B5EF4-FFF2-40B4-BE49-F238E27FC236}">
                <a16:creationId xmlns:a16="http://schemas.microsoft.com/office/drawing/2014/main" id="{2C52704F-0E1E-00E8-972B-D148235F47F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02075" y="4955735"/>
            <a:ext cx="3181350" cy="96860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1" name="Текст 33">
            <a:extLst>
              <a:ext uri="{FF2B5EF4-FFF2-40B4-BE49-F238E27FC236}">
                <a16:creationId xmlns:a16="http://schemas.microsoft.com/office/drawing/2014/main" id="{D0876531-FC55-2621-0683-B283C8866E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506606" y="4955735"/>
            <a:ext cx="3181350" cy="96860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2" name="Текст 33">
            <a:extLst>
              <a:ext uri="{FF2B5EF4-FFF2-40B4-BE49-F238E27FC236}">
                <a16:creationId xmlns:a16="http://schemas.microsoft.com/office/drawing/2014/main" id="{375FDC3B-F6EB-8633-B013-87355A645C8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635142" y="4955735"/>
            <a:ext cx="3181350" cy="96860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2574986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_три блока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BB50318-A051-C1F6-EBF0-CE36DE805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</p:spPr>
        <p:txBody>
          <a:bodyPr/>
          <a:lstStyle/>
          <a:p>
            <a:r>
              <a:rPr lang="ru-RU" dirty="0"/>
              <a:t>Заголовок</a:t>
            </a: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64" name="Текст 33">
            <a:extLst>
              <a:ext uri="{FF2B5EF4-FFF2-40B4-BE49-F238E27FC236}">
                <a16:creationId xmlns:a16="http://schemas.microsoft.com/office/drawing/2014/main" id="{B455B6F1-5A0E-DA5F-452F-2D0E03E1F4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2075" y="2877227"/>
            <a:ext cx="3181350" cy="1128713"/>
          </a:xfrm>
          <a:prstGeom prst="rect">
            <a:avLst/>
          </a:prstGeom>
        </p:spPr>
        <p:txBody>
          <a:bodyPr anchor="ctr"/>
          <a:lstStyle>
            <a:lvl1pPr>
              <a:defRPr sz="8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5" name="Текст 33">
            <a:extLst>
              <a:ext uri="{FF2B5EF4-FFF2-40B4-BE49-F238E27FC236}">
                <a16:creationId xmlns:a16="http://schemas.microsoft.com/office/drawing/2014/main" id="{66510DA7-A5F7-2CD5-A244-68A5380CEC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506606" y="2877227"/>
            <a:ext cx="3181350" cy="1128713"/>
          </a:xfrm>
          <a:prstGeom prst="rect">
            <a:avLst/>
          </a:prstGeom>
        </p:spPr>
        <p:txBody>
          <a:bodyPr anchor="ctr"/>
          <a:lstStyle>
            <a:lvl1pPr>
              <a:defRPr sz="8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6" name="Текст 33">
            <a:extLst>
              <a:ext uri="{FF2B5EF4-FFF2-40B4-BE49-F238E27FC236}">
                <a16:creationId xmlns:a16="http://schemas.microsoft.com/office/drawing/2014/main" id="{308ADA85-CFA3-A08A-1F1F-A564DB9708A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635142" y="2877227"/>
            <a:ext cx="3181350" cy="1128713"/>
          </a:xfrm>
          <a:prstGeom prst="rect">
            <a:avLst/>
          </a:prstGeom>
        </p:spPr>
        <p:txBody>
          <a:bodyPr anchor="ctr"/>
          <a:lstStyle>
            <a:lvl1pPr>
              <a:defRPr sz="8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70" name="Текст 33">
            <a:extLst>
              <a:ext uri="{FF2B5EF4-FFF2-40B4-BE49-F238E27FC236}">
                <a16:creationId xmlns:a16="http://schemas.microsoft.com/office/drawing/2014/main" id="{2C52704F-0E1E-00E8-972B-D148235F47F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02075" y="4021553"/>
            <a:ext cx="3181350" cy="96860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1" name="Текст 33">
            <a:extLst>
              <a:ext uri="{FF2B5EF4-FFF2-40B4-BE49-F238E27FC236}">
                <a16:creationId xmlns:a16="http://schemas.microsoft.com/office/drawing/2014/main" id="{D0876531-FC55-2621-0683-B283C8866E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506606" y="4021553"/>
            <a:ext cx="3181350" cy="96860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2" name="Текст 33">
            <a:extLst>
              <a:ext uri="{FF2B5EF4-FFF2-40B4-BE49-F238E27FC236}">
                <a16:creationId xmlns:a16="http://schemas.microsoft.com/office/drawing/2014/main" id="{375FDC3B-F6EB-8633-B013-87355A645C8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635142" y="4021553"/>
            <a:ext cx="3181350" cy="96860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5335545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ять блоков и иллюстраци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2A3CE2F4-83A8-FE31-41B6-600675906394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BB50318-A051-C1F6-EBF0-CE36DE805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881" y="285020"/>
            <a:ext cx="7505700" cy="596901"/>
          </a:xfrm>
        </p:spPr>
        <p:txBody>
          <a:bodyPr/>
          <a:lstStyle/>
          <a:p>
            <a:r>
              <a:rPr lang="ru-RU" dirty="0"/>
              <a:t>Заголовок</a:t>
            </a: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61" name="Текст 33">
            <a:extLst>
              <a:ext uri="{FF2B5EF4-FFF2-40B4-BE49-F238E27FC236}">
                <a16:creationId xmlns:a16="http://schemas.microsoft.com/office/drawing/2014/main" id="{73DC0B7D-F275-4BE7-B604-BAD1BD8B78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3834" y="1121222"/>
            <a:ext cx="1039666" cy="80804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7" name="Текст 33">
            <a:extLst>
              <a:ext uri="{FF2B5EF4-FFF2-40B4-BE49-F238E27FC236}">
                <a16:creationId xmlns:a16="http://schemas.microsoft.com/office/drawing/2014/main" id="{E2F864D4-BB87-156D-E641-66BA0B85501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34814" y="1121222"/>
            <a:ext cx="4162425" cy="8080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Текст 33">
            <a:extLst>
              <a:ext uri="{FF2B5EF4-FFF2-40B4-BE49-F238E27FC236}">
                <a16:creationId xmlns:a16="http://schemas.microsoft.com/office/drawing/2014/main" id="{F3EABD06-9F61-0303-DF6B-D2B5A742E99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93834" y="2265506"/>
            <a:ext cx="1039666" cy="80804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359A4EBE-FFCD-3810-7E31-DC3D870974A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334814" y="2265506"/>
            <a:ext cx="4162425" cy="8080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" name="Текст 33">
            <a:extLst>
              <a:ext uri="{FF2B5EF4-FFF2-40B4-BE49-F238E27FC236}">
                <a16:creationId xmlns:a16="http://schemas.microsoft.com/office/drawing/2014/main" id="{3CB86516-C48A-849D-BCFC-61199B749D5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93834" y="3409790"/>
            <a:ext cx="1039666" cy="80804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7" name="Текст 33">
            <a:extLst>
              <a:ext uri="{FF2B5EF4-FFF2-40B4-BE49-F238E27FC236}">
                <a16:creationId xmlns:a16="http://schemas.microsoft.com/office/drawing/2014/main" id="{D6878208-3024-727E-4527-794EF709FBC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34814" y="3402985"/>
            <a:ext cx="4162425" cy="8080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8" name="Текст 33">
            <a:extLst>
              <a:ext uri="{FF2B5EF4-FFF2-40B4-BE49-F238E27FC236}">
                <a16:creationId xmlns:a16="http://schemas.microsoft.com/office/drawing/2014/main" id="{67E0AF65-3382-72C7-9C3A-7BBB92F6016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93834" y="4554074"/>
            <a:ext cx="1039666" cy="80804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10" name="Текст 33">
            <a:extLst>
              <a:ext uri="{FF2B5EF4-FFF2-40B4-BE49-F238E27FC236}">
                <a16:creationId xmlns:a16="http://schemas.microsoft.com/office/drawing/2014/main" id="{2CC0160B-8C9A-7C64-878B-E08F642960D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334814" y="4548977"/>
            <a:ext cx="4162425" cy="8080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Текст 33">
            <a:extLst>
              <a:ext uri="{FF2B5EF4-FFF2-40B4-BE49-F238E27FC236}">
                <a16:creationId xmlns:a16="http://schemas.microsoft.com/office/drawing/2014/main" id="{A1E23E8A-CDDE-81F4-8AE6-AAA3BB8DC9F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93834" y="5698357"/>
            <a:ext cx="1039666" cy="80804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12" name="Текст 33">
            <a:extLst>
              <a:ext uri="{FF2B5EF4-FFF2-40B4-BE49-F238E27FC236}">
                <a16:creationId xmlns:a16="http://schemas.microsoft.com/office/drawing/2014/main" id="{C734685C-EF5D-BEF1-ECC7-51C9323F9E7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334814" y="5698357"/>
            <a:ext cx="4162425" cy="8080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8543098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тыре блока и иллюстрация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2A3CE2F4-83A8-FE31-41B6-600675906394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BB50318-A051-C1F6-EBF0-CE36DE805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881" y="285020"/>
            <a:ext cx="7505700" cy="596901"/>
          </a:xfrm>
        </p:spPr>
        <p:txBody>
          <a:bodyPr/>
          <a:lstStyle/>
          <a:p>
            <a:r>
              <a:rPr lang="ru-RU" dirty="0"/>
              <a:t>Заголовок</a:t>
            </a: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61" name="Текст 33">
            <a:extLst>
              <a:ext uri="{FF2B5EF4-FFF2-40B4-BE49-F238E27FC236}">
                <a16:creationId xmlns:a16="http://schemas.microsoft.com/office/drawing/2014/main" id="{73DC0B7D-F275-4BE7-B604-BAD1BD8B78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3834" y="1300838"/>
            <a:ext cx="1230166" cy="808044"/>
          </a:xfrm>
          <a:prstGeom prst="rect">
            <a:avLst/>
          </a:prstGeom>
        </p:spPr>
        <p:txBody>
          <a:bodyPr anchor="ctr"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7" name="Текст 33">
            <a:extLst>
              <a:ext uri="{FF2B5EF4-FFF2-40B4-BE49-F238E27FC236}">
                <a16:creationId xmlns:a16="http://schemas.microsoft.com/office/drawing/2014/main" id="{E2F864D4-BB87-156D-E641-66BA0B85501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24000" y="1300838"/>
            <a:ext cx="4144736" cy="8080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Текст 33">
            <a:extLst>
              <a:ext uri="{FF2B5EF4-FFF2-40B4-BE49-F238E27FC236}">
                <a16:creationId xmlns:a16="http://schemas.microsoft.com/office/drawing/2014/main" id="{F3EABD06-9F61-0303-DF6B-D2B5A742E99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93834" y="2695076"/>
            <a:ext cx="1230166" cy="808044"/>
          </a:xfrm>
          <a:prstGeom prst="rect">
            <a:avLst/>
          </a:prstGeom>
        </p:spPr>
        <p:txBody>
          <a:bodyPr anchor="ctr"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359A4EBE-FFCD-3810-7E31-DC3D870974A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524000" y="2695075"/>
            <a:ext cx="4144736" cy="8080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" name="Текст 33">
            <a:extLst>
              <a:ext uri="{FF2B5EF4-FFF2-40B4-BE49-F238E27FC236}">
                <a16:creationId xmlns:a16="http://schemas.microsoft.com/office/drawing/2014/main" id="{3CB86516-C48A-849D-BCFC-61199B749D5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93834" y="4089314"/>
            <a:ext cx="1230166" cy="808044"/>
          </a:xfrm>
          <a:prstGeom prst="rect">
            <a:avLst/>
          </a:prstGeom>
        </p:spPr>
        <p:txBody>
          <a:bodyPr anchor="ctr"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7" name="Текст 33">
            <a:extLst>
              <a:ext uri="{FF2B5EF4-FFF2-40B4-BE49-F238E27FC236}">
                <a16:creationId xmlns:a16="http://schemas.microsoft.com/office/drawing/2014/main" id="{D6878208-3024-727E-4527-794EF709FBC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24000" y="4089313"/>
            <a:ext cx="4144736" cy="8080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8" name="Текст 33">
            <a:extLst>
              <a:ext uri="{FF2B5EF4-FFF2-40B4-BE49-F238E27FC236}">
                <a16:creationId xmlns:a16="http://schemas.microsoft.com/office/drawing/2014/main" id="{67E0AF65-3382-72C7-9C3A-7BBB92F6016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93834" y="5483552"/>
            <a:ext cx="1230166" cy="808044"/>
          </a:xfrm>
          <a:prstGeom prst="rect">
            <a:avLst/>
          </a:prstGeom>
        </p:spPr>
        <p:txBody>
          <a:bodyPr anchor="ctr"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10" name="Текст 33">
            <a:extLst>
              <a:ext uri="{FF2B5EF4-FFF2-40B4-BE49-F238E27FC236}">
                <a16:creationId xmlns:a16="http://schemas.microsoft.com/office/drawing/2014/main" id="{2CC0160B-8C9A-7C64-878B-E08F642960D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524000" y="5478455"/>
            <a:ext cx="4144736" cy="8080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13351209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ри блока и иллюстраци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2A3CE2F4-83A8-FE31-41B6-600675906394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BB50318-A051-C1F6-EBF0-CE36DE805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881" y="286353"/>
            <a:ext cx="7505700" cy="596901"/>
          </a:xfrm>
        </p:spPr>
        <p:txBody>
          <a:bodyPr/>
          <a:lstStyle/>
          <a:p>
            <a:r>
              <a:rPr lang="ru-RU" dirty="0"/>
              <a:t>Заголовок</a:t>
            </a: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61" name="Текст 33">
            <a:extLst>
              <a:ext uri="{FF2B5EF4-FFF2-40B4-BE49-F238E27FC236}">
                <a16:creationId xmlns:a16="http://schemas.microsoft.com/office/drawing/2014/main" id="{73DC0B7D-F275-4BE7-B604-BAD1BD8B78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5194" y="2017487"/>
            <a:ext cx="1228806" cy="808044"/>
          </a:xfrm>
          <a:prstGeom prst="rect">
            <a:avLst/>
          </a:prstGeom>
        </p:spPr>
        <p:txBody>
          <a:bodyPr anchor="ctr"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7" name="Текст 33">
            <a:extLst>
              <a:ext uri="{FF2B5EF4-FFF2-40B4-BE49-F238E27FC236}">
                <a16:creationId xmlns:a16="http://schemas.microsoft.com/office/drawing/2014/main" id="{E2F864D4-BB87-156D-E641-66BA0B85501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24000" y="2017487"/>
            <a:ext cx="4146096" cy="8080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Текст 33">
            <a:extLst>
              <a:ext uri="{FF2B5EF4-FFF2-40B4-BE49-F238E27FC236}">
                <a16:creationId xmlns:a16="http://schemas.microsoft.com/office/drawing/2014/main" id="{F3EABD06-9F61-0303-DF6B-D2B5A742E99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95194" y="3411725"/>
            <a:ext cx="1228806" cy="808044"/>
          </a:xfrm>
          <a:prstGeom prst="rect">
            <a:avLst/>
          </a:prstGeom>
        </p:spPr>
        <p:txBody>
          <a:bodyPr anchor="ctr"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359A4EBE-FFCD-3810-7E31-DC3D870974A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524000" y="3411724"/>
            <a:ext cx="4146096" cy="8080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" name="Текст 33">
            <a:extLst>
              <a:ext uri="{FF2B5EF4-FFF2-40B4-BE49-F238E27FC236}">
                <a16:creationId xmlns:a16="http://schemas.microsoft.com/office/drawing/2014/main" id="{3CB86516-C48A-849D-BCFC-61199B749D5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95194" y="4805963"/>
            <a:ext cx="1228806" cy="808044"/>
          </a:xfrm>
          <a:prstGeom prst="rect">
            <a:avLst/>
          </a:prstGeom>
        </p:spPr>
        <p:txBody>
          <a:bodyPr anchor="ctr"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7" name="Текст 33">
            <a:extLst>
              <a:ext uri="{FF2B5EF4-FFF2-40B4-BE49-F238E27FC236}">
                <a16:creationId xmlns:a16="http://schemas.microsoft.com/office/drawing/2014/main" id="{D6878208-3024-727E-4527-794EF709FBC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24000" y="4805962"/>
            <a:ext cx="4146096" cy="8080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1756665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есть блоков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Текст 2">
            <a:extLst>
              <a:ext uri="{FF2B5EF4-FFF2-40B4-BE49-F238E27FC236}">
                <a16:creationId xmlns:a16="http://schemas.microsoft.com/office/drawing/2014/main" id="{C47B0320-F93E-9CB4-B9A9-7398081D8EC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453500" y="2862605"/>
            <a:ext cx="1219200" cy="80804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2400" dirty="0"/>
              <a:t>XXX</a:t>
            </a:r>
            <a:endParaRPr lang="ru-RU" sz="2400" dirty="0"/>
          </a:p>
        </p:txBody>
      </p:sp>
      <p:sp>
        <p:nvSpPr>
          <p:cNvPr id="24" name="Текст 3">
            <a:extLst>
              <a:ext uri="{FF2B5EF4-FFF2-40B4-BE49-F238E27FC236}">
                <a16:creationId xmlns:a16="http://schemas.microsoft.com/office/drawing/2014/main" id="{3F7F551B-C40C-8F4D-2E43-2A17FBAA807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674014" y="2862605"/>
            <a:ext cx="4011981" cy="808045"/>
          </a:xfrm>
          <a:prstGeom prst="rect">
            <a:avLst/>
          </a:prstGeom>
        </p:spPr>
        <p:txBody>
          <a:bodyPr anchor="ctr"/>
          <a:lstStyle>
            <a:lvl1pPr>
              <a:defRPr sz="2000"/>
            </a:lvl1pPr>
          </a:lstStyle>
          <a:p>
            <a:pPr>
              <a:spcBef>
                <a:spcPts val="0"/>
              </a:spcBef>
            </a:pPr>
            <a:r>
              <a:rPr lang="ru-RU" dirty="0"/>
              <a:t>Краткое описание </a:t>
            </a:r>
          </a:p>
          <a:p>
            <a:pPr>
              <a:spcBef>
                <a:spcPts val="0"/>
              </a:spcBef>
            </a:pPr>
            <a:r>
              <a:rPr lang="ru-RU" dirty="0"/>
              <a:t>цифр и статистик</a:t>
            </a:r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BD851B85-B188-DBDD-393E-E72ABE40F45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3500" y="4175261"/>
            <a:ext cx="1219200" cy="80804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2400" dirty="0"/>
              <a:t>XXX</a:t>
            </a:r>
            <a:endParaRPr lang="ru-RU" sz="2400" dirty="0"/>
          </a:p>
        </p:txBody>
      </p:sp>
      <p:sp>
        <p:nvSpPr>
          <p:cNvPr id="26" name="Текст 5">
            <a:extLst>
              <a:ext uri="{FF2B5EF4-FFF2-40B4-BE49-F238E27FC236}">
                <a16:creationId xmlns:a16="http://schemas.microsoft.com/office/drawing/2014/main" id="{5ADCAD5F-E8CE-D061-E246-CED247A324B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674014" y="4175261"/>
            <a:ext cx="4011981" cy="808045"/>
          </a:xfrm>
          <a:prstGeom prst="rect">
            <a:avLst/>
          </a:prstGeom>
        </p:spPr>
        <p:txBody>
          <a:bodyPr anchor="ctr"/>
          <a:lstStyle>
            <a:lvl1pPr>
              <a:defRPr sz="2000"/>
            </a:lvl1pPr>
          </a:lstStyle>
          <a:p>
            <a:pPr>
              <a:spcBef>
                <a:spcPts val="0"/>
              </a:spcBef>
            </a:pPr>
            <a:r>
              <a:rPr lang="ru-RU" dirty="0"/>
              <a:t>Краткое описание </a:t>
            </a:r>
          </a:p>
          <a:p>
            <a:pPr>
              <a:spcBef>
                <a:spcPts val="0"/>
              </a:spcBef>
            </a:pPr>
            <a:r>
              <a:rPr lang="ru-RU" dirty="0"/>
              <a:t>цифр и статистик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92FA83B4-3B6F-4EB6-347D-5931C310C88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08865" y="2862605"/>
            <a:ext cx="1219200" cy="80804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2400" dirty="0"/>
              <a:t>XXX</a:t>
            </a:r>
            <a:endParaRPr lang="ru-RU" sz="2400" dirty="0"/>
          </a:p>
        </p:txBody>
      </p:sp>
      <p:sp>
        <p:nvSpPr>
          <p:cNvPr id="28" name="Текст 7">
            <a:extLst>
              <a:ext uri="{FF2B5EF4-FFF2-40B4-BE49-F238E27FC236}">
                <a16:creationId xmlns:a16="http://schemas.microsoft.com/office/drawing/2014/main" id="{BDAFBB37-F27D-7B82-902A-BF2CA009CF8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829379" y="2862605"/>
            <a:ext cx="3963867" cy="808045"/>
          </a:xfrm>
          <a:prstGeom prst="rect">
            <a:avLst/>
          </a:prstGeom>
        </p:spPr>
        <p:txBody>
          <a:bodyPr anchor="ctr"/>
          <a:lstStyle>
            <a:lvl1pPr>
              <a:defRPr sz="2000"/>
            </a:lvl1pPr>
          </a:lstStyle>
          <a:p>
            <a:pPr>
              <a:spcBef>
                <a:spcPts val="0"/>
              </a:spcBef>
            </a:pPr>
            <a:r>
              <a:rPr lang="ru-RU" dirty="0"/>
              <a:t>Краткое описание </a:t>
            </a:r>
            <a:br>
              <a:rPr lang="ru-RU" dirty="0"/>
            </a:br>
            <a:r>
              <a:rPr lang="ru-RU" dirty="0"/>
              <a:t>цифр и статистик</a:t>
            </a:r>
          </a:p>
        </p:txBody>
      </p:sp>
      <p:sp>
        <p:nvSpPr>
          <p:cNvPr id="29" name="Текст 8">
            <a:extLst>
              <a:ext uri="{FF2B5EF4-FFF2-40B4-BE49-F238E27FC236}">
                <a16:creationId xmlns:a16="http://schemas.microsoft.com/office/drawing/2014/main" id="{B3AA2F57-A051-51D5-E121-5034D94A2B47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08865" y="4175261"/>
            <a:ext cx="1219200" cy="80804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2400" dirty="0"/>
              <a:t>XXX</a:t>
            </a:r>
            <a:endParaRPr lang="ru-RU" sz="2400" dirty="0"/>
          </a:p>
        </p:txBody>
      </p:sp>
      <p:sp>
        <p:nvSpPr>
          <p:cNvPr id="30" name="Текст 9">
            <a:extLst>
              <a:ext uri="{FF2B5EF4-FFF2-40B4-BE49-F238E27FC236}">
                <a16:creationId xmlns:a16="http://schemas.microsoft.com/office/drawing/2014/main" id="{29126175-11D5-CE47-51E7-1BD3BF701A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829379" y="4175261"/>
            <a:ext cx="3963867" cy="808045"/>
          </a:xfrm>
          <a:prstGeom prst="rect">
            <a:avLst/>
          </a:prstGeom>
        </p:spPr>
        <p:txBody>
          <a:bodyPr anchor="ctr"/>
          <a:lstStyle>
            <a:lvl1pPr>
              <a:defRPr sz="2000"/>
            </a:lvl1pPr>
          </a:lstStyle>
          <a:p>
            <a:pPr>
              <a:spcBef>
                <a:spcPts val="0"/>
              </a:spcBef>
            </a:pPr>
            <a:r>
              <a:rPr lang="ru-RU" dirty="0"/>
              <a:t>Краткое описание </a:t>
            </a:r>
            <a:br>
              <a:rPr lang="ru-RU" dirty="0"/>
            </a:br>
            <a:r>
              <a:rPr lang="ru-RU" dirty="0"/>
              <a:t>цифр и статистик</a:t>
            </a:r>
          </a:p>
        </p:txBody>
      </p:sp>
      <p:sp>
        <p:nvSpPr>
          <p:cNvPr id="31" name="Текст 10">
            <a:extLst>
              <a:ext uri="{FF2B5EF4-FFF2-40B4-BE49-F238E27FC236}">
                <a16:creationId xmlns:a16="http://schemas.microsoft.com/office/drawing/2014/main" id="{D6732795-6AC0-ED19-E9E3-6234D0466F9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08865" y="5500618"/>
            <a:ext cx="1219200" cy="80804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2400" dirty="0"/>
              <a:t>XXX</a:t>
            </a:r>
            <a:endParaRPr lang="ru-RU" sz="2400" dirty="0"/>
          </a:p>
        </p:txBody>
      </p:sp>
      <p:sp>
        <p:nvSpPr>
          <p:cNvPr id="32" name="Текст 11">
            <a:extLst>
              <a:ext uri="{FF2B5EF4-FFF2-40B4-BE49-F238E27FC236}">
                <a16:creationId xmlns:a16="http://schemas.microsoft.com/office/drawing/2014/main" id="{29EB67B7-2543-DBA9-BF4C-B8D47229277D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829379" y="5500618"/>
            <a:ext cx="3963867" cy="808045"/>
          </a:xfrm>
          <a:prstGeom prst="rect">
            <a:avLst/>
          </a:prstGeom>
        </p:spPr>
        <p:txBody>
          <a:bodyPr anchor="ctr"/>
          <a:lstStyle>
            <a:lvl1pPr>
              <a:defRPr sz="2000"/>
            </a:lvl1pPr>
          </a:lstStyle>
          <a:p>
            <a:pPr>
              <a:spcBef>
                <a:spcPts val="0"/>
              </a:spcBef>
            </a:pPr>
            <a:r>
              <a:rPr lang="ru-RU" dirty="0"/>
              <a:t>Краткое описание </a:t>
            </a:r>
          </a:p>
          <a:p>
            <a:pPr>
              <a:spcBef>
                <a:spcPts val="0"/>
              </a:spcBef>
            </a:pPr>
            <a:r>
              <a:rPr lang="ru-RU" dirty="0"/>
              <a:t>цифр и статистик</a:t>
            </a:r>
          </a:p>
        </p:txBody>
      </p:sp>
      <p:sp>
        <p:nvSpPr>
          <p:cNvPr id="33" name="Текст 12">
            <a:extLst>
              <a:ext uri="{FF2B5EF4-FFF2-40B4-BE49-F238E27FC236}">
                <a16:creationId xmlns:a16="http://schemas.microsoft.com/office/drawing/2014/main" id="{27134802-1E8D-C949-2B64-1AD3727F078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453500" y="5500618"/>
            <a:ext cx="1219200" cy="80804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2400" dirty="0"/>
              <a:t>XXX</a:t>
            </a:r>
            <a:endParaRPr lang="ru-RU" sz="2400" dirty="0"/>
          </a:p>
        </p:txBody>
      </p:sp>
      <p:sp>
        <p:nvSpPr>
          <p:cNvPr id="34" name="Текст 13">
            <a:extLst>
              <a:ext uri="{FF2B5EF4-FFF2-40B4-BE49-F238E27FC236}">
                <a16:creationId xmlns:a16="http://schemas.microsoft.com/office/drawing/2014/main" id="{171D1266-37A3-5645-2535-58D6075D6AEE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7672700" y="5500618"/>
            <a:ext cx="4011981" cy="808045"/>
          </a:xfrm>
          <a:prstGeom prst="rect">
            <a:avLst/>
          </a:prstGeom>
        </p:spPr>
        <p:txBody>
          <a:bodyPr anchor="ctr"/>
          <a:lstStyle>
            <a:lvl1pPr>
              <a:defRPr sz="2000"/>
            </a:lvl1pPr>
          </a:lstStyle>
          <a:p>
            <a:pPr>
              <a:spcBef>
                <a:spcPts val="0"/>
              </a:spcBef>
            </a:pPr>
            <a:r>
              <a:rPr lang="ru-RU" dirty="0"/>
              <a:t>Краткое описание </a:t>
            </a:r>
          </a:p>
          <a:p>
            <a:pPr>
              <a:spcBef>
                <a:spcPts val="0"/>
              </a:spcBef>
            </a:pPr>
            <a:r>
              <a:rPr lang="ru-RU" dirty="0"/>
              <a:t>цифр и статистик</a:t>
            </a:r>
          </a:p>
        </p:txBody>
      </p:sp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BB50318-A051-C1F6-EBF0-CE36DE805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881" y="285020"/>
            <a:ext cx="7505700" cy="596901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36776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есть челове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BB50318-A051-C1F6-EBF0-CE36DE805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62" y="286354"/>
            <a:ext cx="7505700" cy="59690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Заголовок</a:t>
            </a: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61" name="Текст 33">
            <a:extLst>
              <a:ext uri="{FF2B5EF4-FFF2-40B4-BE49-F238E27FC236}">
                <a16:creationId xmlns:a16="http://schemas.microsoft.com/office/drawing/2014/main" id="{73DC0B7D-F275-4BE7-B604-BAD1BD8B78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93850" y="1520824"/>
            <a:ext cx="2208848" cy="808044"/>
          </a:xfrm>
          <a:prstGeom prst="rect">
            <a:avLst/>
          </a:prstGeom>
        </p:spPr>
        <p:txBody>
          <a:bodyPr anchor="b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2" name="Текст 33">
            <a:extLst>
              <a:ext uri="{FF2B5EF4-FFF2-40B4-BE49-F238E27FC236}">
                <a16:creationId xmlns:a16="http://schemas.microsoft.com/office/drawing/2014/main" id="{2E950D09-D1A2-7699-0093-D31B931E88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16948" y="1520824"/>
            <a:ext cx="2208848" cy="808044"/>
          </a:xfrm>
          <a:prstGeom prst="rect">
            <a:avLst/>
          </a:prstGeom>
        </p:spPr>
        <p:txBody>
          <a:bodyPr anchor="b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3" name="Текст 33">
            <a:extLst>
              <a:ext uri="{FF2B5EF4-FFF2-40B4-BE49-F238E27FC236}">
                <a16:creationId xmlns:a16="http://schemas.microsoft.com/office/drawing/2014/main" id="{289D705B-45A2-1047-DCFB-CB8896DEFCF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14852" y="1520824"/>
            <a:ext cx="2208848" cy="808044"/>
          </a:xfrm>
          <a:prstGeom prst="rect">
            <a:avLst/>
          </a:prstGeom>
        </p:spPr>
        <p:txBody>
          <a:bodyPr anchor="b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4" name="Текст 33">
            <a:extLst>
              <a:ext uri="{FF2B5EF4-FFF2-40B4-BE49-F238E27FC236}">
                <a16:creationId xmlns:a16="http://schemas.microsoft.com/office/drawing/2014/main" id="{B455B6F1-5A0E-DA5F-452F-2D0E03E1F4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593850" y="4144957"/>
            <a:ext cx="2208848" cy="808044"/>
          </a:xfrm>
          <a:prstGeom prst="rect">
            <a:avLst/>
          </a:prstGeom>
        </p:spPr>
        <p:txBody>
          <a:bodyPr anchor="b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5" name="Текст 33">
            <a:extLst>
              <a:ext uri="{FF2B5EF4-FFF2-40B4-BE49-F238E27FC236}">
                <a16:creationId xmlns:a16="http://schemas.microsoft.com/office/drawing/2014/main" id="{66510DA7-A5F7-2CD5-A244-68A5380CEC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616948" y="4144957"/>
            <a:ext cx="2208848" cy="808044"/>
          </a:xfrm>
          <a:prstGeom prst="rect">
            <a:avLst/>
          </a:prstGeom>
        </p:spPr>
        <p:txBody>
          <a:bodyPr anchor="b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6" name="Текст 33">
            <a:extLst>
              <a:ext uri="{FF2B5EF4-FFF2-40B4-BE49-F238E27FC236}">
                <a16:creationId xmlns:a16="http://schemas.microsoft.com/office/drawing/2014/main" id="{308ADA85-CFA3-A08A-1F1F-A564DB9708A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14852" y="4144957"/>
            <a:ext cx="2208848" cy="808044"/>
          </a:xfrm>
          <a:prstGeom prst="rect">
            <a:avLst/>
          </a:prstGeom>
        </p:spPr>
        <p:txBody>
          <a:bodyPr anchor="b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7" name="Текст 33">
            <a:extLst>
              <a:ext uri="{FF2B5EF4-FFF2-40B4-BE49-F238E27FC236}">
                <a16:creationId xmlns:a16="http://schemas.microsoft.com/office/drawing/2014/main" id="{E2F864D4-BB87-156D-E641-66BA0B85501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93850" y="2334269"/>
            <a:ext cx="2208848" cy="778108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68" name="Текст 33">
            <a:extLst>
              <a:ext uri="{FF2B5EF4-FFF2-40B4-BE49-F238E27FC236}">
                <a16:creationId xmlns:a16="http://schemas.microsoft.com/office/drawing/2014/main" id="{3F716640-CFFA-88A5-3844-C4D258F5198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616948" y="2334269"/>
            <a:ext cx="2208848" cy="778108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69" name="Текст 33">
            <a:extLst>
              <a:ext uri="{FF2B5EF4-FFF2-40B4-BE49-F238E27FC236}">
                <a16:creationId xmlns:a16="http://schemas.microsoft.com/office/drawing/2014/main" id="{88ED7832-379B-16B9-33DE-BF0676FD2D2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614852" y="2334269"/>
            <a:ext cx="2208848" cy="778108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70" name="Текст 33">
            <a:extLst>
              <a:ext uri="{FF2B5EF4-FFF2-40B4-BE49-F238E27FC236}">
                <a16:creationId xmlns:a16="http://schemas.microsoft.com/office/drawing/2014/main" id="{2C52704F-0E1E-00E8-972B-D148235F47F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593850" y="4958402"/>
            <a:ext cx="2208848" cy="778108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71" name="Текст 33">
            <a:extLst>
              <a:ext uri="{FF2B5EF4-FFF2-40B4-BE49-F238E27FC236}">
                <a16:creationId xmlns:a16="http://schemas.microsoft.com/office/drawing/2014/main" id="{D0876531-FC55-2621-0683-B283C8866E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16948" y="4958402"/>
            <a:ext cx="2208848" cy="778108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72" name="Текст 33">
            <a:extLst>
              <a:ext uri="{FF2B5EF4-FFF2-40B4-BE49-F238E27FC236}">
                <a16:creationId xmlns:a16="http://schemas.microsoft.com/office/drawing/2014/main" id="{375FDC3B-F6EB-8633-B013-87355A645C8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614852" y="4958402"/>
            <a:ext cx="2208848" cy="778108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831E225E-0374-34DF-D112-A6CF0014A13A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423966" y="1520823"/>
            <a:ext cx="1116012" cy="1717675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6" name="Рисунок 4">
            <a:extLst>
              <a:ext uri="{FF2B5EF4-FFF2-40B4-BE49-F238E27FC236}">
                <a16:creationId xmlns:a16="http://schemas.microsoft.com/office/drawing/2014/main" id="{90236CE8-786A-6D52-9E0E-C83B04810BED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423966" y="4144957"/>
            <a:ext cx="1116012" cy="1717675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8" name="Рисунок 4">
            <a:extLst>
              <a:ext uri="{FF2B5EF4-FFF2-40B4-BE49-F238E27FC236}">
                <a16:creationId xmlns:a16="http://schemas.microsoft.com/office/drawing/2014/main" id="{D7662178-9B66-DAEB-F902-06321870F30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4447064" y="1520823"/>
            <a:ext cx="1116012" cy="1717675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10" name="Рисунок 4">
            <a:extLst>
              <a:ext uri="{FF2B5EF4-FFF2-40B4-BE49-F238E27FC236}">
                <a16:creationId xmlns:a16="http://schemas.microsoft.com/office/drawing/2014/main" id="{4C04BAB5-364A-4D5B-F70F-0EF831E8F44E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4447064" y="4144957"/>
            <a:ext cx="1116012" cy="1717675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11" name="Рисунок 4">
            <a:extLst>
              <a:ext uri="{FF2B5EF4-FFF2-40B4-BE49-F238E27FC236}">
                <a16:creationId xmlns:a16="http://schemas.microsoft.com/office/drawing/2014/main" id="{56C21F49-602A-27B5-E066-2478EB019A60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8448040" y="1558921"/>
            <a:ext cx="1116012" cy="1717675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F3B2110B-574E-476B-5FB6-EBA8BE791A0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8448040" y="4183055"/>
            <a:ext cx="1116012" cy="1717675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</p:spTree>
    <p:extLst>
      <p:ext uri="{BB962C8B-B14F-4D97-AF65-F5344CB8AC3E}">
        <p14:creationId xmlns:p14="http://schemas.microsoft.com/office/powerpoint/2010/main" val="22527413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вять челове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BB50318-A051-C1F6-EBF0-CE36DE805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62" y="286354"/>
            <a:ext cx="7505700" cy="59690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Заголовок</a:t>
            </a: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61" name="Текст 33">
            <a:extLst>
              <a:ext uri="{FF2B5EF4-FFF2-40B4-BE49-F238E27FC236}">
                <a16:creationId xmlns:a16="http://schemas.microsoft.com/office/drawing/2014/main" id="{73DC0B7D-F275-4BE7-B604-BAD1BD8B78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78554" y="1365988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2" name="Текст 33">
            <a:extLst>
              <a:ext uri="{FF2B5EF4-FFF2-40B4-BE49-F238E27FC236}">
                <a16:creationId xmlns:a16="http://schemas.microsoft.com/office/drawing/2014/main" id="{2E950D09-D1A2-7699-0093-D31B931E88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01652" y="1365988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3" name="Текст 33">
            <a:extLst>
              <a:ext uri="{FF2B5EF4-FFF2-40B4-BE49-F238E27FC236}">
                <a16:creationId xmlns:a16="http://schemas.microsoft.com/office/drawing/2014/main" id="{289D705B-45A2-1047-DCFB-CB8896DEFCF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599556" y="1365988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4" name="Текст 33">
            <a:extLst>
              <a:ext uri="{FF2B5EF4-FFF2-40B4-BE49-F238E27FC236}">
                <a16:creationId xmlns:a16="http://schemas.microsoft.com/office/drawing/2014/main" id="{B455B6F1-5A0E-DA5F-452F-2D0E03E1F4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578554" y="3088421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5" name="Текст 33">
            <a:extLst>
              <a:ext uri="{FF2B5EF4-FFF2-40B4-BE49-F238E27FC236}">
                <a16:creationId xmlns:a16="http://schemas.microsoft.com/office/drawing/2014/main" id="{66510DA7-A5F7-2CD5-A244-68A5380CEC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601652" y="3088421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6" name="Текст 33">
            <a:extLst>
              <a:ext uri="{FF2B5EF4-FFF2-40B4-BE49-F238E27FC236}">
                <a16:creationId xmlns:a16="http://schemas.microsoft.com/office/drawing/2014/main" id="{308ADA85-CFA3-A08A-1F1F-A564DB9708A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599556" y="3088421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7" name="Текст 33">
            <a:extLst>
              <a:ext uri="{FF2B5EF4-FFF2-40B4-BE49-F238E27FC236}">
                <a16:creationId xmlns:a16="http://schemas.microsoft.com/office/drawing/2014/main" id="{E2F864D4-BB87-156D-E641-66BA0B85501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78554" y="1990493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68" name="Текст 33">
            <a:extLst>
              <a:ext uri="{FF2B5EF4-FFF2-40B4-BE49-F238E27FC236}">
                <a16:creationId xmlns:a16="http://schemas.microsoft.com/office/drawing/2014/main" id="{3F716640-CFFA-88A5-3844-C4D258F5198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601652" y="1990493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69" name="Текст 33">
            <a:extLst>
              <a:ext uri="{FF2B5EF4-FFF2-40B4-BE49-F238E27FC236}">
                <a16:creationId xmlns:a16="http://schemas.microsoft.com/office/drawing/2014/main" id="{88ED7832-379B-16B9-33DE-BF0676FD2D2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599556" y="1990493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70" name="Текст 33">
            <a:extLst>
              <a:ext uri="{FF2B5EF4-FFF2-40B4-BE49-F238E27FC236}">
                <a16:creationId xmlns:a16="http://schemas.microsoft.com/office/drawing/2014/main" id="{2C52704F-0E1E-00E8-972B-D148235F47F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578554" y="3712926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71" name="Текст 33">
            <a:extLst>
              <a:ext uri="{FF2B5EF4-FFF2-40B4-BE49-F238E27FC236}">
                <a16:creationId xmlns:a16="http://schemas.microsoft.com/office/drawing/2014/main" id="{D0876531-FC55-2621-0683-B283C8866E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01652" y="3712926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72" name="Текст 33">
            <a:extLst>
              <a:ext uri="{FF2B5EF4-FFF2-40B4-BE49-F238E27FC236}">
                <a16:creationId xmlns:a16="http://schemas.microsoft.com/office/drawing/2014/main" id="{375FDC3B-F6EB-8633-B013-87355A645C8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599556" y="3712926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831E225E-0374-34DF-D112-A6CF0014A13A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416318" y="1343023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lIns="0" rIns="0"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6" name="Рисунок 4">
            <a:extLst>
              <a:ext uri="{FF2B5EF4-FFF2-40B4-BE49-F238E27FC236}">
                <a16:creationId xmlns:a16="http://schemas.microsoft.com/office/drawing/2014/main" id="{90236CE8-786A-6D52-9E0E-C83B04810BED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416318" y="3065457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lIns="0" rIns="0"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Фото</a:t>
            </a:r>
          </a:p>
        </p:txBody>
      </p:sp>
      <p:sp>
        <p:nvSpPr>
          <p:cNvPr id="8" name="Рисунок 4">
            <a:extLst>
              <a:ext uri="{FF2B5EF4-FFF2-40B4-BE49-F238E27FC236}">
                <a16:creationId xmlns:a16="http://schemas.microsoft.com/office/drawing/2014/main" id="{D7662178-9B66-DAEB-F902-06321870F30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4431768" y="1343023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lIns="0" rIns="0"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Фото</a:t>
            </a:r>
          </a:p>
        </p:txBody>
      </p:sp>
      <p:sp>
        <p:nvSpPr>
          <p:cNvPr id="10" name="Рисунок 4">
            <a:extLst>
              <a:ext uri="{FF2B5EF4-FFF2-40B4-BE49-F238E27FC236}">
                <a16:creationId xmlns:a16="http://schemas.microsoft.com/office/drawing/2014/main" id="{4C04BAB5-364A-4D5B-F70F-0EF831E8F44E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4431768" y="3065457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lIns="0" rIns="0"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Фото</a:t>
            </a:r>
          </a:p>
        </p:txBody>
      </p:sp>
      <p:sp>
        <p:nvSpPr>
          <p:cNvPr id="11" name="Рисунок 4">
            <a:extLst>
              <a:ext uri="{FF2B5EF4-FFF2-40B4-BE49-F238E27FC236}">
                <a16:creationId xmlns:a16="http://schemas.microsoft.com/office/drawing/2014/main" id="{56C21F49-602A-27B5-E066-2478EB019A60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8440392" y="1381121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lIns="0" rIns="0"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Фото</a:t>
            </a:r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F3B2110B-574E-476B-5FB6-EBA8BE791A0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8440392" y="3103555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lIns="0" rIns="0"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Фото</a:t>
            </a:r>
          </a:p>
        </p:txBody>
      </p:sp>
      <p:sp>
        <p:nvSpPr>
          <p:cNvPr id="2" name="Текст 33">
            <a:extLst>
              <a:ext uri="{FF2B5EF4-FFF2-40B4-BE49-F238E27FC236}">
                <a16:creationId xmlns:a16="http://schemas.microsoft.com/office/drawing/2014/main" id="{4D749106-1051-2E89-2EB8-CF96B80E511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578554" y="4779252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7" name="Текст 33">
            <a:extLst>
              <a:ext uri="{FF2B5EF4-FFF2-40B4-BE49-F238E27FC236}">
                <a16:creationId xmlns:a16="http://schemas.microsoft.com/office/drawing/2014/main" id="{5E66AB0D-2C0C-680B-FDBB-D0FD8FA068D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601652" y="4779252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13" name="Текст 33">
            <a:extLst>
              <a:ext uri="{FF2B5EF4-FFF2-40B4-BE49-F238E27FC236}">
                <a16:creationId xmlns:a16="http://schemas.microsoft.com/office/drawing/2014/main" id="{2D7F6D35-956D-D522-94BC-E404B9E971B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599556" y="4779252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14" name="Текст 33">
            <a:extLst>
              <a:ext uri="{FF2B5EF4-FFF2-40B4-BE49-F238E27FC236}">
                <a16:creationId xmlns:a16="http://schemas.microsoft.com/office/drawing/2014/main" id="{ECEBECDE-B345-B6E7-4660-CEDB5E01F8C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578554" y="5403757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15" name="Текст 33">
            <a:extLst>
              <a:ext uri="{FF2B5EF4-FFF2-40B4-BE49-F238E27FC236}">
                <a16:creationId xmlns:a16="http://schemas.microsoft.com/office/drawing/2014/main" id="{43BC3B78-825D-6C9F-CF46-E653B0CA0C3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601652" y="5403757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16" name="Текст 33">
            <a:extLst>
              <a:ext uri="{FF2B5EF4-FFF2-40B4-BE49-F238E27FC236}">
                <a16:creationId xmlns:a16="http://schemas.microsoft.com/office/drawing/2014/main" id="{1DA55845-0DD3-274A-D4B9-92A4CDA63FE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99556" y="5403757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17" name="Рисунок 4">
            <a:extLst>
              <a:ext uri="{FF2B5EF4-FFF2-40B4-BE49-F238E27FC236}">
                <a16:creationId xmlns:a16="http://schemas.microsoft.com/office/drawing/2014/main" id="{007BF34D-795F-AED9-10A0-5F14C9B4C3A3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416318" y="4756288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lIns="0" rIns="0"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Фото</a:t>
            </a:r>
          </a:p>
        </p:txBody>
      </p:sp>
      <p:sp>
        <p:nvSpPr>
          <p:cNvPr id="18" name="Рисунок 4">
            <a:extLst>
              <a:ext uri="{FF2B5EF4-FFF2-40B4-BE49-F238E27FC236}">
                <a16:creationId xmlns:a16="http://schemas.microsoft.com/office/drawing/2014/main" id="{CED74D15-E271-DBA6-3578-49914D84E5EF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4431768" y="4756288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lIns="0" rIns="0"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Фото</a:t>
            </a:r>
          </a:p>
        </p:txBody>
      </p:sp>
      <p:sp>
        <p:nvSpPr>
          <p:cNvPr id="20" name="Рисунок 4">
            <a:extLst>
              <a:ext uri="{FF2B5EF4-FFF2-40B4-BE49-F238E27FC236}">
                <a16:creationId xmlns:a16="http://schemas.microsoft.com/office/drawing/2014/main" id="{7628B0F3-E455-4736-874F-663C6DB9BBAD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8440392" y="4794386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lIns="0" rIns="0"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Фото</a:t>
            </a:r>
          </a:p>
        </p:txBody>
      </p:sp>
    </p:spTree>
    <p:extLst>
      <p:ext uri="{BB962C8B-B14F-4D97-AF65-F5344CB8AC3E}">
        <p14:creationId xmlns:p14="http://schemas.microsoft.com/office/powerpoint/2010/main" val="22700381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челове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BB50318-A051-C1F6-EBF0-CE36DE805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62" y="286354"/>
            <a:ext cx="7505700" cy="59690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Заголовок</a:t>
            </a: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61" name="Текст 33">
            <a:extLst>
              <a:ext uri="{FF2B5EF4-FFF2-40B4-BE49-F238E27FC236}">
                <a16:creationId xmlns:a16="http://schemas.microsoft.com/office/drawing/2014/main" id="{73DC0B7D-F275-4BE7-B604-BAD1BD8B78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78554" y="1175488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2" name="Текст 33">
            <a:extLst>
              <a:ext uri="{FF2B5EF4-FFF2-40B4-BE49-F238E27FC236}">
                <a16:creationId xmlns:a16="http://schemas.microsoft.com/office/drawing/2014/main" id="{2E950D09-D1A2-7699-0093-D31B931E88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01652" y="1175488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3" name="Текст 33">
            <a:extLst>
              <a:ext uri="{FF2B5EF4-FFF2-40B4-BE49-F238E27FC236}">
                <a16:creationId xmlns:a16="http://schemas.microsoft.com/office/drawing/2014/main" id="{289D705B-45A2-1047-DCFB-CB8896DEFCF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599556" y="1175488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4" name="Текст 33">
            <a:extLst>
              <a:ext uri="{FF2B5EF4-FFF2-40B4-BE49-F238E27FC236}">
                <a16:creationId xmlns:a16="http://schemas.microsoft.com/office/drawing/2014/main" id="{B455B6F1-5A0E-DA5F-452F-2D0E03E1F4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578554" y="2579746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5" name="Текст 33">
            <a:extLst>
              <a:ext uri="{FF2B5EF4-FFF2-40B4-BE49-F238E27FC236}">
                <a16:creationId xmlns:a16="http://schemas.microsoft.com/office/drawing/2014/main" id="{66510DA7-A5F7-2CD5-A244-68A5380CEC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601652" y="2579746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6" name="Текст 33">
            <a:extLst>
              <a:ext uri="{FF2B5EF4-FFF2-40B4-BE49-F238E27FC236}">
                <a16:creationId xmlns:a16="http://schemas.microsoft.com/office/drawing/2014/main" id="{308ADA85-CFA3-A08A-1F1F-A564DB9708A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599556" y="2579746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7" name="Текст 33">
            <a:extLst>
              <a:ext uri="{FF2B5EF4-FFF2-40B4-BE49-F238E27FC236}">
                <a16:creationId xmlns:a16="http://schemas.microsoft.com/office/drawing/2014/main" id="{E2F864D4-BB87-156D-E641-66BA0B85501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78554" y="1799993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68" name="Текст 33">
            <a:extLst>
              <a:ext uri="{FF2B5EF4-FFF2-40B4-BE49-F238E27FC236}">
                <a16:creationId xmlns:a16="http://schemas.microsoft.com/office/drawing/2014/main" id="{3F716640-CFFA-88A5-3844-C4D258F5198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601652" y="1799993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69" name="Текст 33">
            <a:extLst>
              <a:ext uri="{FF2B5EF4-FFF2-40B4-BE49-F238E27FC236}">
                <a16:creationId xmlns:a16="http://schemas.microsoft.com/office/drawing/2014/main" id="{88ED7832-379B-16B9-33DE-BF0676FD2D2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599556" y="1799993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70" name="Текст 33">
            <a:extLst>
              <a:ext uri="{FF2B5EF4-FFF2-40B4-BE49-F238E27FC236}">
                <a16:creationId xmlns:a16="http://schemas.microsoft.com/office/drawing/2014/main" id="{2C52704F-0E1E-00E8-972B-D148235F47F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578554" y="3204251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71" name="Текст 33">
            <a:extLst>
              <a:ext uri="{FF2B5EF4-FFF2-40B4-BE49-F238E27FC236}">
                <a16:creationId xmlns:a16="http://schemas.microsoft.com/office/drawing/2014/main" id="{D0876531-FC55-2621-0683-B283C8866E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01652" y="3204251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72" name="Текст 33">
            <a:extLst>
              <a:ext uri="{FF2B5EF4-FFF2-40B4-BE49-F238E27FC236}">
                <a16:creationId xmlns:a16="http://schemas.microsoft.com/office/drawing/2014/main" id="{375FDC3B-F6EB-8633-B013-87355A645C8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599556" y="3204251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831E225E-0374-34DF-D112-A6CF0014A13A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416318" y="1152523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6" name="Рисунок 4">
            <a:extLst>
              <a:ext uri="{FF2B5EF4-FFF2-40B4-BE49-F238E27FC236}">
                <a16:creationId xmlns:a16="http://schemas.microsoft.com/office/drawing/2014/main" id="{90236CE8-786A-6D52-9E0E-C83B04810BED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416318" y="2540073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8" name="Рисунок 4">
            <a:extLst>
              <a:ext uri="{FF2B5EF4-FFF2-40B4-BE49-F238E27FC236}">
                <a16:creationId xmlns:a16="http://schemas.microsoft.com/office/drawing/2014/main" id="{D7662178-9B66-DAEB-F902-06321870F30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4431768" y="1152523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10" name="Рисунок 4">
            <a:extLst>
              <a:ext uri="{FF2B5EF4-FFF2-40B4-BE49-F238E27FC236}">
                <a16:creationId xmlns:a16="http://schemas.microsoft.com/office/drawing/2014/main" id="{4C04BAB5-364A-4D5B-F70F-0EF831E8F44E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4431768" y="2540073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11" name="Рисунок 4">
            <a:extLst>
              <a:ext uri="{FF2B5EF4-FFF2-40B4-BE49-F238E27FC236}">
                <a16:creationId xmlns:a16="http://schemas.microsoft.com/office/drawing/2014/main" id="{56C21F49-602A-27B5-E066-2478EB019A60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8440392" y="1190621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F3B2110B-574E-476B-5FB6-EBA8BE791A0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8440392" y="2578171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2" name="Текст 33">
            <a:extLst>
              <a:ext uri="{FF2B5EF4-FFF2-40B4-BE49-F238E27FC236}">
                <a16:creationId xmlns:a16="http://schemas.microsoft.com/office/drawing/2014/main" id="{4D749106-1051-2E89-2EB8-CF96B80E511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578554" y="3970424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7" name="Текст 33">
            <a:extLst>
              <a:ext uri="{FF2B5EF4-FFF2-40B4-BE49-F238E27FC236}">
                <a16:creationId xmlns:a16="http://schemas.microsoft.com/office/drawing/2014/main" id="{5E66AB0D-2C0C-680B-FDBB-D0FD8FA068D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601652" y="3970424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13" name="Текст 33">
            <a:extLst>
              <a:ext uri="{FF2B5EF4-FFF2-40B4-BE49-F238E27FC236}">
                <a16:creationId xmlns:a16="http://schemas.microsoft.com/office/drawing/2014/main" id="{2D7F6D35-956D-D522-94BC-E404B9E971B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599556" y="3970424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14" name="Текст 33">
            <a:extLst>
              <a:ext uri="{FF2B5EF4-FFF2-40B4-BE49-F238E27FC236}">
                <a16:creationId xmlns:a16="http://schemas.microsoft.com/office/drawing/2014/main" id="{ECEBECDE-B345-B6E7-4660-CEDB5E01F8C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578554" y="4594929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15" name="Текст 33">
            <a:extLst>
              <a:ext uri="{FF2B5EF4-FFF2-40B4-BE49-F238E27FC236}">
                <a16:creationId xmlns:a16="http://schemas.microsoft.com/office/drawing/2014/main" id="{43BC3B78-825D-6C9F-CF46-E653B0CA0C3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601652" y="4594929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16" name="Текст 33">
            <a:extLst>
              <a:ext uri="{FF2B5EF4-FFF2-40B4-BE49-F238E27FC236}">
                <a16:creationId xmlns:a16="http://schemas.microsoft.com/office/drawing/2014/main" id="{1DA55845-0DD3-274A-D4B9-92A4CDA63FE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99556" y="4594929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17" name="Рисунок 4">
            <a:extLst>
              <a:ext uri="{FF2B5EF4-FFF2-40B4-BE49-F238E27FC236}">
                <a16:creationId xmlns:a16="http://schemas.microsoft.com/office/drawing/2014/main" id="{007BF34D-795F-AED9-10A0-5F14C9B4C3A3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416318" y="3927623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18" name="Рисунок 4">
            <a:extLst>
              <a:ext uri="{FF2B5EF4-FFF2-40B4-BE49-F238E27FC236}">
                <a16:creationId xmlns:a16="http://schemas.microsoft.com/office/drawing/2014/main" id="{CED74D15-E271-DBA6-3578-49914D84E5EF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4431768" y="3927623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20" name="Рисунок 4">
            <a:extLst>
              <a:ext uri="{FF2B5EF4-FFF2-40B4-BE49-F238E27FC236}">
                <a16:creationId xmlns:a16="http://schemas.microsoft.com/office/drawing/2014/main" id="{7628B0F3-E455-4736-874F-663C6DB9BBAD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8440392" y="3965721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21" name="Текст 33">
            <a:extLst>
              <a:ext uri="{FF2B5EF4-FFF2-40B4-BE49-F238E27FC236}">
                <a16:creationId xmlns:a16="http://schemas.microsoft.com/office/drawing/2014/main" id="{563ED89D-9F8D-EC2A-2D29-28304769244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578554" y="5338138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22" name="Текст 33">
            <a:extLst>
              <a:ext uri="{FF2B5EF4-FFF2-40B4-BE49-F238E27FC236}">
                <a16:creationId xmlns:a16="http://schemas.microsoft.com/office/drawing/2014/main" id="{E93B0CB4-0296-3D9E-3CDB-26868FEDD7F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601652" y="5338138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23" name="Текст 33">
            <a:extLst>
              <a:ext uri="{FF2B5EF4-FFF2-40B4-BE49-F238E27FC236}">
                <a16:creationId xmlns:a16="http://schemas.microsoft.com/office/drawing/2014/main" id="{786DABAC-FBD8-2862-CE06-40A442BC4F0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599556" y="5338138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24" name="Текст 33">
            <a:extLst>
              <a:ext uri="{FF2B5EF4-FFF2-40B4-BE49-F238E27FC236}">
                <a16:creationId xmlns:a16="http://schemas.microsoft.com/office/drawing/2014/main" id="{FB06167B-6AA7-A048-7701-15ED8AE46DE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78554" y="5962643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25" name="Текст 33">
            <a:extLst>
              <a:ext uri="{FF2B5EF4-FFF2-40B4-BE49-F238E27FC236}">
                <a16:creationId xmlns:a16="http://schemas.microsoft.com/office/drawing/2014/main" id="{7FE1E809-B0F2-476F-3F05-5F19A2B1BA3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601652" y="5962643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26" name="Текст 33">
            <a:extLst>
              <a:ext uri="{FF2B5EF4-FFF2-40B4-BE49-F238E27FC236}">
                <a16:creationId xmlns:a16="http://schemas.microsoft.com/office/drawing/2014/main" id="{6AE2356D-AC17-B350-8480-A2F742A35DE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599556" y="5962643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27" name="Рисунок 4">
            <a:extLst>
              <a:ext uri="{FF2B5EF4-FFF2-40B4-BE49-F238E27FC236}">
                <a16:creationId xmlns:a16="http://schemas.microsoft.com/office/drawing/2014/main" id="{A6C0951E-D54D-72D0-F7C8-6515FEDCEB9E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416318" y="5315174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28" name="Рисунок 4">
            <a:extLst>
              <a:ext uri="{FF2B5EF4-FFF2-40B4-BE49-F238E27FC236}">
                <a16:creationId xmlns:a16="http://schemas.microsoft.com/office/drawing/2014/main" id="{CBB28EB4-6FE6-C86C-17B0-24AF78A28091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4431768" y="5315174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29" name="Рисунок 4">
            <a:extLst>
              <a:ext uri="{FF2B5EF4-FFF2-40B4-BE49-F238E27FC236}">
                <a16:creationId xmlns:a16="http://schemas.microsoft.com/office/drawing/2014/main" id="{7E699D0F-A03E-D63B-8653-49520482C951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8440392" y="5353272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</p:spTree>
    <p:extLst>
      <p:ext uri="{BB962C8B-B14F-4D97-AF65-F5344CB8AC3E}">
        <p14:creationId xmlns:p14="http://schemas.microsoft.com/office/powerpoint/2010/main" val="322093544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уководитель и шесть челове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BB50318-A051-C1F6-EBF0-CE36DE805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371" y="289477"/>
            <a:ext cx="7505700" cy="59690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Заголовок</a:t>
            </a: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67" name="Текст 33">
            <a:extLst>
              <a:ext uri="{FF2B5EF4-FFF2-40B4-BE49-F238E27FC236}">
                <a16:creationId xmlns:a16="http://schemas.microsoft.com/office/drawing/2014/main" id="{E2F864D4-BB87-156D-E641-66BA0B85501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24000" y="1497468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 руководителя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359A4EBE-FFCD-3810-7E31-DC3D870974A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524000" y="3298105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7" name="Текст 33">
            <a:extLst>
              <a:ext uri="{FF2B5EF4-FFF2-40B4-BE49-F238E27FC236}">
                <a16:creationId xmlns:a16="http://schemas.microsoft.com/office/drawing/2014/main" id="{D6878208-3024-727E-4527-794EF709FBC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24000" y="4425643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10" name="Текст 33">
            <a:extLst>
              <a:ext uri="{FF2B5EF4-FFF2-40B4-BE49-F238E27FC236}">
                <a16:creationId xmlns:a16="http://schemas.microsoft.com/office/drawing/2014/main" id="{2CC0160B-8C9A-7C64-878B-E08F642960D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524000" y="5509985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15" name="Текст 33">
            <a:extLst>
              <a:ext uri="{FF2B5EF4-FFF2-40B4-BE49-F238E27FC236}">
                <a16:creationId xmlns:a16="http://schemas.microsoft.com/office/drawing/2014/main" id="{CFBB8346-003C-54C4-0EBD-165CC32C340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75789" y="3298105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17" name="Текст 33">
            <a:extLst>
              <a:ext uri="{FF2B5EF4-FFF2-40B4-BE49-F238E27FC236}">
                <a16:creationId xmlns:a16="http://schemas.microsoft.com/office/drawing/2014/main" id="{AD6FD556-E963-D7E6-76CC-BF9DB177FF7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675789" y="4425643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20" name="Текст 33">
            <a:extLst>
              <a:ext uri="{FF2B5EF4-FFF2-40B4-BE49-F238E27FC236}">
                <a16:creationId xmlns:a16="http://schemas.microsoft.com/office/drawing/2014/main" id="{2D623A22-988C-6BA6-2BFC-665B247D63B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675789" y="5509985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21" name="Текст 33">
            <a:extLst>
              <a:ext uri="{FF2B5EF4-FFF2-40B4-BE49-F238E27FC236}">
                <a16:creationId xmlns:a16="http://schemas.microsoft.com/office/drawing/2014/main" id="{58435147-B95C-FCC7-DADA-2804BF6B39F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524000" y="1952923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22" name="Текст 33">
            <a:extLst>
              <a:ext uri="{FF2B5EF4-FFF2-40B4-BE49-F238E27FC236}">
                <a16:creationId xmlns:a16="http://schemas.microsoft.com/office/drawing/2014/main" id="{9B48E5FC-1942-9011-8B7D-BF7A7D5D5D1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524000" y="3753560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23" name="Текст 33">
            <a:extLst>
              <a:ext uri="{FF2B5EF4-FFF2-40B4-BE49-F238E27FC236}">
                <a16:creationId xmlns:a16="http://schemas.microsoft.com/office/drawing/2014/main" id="{9316E6BA-BBD0-6D0A-4806-DF43D8D7A13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524000" y="4881098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24" name="Текст 33">
            <a:extLst>
              <a:ext uri="{FF2B5EF4-FFF2-40B4-BE49-F238E27FC236}">
                <a16:creationId xmlns:a16="http://schemas.microsoft.com/office/drawing/2014/main" id="{C47E8DCD-067F-B87E-02ED-CAC22D19361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24000" y="5965440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26" name="Текст 33">
            <a:extLst>
              <a:ext uri="{FF2B5EF4-FFF2-40B4-BE49-F238E27FC236}">
                <a16:creationId xmlns:a16="http://schemas.microsoft.com/office/drawing/2014/main" id="{E49BD366-4716-89FA-B89D-ADE5EA8E406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675789" y="3753560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27" name="Текст 33">
            <a:extLst>
              <a:ext uri="{FF2B5EF4-FFF2-40B4-BE49-F238E27FC236}">
                <a16:creationId xmlns:a16="http://schemas.microsoft.com/office/drawing/2014/main" id="{4F5A3CD9-374C-540E-0C39-2997100AA66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675789" y="4881098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28" name="Текст 33">
            <a:extLst>
              <a:ext uri="{FF2B5EF4-FFF2-40B4-BE49-F238E27FC236}">
                <a16:creationId xmlns:a16="http://schemas.microsoft.com/office/drawing/2014/main" id="{57D325C4-1A07-036D-4B37-F8B0232F696A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7675789" y="5965440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Должность/Роль</a:t>
            </a:r>
          </a:p>
        </p:txBody>
      </p:sp>
      <p:sp>
        <p:nvSpPr>
          <p:cNvPr id="29" name="Рисунок 4">
            <a:extLst>
              <a:ext uri="{FF2B5EF4-FFF2-40B4-BE49-F238E27FC236}">
                <a16:creationId xmlns:a16="http://schemas.microsoft.com/office/drawing/2014/main" id="{9CA87CBC-289E-CD5D-DEE2-0F4C2FB35FA3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462757" y="1244600"/>
            <a:ext cx="919161" cy="1414698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30" name="Рисунок 4">
            <a:extLst>
              <a:ext uri="{FF2B5EF4-FFF2-40B4-BE49-F238E27FC236}">
                <a16:creationId xmlns:a16="http://schemas.microsoft.com/office/drawing/2014/main" id="{5A608B4B-A6AE-CAA8-1BBD-6AEF7151A6A9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462757" y="3213514"/>
            <a:ext cx="919161" cy="960203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31" name="Рисунок 4">
            <a:extLst>
              <a:ext uri="{FF2B5EF4-FFF2-40B4-BE49-F238E27FC236}">
                <a16:creationId xmlns:a16="http://schemas.microsoft.com/office/drawing/2014/main" id="{DB4C2017-BA02-64B1-1BF5-EF9646EB1BAB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462757" y="4369127"/>
            <a:ext cx="919161" cy="960203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32" name="Рисунок 4">
            <a:extLst>
              <a:ext uri="{FF2B5EF4-FFF2-40B4-BE49-F238E27FC236}">
                <a16:creationId xmlns:a16="http://schemas.microsoft.com/office/drawing/2014/main" id="{EF12C478-BD7A-FF34-C940-DD2CB7EF962D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462757" y="5524740"/>
            <a:ext cx="919161" cy="960203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33" name="Рисунок 4">
            <a:extLst>
              <a:ext uri="{FF2B5EF4-FFF2-40B4-BE49-F238E27FC236}">
                <a16:creationId xmlns:a16="http://schemas.microsoft.com/office/drawing/2014/main" id="{F5C72FA4-59D4-07C0-2266-37CBB9540391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6588919" y="3213514"/>
            <a:ext cx="919161" cy="960203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34" name="Рисунок 4">
            <a:extLst>
              <a:ext uri="{FF2B5EF4-FFF2-40B4-BE49-F238E27FC236}">
                <a16:creationId xmlns:a16="http://schemas.microsoft.com/office/drawing/2014/main" id="{9F32D1EB-D18C-24BB-EC04-0E913814FEF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6588919" y="4369127"/>
            <a:ext cx="919161" cy="960203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19D46A88-8E44-4607-4EB3-0F75981CF61B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6588919" y="5524740"/>
            <a:ext cx="919161" cy="960203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</p:spTree>
    <p:extLst>
      <p:ext uri="{BB962C8B-B14F-4D97-AF65-F5344CB8AC3E}">
        <p14:creationId xmlns:p14="http://schemas.microsoft.com/office/powerpoint/2010/main" val="319745766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пункта списка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35CA8B5-800E-3974-548A-FF05BD314F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4" name="Заголовок 8">
            <a:extLst>
              <a:ext uri="{FF2B5EF4-FFF2-40B4-BE49-F238E27FC236}">
                <a16:creationId xmlns:a16="http://schemas.microsoft.com/office/drawing/2014/main" id="{252C6FB7-41C3-6E89-C275-A50E5EB7B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042" y="311195"/>
            <a:ext cx="7505700" cy="1361308"/>
          </a:xfrm>
          <a:prstGeom prst="rect">
            <a:avLst/>
          </a:prstGeom>
        </p:spPr>
        <p:txBody>
          <a:bodyPr/>
          <a:lstStyle>
            <a:lvl1pPr>
              <a:defRPr sz="9600"/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BC24480D-95E8-F894-D136-6C0F87585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5236" y="2281603"/>
            <a:ext cx="4215242" cy="548187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Текст 21">
            <a:extLst>
              <a:ext uri="{FF2B5EF4-FFF2-40B4-BE49-F238E27FC236}">
                <a16:creationId xmlns:a16="http://schemas.microsoft.com/office/drawing/2014/main" id="{7BC2CED0-43E5-DABC-9386-363643C41F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5236" y="3351090"/>
            <a:ext cx="4215242" cy="548187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Текст 21">
            <a:extLst>
              <a:ext uri="{FF2B5EF4-FFF2-40B4-BE49-F238E27FC236}">
                <a16:creationId xmlns:a16="http://schemas.microsoft.com/office/drawing/2014/main" id="{B28EE6A4-2AA3-AE8B-9C24-2A5B21C429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5236" y="4434924"/>
            <a:ext cx="4215242" cy="548187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Текст 21">
            <a:extLst>
              <a:ext uri="{FF2B5EF4-FFF2-40B4-BE49-F238E27FC236}">
                <a16:creationId xmlns:a16="http://schemas.microsoft.com/office/drawing/2014/main" id="{55B25FB9-C3BF-5915-9C19-E1002BA4AE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5236" y="5523636"/>
            <a:ext cx="4215242" cy="548187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21">
            <a:extLst>
              <a:ext uri="{FF2B5EF4-FFF2-40B4-BE49-F238E27FC236}">
                <a16:creationId xmlns:a16="http://schemas.microsoft.com/office/drawing/2014/main" id="{FF5D8044-204B-B637-7689-04F9756C3A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019" y="2281604"/>
            <a:ext cx="720217" cy="548187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7" name="Текст 21">
            <a:extLst>
              <a:ext uri="{FF2B5EF4-FFF2-40B4-BE49-F238E27FC236}">
                <a16:creationId xmlns:a16="http://schemas.microsoft.com/office/drawing/2014/main" id="{52C1091B-662F-E904-096C-EFC524D21C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5019" y="3351091"/>
            <a:ext cx="720217" cy="548187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8" name="Текст 21">
            <a:extLst>
              <a:ext uri="{FF2B5EF4-FFF2-40B4-BE49-F238E27FC236}">
                <a16:creationId xmlns:a16="http://schemas.microsoft.com/office/drawing/2014/main" id="{A1947E43-AC56-CE60-72E3-1C38D324AB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5019" y="4434925"/>
            <a:ext cx="720217" cy="548187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29" name="Текст 21">
            <a:extLst>
              <a:ext uri="{FF2B5EF4-FFF2-40B4-BE49-F238E27FC236}">
                <a16:creationId xmlns:a16="http://schemas.microsoft.com/office/drawing/2014/main" id="{D66C17BD-40EC-FB86-CADD-5618097D98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019" y="5523637"/>
            <a:ext cx="720217" cy="548187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2455996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 пунктов спис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35CA8B5-800E-3974-548A-FF05BD314F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2" name="Текст 21">
            <a:extLst>
              <a:ext uri="{FF2B5EF4-FFF2-40B4-BE49-F238E27FC236}">
                <a16:creationId xmlns:a16="http://schemas.microsoft.com/office/drawing/2014/main" id="{BC24480D-95E8-F894-D136-6C0F87585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7403" y="1319645"/>
            <a:ext cx="4759036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Текст 21">
            <a:extLst>
              <a:ext uri="{FF2B5EF4-FFF2-40B4-BE49-F238E27FC236}">
                <a16:creationId xmlns:a16="http://schemas.microsoft.com/office/drawing/2014/main" id="{7BC2CED0-43E5-DABC-9386-363643C41F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7403" y="2389132"/>
            <a:ext cx="4759036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Текст 21">
            <a:extLst>
              <a:ext uri="{FF2B5EF4-FFF2-40B4-BE49-F238E27FC236}">
                <a16:creationId xmlns:a16="http://schemas.microsoft.com/office/drawing/2014/main" id="{B28EE6A4-2AA3-AE8B-9C24-2A5B21C429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7403" y="3472966"/>
            <a:ext cx="4759036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Текст 21">
            <a:extLst>
              <a:ext uri="{FF2B5EF4-FFF2-40B4-BE49-F238E27FC236}">
                <a16:creationId xmlns:a16="http://schemas.microsoft.com/office/drawing/2014/main" id="{55B25FB9-C3BF-5915-9C19-E1002BA4AE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7403" y="4561678"/>
            <a:ext cx="4759036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21">
            <a:extLst>
              <a:ext uri="{FF2B5EF4-FFF2-40B4-BE49-F238E27FC236}">
                <a16:creationId xmlns:a16="http://schemas.microsoft.com/office/drawing/2014/main" id="{FF5D8044-204B-B637-7689-04F9756C3A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361" y="1319646"/>
            <a:ext cx="588972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7" name="Текст 21">
            <a:extLst>
              <a:ext uri="{FF2B5EF4-FFF2-40B4-BE49-F238E27FC236}">
                <a16:creationId xmlns:a16="http://schemas.microsoft.com/office/drawing/2014/main" id="{52C1091B-662F-E904-096C-EFC524D21C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0361" y="2389133"/>
            <a:ext cx="588972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8" name="Текст 21">
            <a:extLst>
              <a:ext uri="{FF2B5EF4-FFF2-40B4-BE49-F238E27FC236}">
                <a16:creationId xmlns:a16="http://schemas.microsoft.com/office/drawing/2014/main" id="{A1947E43-AC56-CE60-72E3-1C38D324AB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0361" y="3472967"/>
            <a:ext cx="588972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29" name="Текст 21">
            <a:extLst>
              <a:ext uri="{FF2B5EF4-FFF2-40B4-BE49-F238E27FC236}">
                <a16:creationId xmlns:a16="http://schemas.microsoft.com/office/drawing/2014/main" id="{D66C17BD-40EC-FB86-CADD-5618097D98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0361" y="4561679"/>
            <a:ext cx="588972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" name="Текст 21">
            <a:extLst>
              <a:ext uri="{FF2B5EF4-FFF2-40B4-BE49-F238E27FC236}">
                <a16:creationId xmlns:a16="http://schemas.microsoft.com/office/drawing/2014/main" id="{D235E8C0-F255-79CC-3682-DAC98D5E79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8743" y="5639343"/>
            <a:ext cx="4759036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21">
            <a:extLst>
              <a:ext uri="{FF2B5EF4-FFF2-40B4-BE49-F238E27FC236}">
                <a16:creationId xmlns:a16="http://schemas.microsoft.com/office/drawing/2014/main" id="{D887D76E-85FF-F4F0-D848-CCA0102DC8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1701" y="5639344"/>
            <a:ext cx="588972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6" name="Текст 21">
            <a:extLst>
              <a:ext uri="{FF2B5EF4-FFF2-40B4-BE49-F238E27FC236}">
                <a16:creationId xmlns:a16="http://schemas.microsoft.com/office/drawing/2014/main" id="{D29AF73B-4840-EC14-19A5-FE9E74EE19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7281" y="1319645"/>
            <a:ext cx="4759036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Текст 21">
            <a:extLst>
              <a:ext uri="{FF2B5EF4-FFF2-40B4-BE49-F238E27FC236}">
                <a16:creationId xmlns:a16="http://schemas.microsoft.com/office/drawing/2014/main" id="{4E7B8F74-C131-4620-6BAB-1B17E06640A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77281" y="2389132"/>
            <a:ext cx="4759036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1">
            <a:extLst>
              <a:ext uri="{FF2B5EF4-FFF2-40B4-BE49-F238E27FC236}">
                <a16:creationId xmlns:a16="http://schemas.microsoft.com/office/drawing/2014/main" id="{3F6B70CF-4AA9-B771-4F57-34C8B85914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77281" y="3472966"/>
            <a:ext cx="4759036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9" name="Текст 21">
            <a:extLst>
              <a:ext uri="{FF2B5EF4-FFF2-40B4-BE49-F238E27FC236}">
                <a16:creationId xmlns:a16="http://schemas.microsoft.com/office/drawing/2014/main" id="{CEF86A3E-78E7-710D-7FA7-60BA54DAB4D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7281" y="4561678"/>
            <a:ext cx="4759036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21">
            <a:extLst>
              <a:ext uri="{FF2B5EF4-FFF2-40B4-BE49-F238E27FC236}">
                <a16:creationId xmlns:a16="http://schemas.microsoft.com/office/drawing/2014/main" id="{39F3A17A-2828-A030-6716-2B5146F785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80239" y="1319646"/>
            <a:ext cx="588972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  <p:sp>
        <p:nvSpPr>
          <p:cNvPr id="12" name="Текст 21">
            <a:extLst>
              <a:ext uri="{FF2B5EF4-FFF2-40B4-BE49-F238E27FC236}">
                <a16:creationId xmlns:a16="http://schemas.microsoft.com/office/drawing/2014/main" id="{E1925F10-AC93-7E06-3E90-288F7770FC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80239" y="2389133"/>
            <a:ext cx="588972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07</a:t>
            </a:r>
          </a:p>
        </p:txBody>
      </p:sp>
      <p:sp>
        <p:nvSpPr>
          <p:cNvPr id="13" name="Текст 21">
            <a:extLst>
              <a:ext uri="{FF2B5EF4-FFF2-40B4-BE49-F238E27FC236}">
                <a16:creationId xmlns:a16="http://schemas.microsoft.com/office/drawing/2014/main" id="{A9055566-D6FF-4CB6-ABCB-388A945534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80239" y="3472967"/>
            <a:ext cx="588972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08</a:t>
            </a:r>
          </a:p>
        </p:txBody>
      </p:sp>
      <p:sp>
        <p:nvSpPr>
          <p:cNvPr id="14" name="Текст 21">
            <a:extLst>
              <a:ext uri="{FF2B5EF4-FFF2-40B4-BE49-F238E27FC236}">
                <a16:creationId xmlns:a16="http://schemas.microsoft.com/office/drawing/2014/main" id="{9C725441-EE05-C3E5-5A1A-2AD53C061C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80239" y="4561679"/>
            <a:ext cx="588972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09</a:t>
            </a:r>
          </a:p>
        </p:txBody>
      </p:sp>
      <p:sp>
        <p:nvSpPr>
          <p:cNvPr id="15" name="Текст 21">
            <a:extLst>
              <a:ext uri="{FF2B5EF4-FFF2-40B4-BE49-F238E27FC236}">
                <a16:creationId xmlns:a16="http://schemas.microsoft.com/office/drawing/2014/main" id="{0E82825C-19A0-C61D-9000-CBB3152D4F4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68621" y="5639343"/>
            <a:ext cx="4759036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Текст 21">
            <a:extLst>
              <a:ext uri="{FF2B5EF4-FFF2-40B4-BE49-F238E27FC236}">
                <a16:creationId xmlns:a16="http://schemas.microsoft.com/office/drawing/2014/main" id="{981E3D4E-76F4-290B-33B6-CE456238F80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71579" y="5639344"/>
            <a:ext cx="588972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10</a:t>
            </a:r>
          </a:p>
        </p:txBody>
      </p:sp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5531651B-9408-B924-628E-3B470E6A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746178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пункта списка с описание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21">
            <a:extLst>
              <a:ext uri="{FF2B5EF4-FFF2-40B4-BE49-F238E27FC236}">
                <a16:creationId xmlns:a16="http://schemas.microsoft.com/office/drawing/2014/main" id="{BBA2CBC4-F5AE-98A4-B962-C3256DC28E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999" y="3266684"/>
            <a:ext cx="10668219" cy="65879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" name="Текст 21">
            <a:extLst>
              <a:ext uri="{FF2B5EF4-FFF2-40B4-BE49-F238E27FC236}">
                <a16:creationId xmlns:a16="http://schemas.microsoft.com/office/drawing/2014/main" id="{70D021F3-4A5C-886A-EC43-B151BB3762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9999" y="3863288"/>
            <a:ext cx="10668219" cy="65879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C4FAF99B-25D3-0392-960A-FE40E575C2C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1195050" y="3498274"/>
            <a:ext cx="687388" cy="658813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Текст 21">
            <a:extLst>
              <a:ext uri="{FF2B5EF4-FFF2-40B4-BE49-F238E27FC236}">
                <a16:creationId xmlns:a16="http://schemas.microsoft.com/office/drawing/2014/main" id="{61770934-BDA3-2694-36F9-96466FF6DAC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9999" y="4290856"/>
            <a:ext cx="10668219" cy="65879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Текст 21">
            <a:extLst>
              <a:ext uri="{FF2B5EF4-FFF2-40B4-BE49-F238E27FC236}">
                <a16:creationId xmlns:a16="http://schemas.microsoft.com/office/drawing/2014/main" id="{185B8549-ACCC-9582-4E0E-A653862E160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59999" y="4887460"/>
            <a:ext cx="10668219" cy="65879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Рисунок 4">
            <a:extLst>
              <a:ext uri="{FF2B5EF4-FFF2-40B4-BE49-F238E27FC236}">
                <a16:creationId xmlns:a16="http://schemas.microsoft.com/office/drawing/2014/main" id="{01028FD3-3699-3EC6-483D-6193AD66DFE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1195050" y="4522446"/>
            <a:ext cx="687388" cy="658813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3" name="Текст 21">
            <a:extLst>
              <a:ext uri="{FF2B5EF4-FFF2-40B4-BE49-F238E27FC236}">
                <a16:creationId xmlns:a16="http://schemas.microsoft.com/office/drawing/2014/main" id="{7015F751-25E0-FDA2-4754-C3CD23BF79B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9999" y="5518594"/>
            <a:ext cx="10668219" cy="65879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21">
            <a:extLst>
              <a:ext uri="{FF2B5EF4-FFF2-40B4-BE49-F238E27FC236}">
                <a16:creationId xmlns:a16="http://schemas.microsoft.com/office/drawing/2014/main" id="{D6286871-384F-50B3-3D95-8C5348C664E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9999" y="6115198"/>
            <a:ext cx="10668219" cy="65879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Рисунок 4">
            <a:extLst>
              <a:ext uri="{FF2B5EF4-FFF2-40B4-BE49-F238E27FC236}">
                <a16:creationId xmlns:a16="http://schemas.microsoft.com/office/drawing/2014/main" id="{F19057AE-03F8-5D37-0837-D6A9226AF169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1195050" y="5750184"/>
            <a:ext cx="687388" cy="658813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4653FBD-DA61-0EE2-C9E2-5C24CA406C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86BA626-0983-862C-182A-D0790E90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512197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ри пункта списка с описанием_темная тема">
    <p:bg>
      <p:bgPr>
        <a:solidFill>
          <a:srgbClr val="3C3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79A03C2B-5940-80DC-AE84-54A94B334C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C4FAF99B-25D3-0392-960A-FE40E575C2C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1195050" y="3498274"/>
            <a:ext cx="687388" cy="658813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0" name="Рисунок 4">
            <a:extLst>
              <a:ext uri="{FF2B5EF4-FFF2-40B4-BE49-F238E27FC236}">
                <a16:creationId xmlns:a16="http://schemas.microsoft.com/office/drawing/2014/main" id="{01028FD3-3699-3EC6-483D-6193AD66DFE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1195050" y="4522446"/>
            <a:ext cx="687388" cy="658813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6" name="Рисунок 4">
            <a:extLst>
              <a:ext uri="{FF2B5EF4-FFF2-40B4-BE49-F238E27FC236}">
                <a16:creationId xmlns:a16="http://schemas.microsoft.com/office/drawing/2014/main" id="{F19057AE-03F8-5D37-0837-D6A9226AF169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1195050" y="5750184"/>
            <a:ext cx="687388" cy="658813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Текст 21">
            <a:extLst>
              <a:ext uri="{FF2B5EF4-FFF2-40B4-BE49-F238E27FC236}">
                <a16:creationId xmlns:a16="http://schemas.microsoft.com/office/drawing/2014/main" id="{02B59B04-9AEE-EF0A-934D-C2496AA695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999" y="3266684"/>
            <a:ext cx="10668219" cy="65879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7" name="Текст 21">
            <a:extLst>
              <a:ext uri="{FF2B5EF4-FFF2-40B4-BE49-F238E27FC236}">
                <a16:creationId xmlns:a16="http://schemas.microsoft.com/office/drawing/2014/main" id="{6BC835B3-F13D-D768-D022-CEDF8F80D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9999" y="3863288"/>
            <a:ext cx="10668219" cy="65879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9" name="Текст 21">
            <a:extLst>
              <a:ext uri="{FF2B5EF4-FFF2-40B4-BE49-F238E27FC236}">
                <a16:creationId xmlns:a16="http://schemas.microsoft.com/office/drawing/2014/main" id="{EE07E8D1-E3A3-1B9A-6569-C89E3D290B2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9999" y="4290856"/>
            <a:ext cx="10668219" cy="65879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1" name="Текст 21">
            <a:extLst>
              <a:ext uri="{FF2B5EF4-FFF2-40B4-BE49-F238E27FC236}">
                <a16:creationId xmlns:a16="http://schemas.microsoft.com/office/drawing/2014/main" id="{9E0DF712-C73C-CDF1-460A-094CCE9654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59999" y="4887460"/>
            <a:ext cx="10668219" cy="65879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21">
            <a:extLst>
              <a:ext uri="{FF2B5EF4-FFF2-40B4-BE49-F238E27FC236}">
                <a16:creationId xmlns:a16="http://schemas.microsoft.com/office/drawing/2014/main" id="{753E87BB-9E53-99CF-C26C-373C71CB7F3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9999" y="5518594"/>
            <a:ext cx="10668219" cy="65879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5" name="Текст 21">
            <a:extLst>
              <a:ext uri="{FF2B5EF4-FFF2-40B4-BE49-F238E27FC236}">
                <a16:creationId xmlns:a16="http://schemas.microsoft.com/office/drawing/2014/main" id="{6B7D1362-A0BE-D200-B702-C8E3E779B2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9999" y="6115198"/>
            <a:ext cx="10668219" cy="65879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Заголовок 18">
            <a:extLst>
              <a:ext uri="{FF2B5EF4-FFF2-40B4-BE49-F238E27FC236}">
                <a16:creationId xmlns:a16="http://schemas.microsoft.com/office/drawing/2014/main" id="{095DEA5B-6E1F-CA1F-5CC9-DD6E9FCB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52579000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ять пунктов спис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C9CC47E-0FCE-6202-D346-E7854248DCE9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DEE6FD"/>
              </a:clrFrom>
              <a:clrTo>
                <a:srgbClr val="DEE6FD">
                  <a:alpha val="0"/>
                </a:srgbClr>
              </a:clrTo>
            </a:clrChange>
            <a:lum bright="70000" contrast="-70000"/>
          </a:blip>
          <a:srcRect/>
          <a:stretch>
            <a:fillRect/>
          </a:stretch>
        </p:blipFill>
        <p:spPr>
          <a:xfrm>
            <a:off x="0" y="0"/>
            <a:ext cx="6096000" cy="6857999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153832" y="6431111"/>
            <a:ext cx="762000" cy="381000"/>
          </a:xfrm>
        </p:spPr>
        <p:txBody>
          <a:bodyPr/>
          <a:lstStyle/>
          <a:p>
            <a:fld id="{A4F1630F-38BC-2342-A4BC-E6AFC25037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214858" y="1923235"/>
            <a:ext cx="5076760" cy="23876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71755" algn="l">
              <a:defRPr sz="55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>
                <a:effectLst/>
              </a:rPr>
              <a:t>Короткий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и понятный заголовок</a:t>
            </a:r>
            <a:endParaRPr lang="en-US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C973A1E-3BB6-CA96-CA29-53821B1A18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Текст 14">
            <a:extLst>
              <a:ext uri="{FF2B5EF4-FFF2-40B4-BE49-F238E27FC236}">
                <a16:creationId xmlns:a16="http://schemas.microsoft.com/office/drawing/2014/main" id="{85A9D800-B7F2-41FF-2D13-C8CDF0B3E1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025" y="4000500"/>
            <a:ext cx="5006975" cy="1098550"/>
          </a:xfrm>
          <a:prstGeom prst="rect">
            <a:avLst/>
          </a:prstGeo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4" name="Текст 21">
            <a:extLst>
              <a:ext uri="{FF2B5EF4-FFF2-40B4-BE49-F238E27FC236}">
                <a16:creationId xmlns:a16="http://schemas.microsoft.com/office/drawing/2014/main" id="{3D0ACEE8-91DE-B325-B829-C22F7A808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66660" y="1200524"/>
            <a:ext cx="4964903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Текст 21">
            <a:extLst>
              <a:ext uri="{FF2B5EF4-FFF2-40B4-BE49-F238E27FC236}">
                <a16:creationId xmlns:a16="http://schemas.microsoft.com/office/drawing/2014/main" id="{26BDDEEE-0B9F-EDD1-E81A-A5EFD8A4A4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66660" y="2270011"/>
            <a:ext cx="4964903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9" name="Текст 21">
            <a:extLst>
              <a:ext uri="{FF2B5EF4-FFF2-40B4-BE49-F238E27FC236}">
                <a16:creationId xmlns:a16="http://schemas.microsoft.com/office/drawing/2014/main" id="{95AE25F0-FBDC-1015-A994-F8D2F32D53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66660" y="3353845"/>
            <a:ext cx="4964903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21">
            <a:extLst>
              <a:ext uri="{FF2B5EF4-FFF2-40B4-BE49-F238E27FC236}">
                <a16:creationId xmlns:a16="http://schemas.microsoft.com/office/drawing/2014/main" id="{90AB2F83-581C-244D-962D-D174620A3F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66660" y="4442557"/>
            <a:ext cx="4964903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21">
            <a:extLst>
              <a:ext uri="{FF2B5EF4-FFF2-40B4-BE49-F238E27FC236}">
                <a16:creationId xmlns:a16="http://schemas.microsoft.com/office/drawing/2014/main" id="{0BA3F391-694C-33DC-891C-5FDBBFAED7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5605" y="1190015"/>
            <a:ext cx="585963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2" name="Текст 21">
            <a:extLst>
              <a:ext uri="{FF2B5EF4-FFF2-40B4-BE49-F238E27FC236}">
                <a16:creationId xmlns:a16="http://schemas.microsoft.com/office/drawing/2014/main" id="{341E829B-2CA6-A253-82B1-BB9109D62A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95605" y="2259502"/>
            <a:ext cx="585963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3" name="Текст 21">
            <a:extLst>
              <a:ext uri="{FF2B5EF4-FFF2-40B4-BE49-F238E27FC236}">
                <a16:creationId xmlns:a16="http://schemas.microsoft.com/office/drawing/2014/main" id="{F18324A4-38C0-9180-33E0-AE9C37AC11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95605" y="3343336"/>
            <a:ext cx="585963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15" name="Текст 21">
            <a:extLst>
              <a:ext uri="{FF2B5EF4-FFF2-40B4-BE49-F238E27FC236}">
                <a16:creationId xmlns:a16="http://schemas.microsoft.com/office/drawing/2014/main" id="{65F52378-56AD-058A-8CD6-67A5E62BC3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95605" y="4432048"/>
            <a:ext cx="585963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16" name="Текст 21">
            <a:extLst>
              <a:ext uri="{FF2B5EF4-FFF2-40B4-BE49-F238E27FC236}">
                <a16:creationId xmlns:a16="http://schemas.microsoft.com/office/drawing/2014/main" id="{80F7B9A8-670C-4D58-BBF5-6A3C67A545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0" y="5520222"/>
            <a:ext cx="4964903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1">
            <a:extLst>
              <a:ext uri="{FF2B5EF4-FFF2-40B4-BE49-F238E27FC236}">
                <a16:creationId xmlns:a16="http://schemas.microsoft.com/office/drawing/2014/main" id="{D67CB401-53D6-9C7A-6509-0D4DE7E2D7A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6945" y="5509713"/>
            <a:ext cx="585963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0469007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ять пунктов списка_темная тема">
    <p:bg>
      <p:bgPr>
        <a:solidFill>
          <a:srgbClr val="3C3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42C2C33-AA56-D112-CEA0-A0DDB4779217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C3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465CC4-C947-38DF-D795-41CDF1B503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DEE6FD"/>
              </a:clrFrom>
              <a:clrTo>
                <a:srgbClr val="DEE6FD">
                  <a:alpha val="0"/>
                </a:srgbClr>
              </a:clrTo>
            </a:clrChange>
            <a:lum bright="70000" contrast="-70000"/>
          </a:blip>
          <a:srcRect/>
          <a:stretch>
            <a:fillRect/>
          </a:stretch>
        </p:blipFill>
        <p:spPr>
          <a:xfrm>
            <a:off x="0" y="-1"/>
            <a:ext cx="6096000" cy="6857999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167686" y="6403402"/>
            <a:ext cx="762000" cy="3810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A4F1630F-38BC-2342-A4BC-E6AFC25037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3C6BF00-945F-4E75-80EB-8F1EFB43D4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79539" y="315709"/>
            <a:ext cx="506621" cy="506621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98FE3388-648F-72FF-4A07-852F45AF6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684" y="2155872"/>
            <a:ext cx="5556708" cy="1827062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ru-RU" dirty="0">
                <a:effectLst/>
              </a:rPr>
              <a:t>Короткий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и понятный заголовок</a:t>
            </a:r>
            <a:endParaRPr lang="ru-RU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AF903428-DF11-633A-5EEF-EE72F59258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5047" y="3885522"/>
            <a:ext cx="5556250" cy="1260475"/>
          </a:xfrm>
          <a:prstGeom prst="rect">
            <a:avLst/>
          </a:prstGeo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презентации </a:t>
            </a:r>
            <a:br>
              <a:rPr lang="ru-RU" dirty="0"/>
            </a:br>
            <a:r>
              <a:rPr lang="ru-RU" dirty="0"/>
              <a:t>с уточнением темы</a:t>
            </a:r>
          </a:p>
        </p:txBody>
      </p:sp>
      <p:sp>
        <p:nvSpPr>
          <p:cNvPr id="26" name="Текст 21">
            <a:extLst>
              <a:ext uri="{FF2B5EF4-FFF2-40B4-BE49-F238E27FC236}">
                <a16:creationId xmlns:a16="http://schemas.microsoft.com/office/drawing/2014/main" id="{5BA4D3E1-FFB2-3866-E17E-D881B82AA8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66660" y="1189433"/>
            <a:ext cx="4953865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Текст 21">
            <a:extLst>
              <a:ext uri="{FF2B5EF4-FFF2-40B4-BE49-F238E27FC236}">
                <a16:creationId xmlns:a16="http://schemas.microsoft.com/office/drawing/2014/main" id="{A3DD531B-0542-3683-2CA7-3BF496516B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66660" y="2258920"/>
            <a:ext cx="4953865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8" name="Текст 21">
            <a:extLst>
              <a:ext uri="{FF2B5EF4-FFF2-40B4-BE49-F238E27FC236}">
                <a16:creationId xmlns:a16="http://schemas.microsoft.com/office/drawing/2014/main" id="{4487FB3C-CF1B-6865-B6C6-984A2C98D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66660" y="3342754"/>
            <a:ext cx="4953865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Текст 21">
            <a:extLst>
              <a:ext uri="{FF2B5EF4-FFF2-40B4-BE49-F238E27FC236}">
                <a16:creationId xmlns:a16="http://schemas.microsoft.com/office/drawing/2014/main" id="{3FD541BF-216E-530A-2BBD-3CDE4C6357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66660" y="4431466"/>
            <a:ext cx="4953865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0" name="Текст 21">
            <a:extLst>
              <a:ext uri="{FF2B5EF4-FFF2-40B4-BE49-F238E27FC236}">
                <a16:creationId xmlns:a16="http://schemas.microsoft.com/office/drawing/2014/main" id="{2CCE7971-31EB-44F9-9FDF-06DCFDC9CF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4567" y="1178924"/>
            <a:ext cx="593304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1" name="Текст 21">
            <a:extLst>
              <a:ext uri="{FF2B5EF4-FFF2-40B4-BE49-F238E27FC236}">
                <a16:creationId xmlns:a16="http://schemas.microsoft.com/office/drawing/2014/main" id="{B51ECB37-66EE-25ED-3365-B45237C6C3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84567" y="2248411"/>
            <a:ext cx="593304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32" name="Текст 21">
            <a:extLst>
              <a:ext uri="{FF2B5EF4-FFF2-40B4-BE49-F238E27FC236}">
                <a16:creationId xmlns:a16="http://schemas.microsoft.com/office/drawing/2014/main" id="{A86AD19C-7905-5924-85D1-E7CBE0AE9E4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84567" y="3332245"/>
            <a:ext cx="593304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3" name="Текст 21">
            <a:extLst>
              <a:ext uri="{FF2B5EF4-FFF2-40B4-BE49-F238E27FC236}">
                <a16:creationId xmlns:a16="http://schemas.microsoft.com/office/drawing/2014/main" id="{46DE2D37-CE3D-B2F6-34F3-83A66576F0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4567" y="4420957"/>
            <a:ext cx="593304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4" name="Текст 21">
            <a:extLst>
              <a:ext uri="{FF2B5EF4-FFF2-40B4-BE49-F238E27FC236}">
                <a16:creationId xmlns:a16="http://schemas.microsoft.com/office/drawing/2014/main" id="{93EBDFDA-D43E-34CD-0C3B-8D4F8D459D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0" y="5509131"/>
            <a:ext cx="4953865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5" name="Текст 21">
            <a:extLst>
              <a:ext uri="{FF2B5EF4-FFF2-40B4-BE49-F238E27FC236}">
                <a16:creationId xmlns:a16="http://schemas.microsoft.com/office/drawing/2014/main" id="{35F207D8-E70B-8A4E-067E-E5D1FAC73A5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5907" y="5498622"/>
            <a:ext cx="593304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8892778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дин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E05E9EB-D5AC-D98C-B53E-3F85B9B60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337" y="1632261"/>
            <a:ext cx="11552188" cy="43513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F22ACE-0D0A-BEA5-FCFE-F37B70872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C500-A42B-9142-84F4-99A63C03153F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CDB0C-344B-1E5B-4780-208A39FEC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268" y="285020"/>
            <a:ext cx="7505700" cy="596901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468032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спис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E05E9EB-D5AC-D98C-B53E-3F85B9B60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337" y="1632261"/>
            <a:ext cx="5572123" cy="43513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F22ACE-0D0A-BEA5-FCFE-F37B70872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C500-A42B-9142-84F4-99A63C03153F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7E4D85A8-EB1E-C72B-CA8E-F44E171CA92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8402" y="1632261"/>
            <a:ext cx="5572123" cy="43513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B6A19DC-7043-7779-567E-4CAFF09DB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268" y="285020"/>
            <a:ext cx="7505700" cy="596901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85208148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списка с подзаголов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E05E9EB-D5AC-D98C-B53E-3F85B9B60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337" y="2139042"/>
            <a:ext cx="5572123" cy="399029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>
                <a:latin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F22ACE-0D0A-BEA5-FCFE-F37B70872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C500-A42B-9142-84F4-99A63C03153F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7E4D85A8-EB1E-C72B-CA8E-F44E171CA92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8402" y="2139042"/>
            <a:ext cx="5572123" cy="399029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>
                <a:latin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3A735643-C472-8EB6-F906-504D358E86C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68337" y="1203231"/>
            <a:ext cx="5572123" cy="80518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6B782582-3DEF-E589-EC87-D061B9F4F9C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248402" y="1203231"/>
            <a:ext cx="5572123" cy="80518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E234A7C-6DE8-261D-154A-E6C32A0CF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268" y="285020"/>
            <a:ext cx="7505700" cy="596901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2759621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ллюстрация и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8E6B659-4976-7888-22E5-B66BFAD9A6EB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BC222FB-A4DE-F276-EF66-FEF77685FA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DEE6FD"/>
              </a:clrFrom>
              <a:clrTo>
                <a:srgbClr val="DEE6FD">
                  <a:alpha val="0"/>
                </a:srgbClr>
              </a:clrTo>
            </a:clrChange>
            <a:lum bright="70000" contrast="-70000"/>
          </a:blip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86167-22D3-8195-5698-DC2917E33A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602" y="1385455"/>
            <a:ext cx="4286398" cy="190702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Короткий </a:t>
            </a:r>
            <a:br>
              <a:rPr lang="ru-RU" dirty="0"/>
            </a:br>
            <a:r>
              <a:rPr lang="ru-RU" dirty="0"/>
              <a:t>и понятный заголовок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1DD111-A15F-1F26-945E-B52D99315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1246909"/>
            <a:ext cx="5419724" cy="488242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0" i="0">
                <a:latin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</a:defRPr>
            </a:lvl2pPr>
            <a:lvl3pPr>
              <a:defRPr sz="2000" b="0" i="0">
                <a:latin typeface="Arial" panose="020B0604020202020204" pitchFamily="34" charset="0"/>
              </a:defRPr>
            </a:lvl3pPr>
            <a:lvl4pPr>
              <a:defRPr sz="1800" b="0" i="0">
                <a:latin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81DC78-3C06-A9F8-E2B5-488C3DA58BD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285602" y="3429000"/>
            <a:ext cx="4286398" cy="24399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EAA2E8-13D0-CD83-90AD-9E575F13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C500-A42B-9142-84F4-99A63C03153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939822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ллюстрация и список_ темный">
    <p:bg>
      <p:bgPr>
        <a:solidFill>
          <a:srgbClr val="4B4B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686DE8F-CE1B-25B3-0FEF-CF7DE3854412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C3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1BA9D46-6F5C-0C39-3B18-0E30D67D4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DEE6FD"/>
              </a:clrFrom>
              <a:clrTo>
                <a:srgbClr val="DEE6FD">
                  <a:alpha val="0"/>
                </a:srgbClr>
              </a:clrTo>
            </a:clrChange>
            <a:lum bright="70000" contrast="-70000"/>
          </a:blip>
          <a:srcRect/>
          <a:stretch>
            <a:fillRect/>
          </a:stretch>
        </p:blipFill>
        <p:spPr>
          <a:xfrm>
            <a:off x="0" y="-1"/>
            <a:ext cx="6096000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86167-22D3-8195-5698-DC2917E33A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602" y="1385455"/>
            <a:ext cx="4170784" cy="190702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Короткий </a:t>
            </a:r>
            <a:br>
              <a:rPr lang="ru-RU" dirty="0"/>
            </a:br>
            <a:r>
              <a:rPr lang="ru-RU" dirty="0"/>
              <a:t>и понятный заголовок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1DD111-A15F-1F26-945E-B52D99315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1246909"/>
            <a:ext cx="5419724" cy="488242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800" b="0" i="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81DC78-3C06-A9F8-E2B5-488C3DA58BD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285602" y="3429000"/>
            <a:ext cx="4170784" cy="24399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EAA2E8-13D0-CD83-90AD-9E575F13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18C500-A42B-9142-84F4-99A63C03153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41CFF56-5FD9-EBE0-8314-6DFF2A5249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79539" y="315709"/>
            <a:ext cx="506621" cy="50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13117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_рисунок сверху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5">
            <a:extLst>
              <a:ext uri="{FF2B5EF4-FFF2-40B4-BE49-F238E27FC236}">
                <a16:creationId xmlns:a16="http://schemas.microsoft.com/office/drawing/2014/main" id="{D082D86F-FEC5-5F0A-68D3-9893BC5B5AE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3814763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Заголовок 18">
            <a:extLst>
              <a:ext uri="{FF2B5EF4-FFF2-40B4-BE49-F238E27FC236}">
                <a16:creationId xmlns:a16="http://schemas.microsoft.com/office/drawing/2014/main" id="{F95D2D67-8EF0-80B6-11F6-CCBEDABD9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291" y="4179915"/>
            <a:ext cx="9454209" cy="117268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6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Финальный слайд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41ABDF03-C932-334B-BBFE-0168077BE0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289" y="5114808"/>
            <a:ext cx="6345729" cy="55161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32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7CD4DF9-F164-BAD7-C246-72CAE52BC8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6477" y="315709"/>
            <a:ext cx="506621" cy="50662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826CD2-70AB-E021-6E5F-70086D2179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3412" y="371077"/>
            <a:ext cx="961588" cy="4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478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_5">
    <p:bg>
      <p:bgPr>
        <a:solidFill>
          <a:srgbClr val="3C3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169500" y="3954823"/>
            <a:ext cx="5076760" cy="20223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71755" algn="l">
              <a:defRPr sz="6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Финальный слайд</a:t>
            </a:r>
            <a:endParaRPr lang="en-US" dirty="0"/>
          </a:p>
        </p:txBody>
      </p:sp>
      <p:sp>
        <p:nvSpPr>
          <p:cNvPr id="7" name="Рисунок 18">
            <a:extLst>
              <a:ext uri="{FF2B5EF4-FFF2-40B4-BE49-F238E27FC236}">
                <a16:creationId xmlns:a16="http://schemas.microsoft.com/office/drawing/2014/main" id="{14D48C5B-E30F-1826-CB01-D3F7C9BB05F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"/>
            <a:ext cx="12192000" cy="3815122"/>
          </a:xfrm>
        </p:spPr>
        <p:txBody>
          <a:bodyPr anchor="ctr">
            <a:normAutofit/>
          </a:bodyPr>
          <a:lstStyle>
            <a:lvl1pPr algn="ctr"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DF0A689-FA9A-DF2D-15AB-D2351BCE14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0539" y="315709"/>
            <a:ext cx="506621" cy="50662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E8C147-10F5-6CC9-E480-BAA2B86ACF6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3412" y="371077"/>
            <a:ext cx="961588" cy="4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41561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_рисунок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8"/>
          <p:cNvSpPr>
            <a:spLocks noGrp="1"/>
          </p:cNvSpPr>
          <p:nvPr>
            <p:ph type="pic" sz="quarter" idx="12"/>
          </p:nvPr>
        </p:nvSpPr>
        <p:spPr>
          <a:xfrm>
            <a:off x="6096000" y="1"/>
            <a:ext cx="6096000" cy="6857999"/>
          </a:xfrm>
        </p:spPr>
        <p:txBody>
          <a:bodyPr anchor="ctr">
            <a:normAutofit/>
          </a:bodyPr>
          <a:lstStyle>
            <a:lvl1pPr algn="ctr">
              <a:defRPr sz="1800" b="0" i="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190500" y="2637221"/>
            <a:ext cx="5076760" cy="1803680"/>
          </a:xfrm>
          <a:prstGeom prst="rect">
            <a:avLst/>
          </a:prstGeom>
        </p:spPr>
        <p:txBody>
          <a:bodyPr anchor="b">
            <a:noAutofit/>
          </a:bodyPr>
          <a:lstStyle>
            <a:lvl1pPr marL="71755" algn="l">
              <a:defRPr sz="5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Финальный слайд</a:t>
            </a:r>
            <a:endParaRPr lang="en-US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98F742A-C1B2-9A24-CBF1-ADE3B8900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6477" y="315709"/>
            <a:ext cx="506621" cy="506621"/>
          </a:xfrm>
          <a:prstGeom prst="rect">
            <a:avLst/>
          </a:prstGeom>
        </p:spPr>
      </p:pic>
      <p:sp>
        <p:nvSpPr>
          <p:cNvPr id="2" name="Текст 9">
            <a:extLst>
              <a:ext uri="{FF2B5EF4-FFF2-40B4-BE49-F238E27FC236}">
                <a16:creationId xmlns:a16="http://schemas.microsoft.com/office/drawing/2014/main" id="{765FB48D-953C-016B-67FB-705455F437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9875" y="6146800"/>
            <a:ext cx="3819525" cy="381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513E32F-0D69-C6EB-574F-B6953DA5E7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3412" y="371077"/>
            <a:ext cx="961588" cy="4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963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_рисунок справа_темная тема">
    <p:bg>
      <p:bgPr>
        <a:solidFill>
          <a:srgbClr val="3C3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/>
          <p:nvPr userDrawn="1"/>
        </p:nvSpPr>
        <p:spPr>
          <a:xfrm>
            <a:off x="6096001" y="1"/>
            <a:ext cx="6095999" cy="6857999"/>
          </a:xfrm>
          <a:prstGeom prst="rect">
            <a:avLst/>
          </a:prstGeom>
          <a:solidFill>
            <a:srgbClr val="3C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3" name="Рисунок 18"/>
          <p:cNvSpPr>
            <a:spLocks noGrp="1"/>
          </p:cNvSpPr>
          <p:nvPr>
            <p:ph type="pic" sz="quarter" idx="12"/>
          </p:nvPr>
        </p:nvSpPr>
        <p:spPr>
          <a:xfrm>
            <a:off x="6096000" y="1"/>
            <a:ext cx="6096000" cy="6857999"/>
          </a:xfrm>
        </p:spPr>
        <p:txBody>
          <a:bodyPr anchor="ctr">
            <a:normAutofit/>
          </a:bodyPr>
          <a:lstStyle>
            <a:lvl1pPr algn="ctr"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169500" y="2686241"/>
            <a:ext cx="5076760" cy="1803680"/>
          </a:xfrm>
          <a:prstGeom prst="rect">
            <a:avLst/>
          </a:prstGeom>
        </p:spPr>
        <p:txBody>
          <a:bodyPr anchor="b">
            <a:noAutofit/>
          </a:bodyPr>
          <a:lstStyle>
            <a:lvl1pPr marL="71755" algn="l">
              <a:defRPr sz="55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Финальный слайд</a:t>
            </a:r>
            <a:endParaRPr lang="en-US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AB795F2-1237-0001-AB0B-AC1A6D41F5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0539" y="315709"/>
            <a:ext cx="506621" cy="50662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B822D0B-AFDE-57F0-F532-0B10B8FE3E5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3412" y="371077"/>
            <a:ext cx="961588" cy="4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0461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без лог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33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40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24" Type="http://schemas.openxmlformats.org/officeDocument/2006/relationships/image" Target="../media/image2.svg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4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4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1.png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5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55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9" Type="http://schemas.openxmlformats.org/officeDocument/2006/relationships/image" Target="../media/image2.sv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66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02F93523-FC27-944D-93B6-7B72785D9BD9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13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 8" hidden="1">
            <a:extLst>
              <a:ext uri="{FF2B5EF4-FFF2-40B4-BE49-F238E27FC236}">
                <a16:creationId xmlns:a16="http://schemas.microsoft.com/office/drawing/2014/main" id="{3ED09647-438D-440D-A74B-A3E9ED9F2E58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13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9ADB0-09BA-B8C9-E75C-CB2AD369FC6C}"/>
              </a:ext>
            </a:extLst>
          </p:cNvPr>
          <p:cNvSpPr txBox="1"/>
          <p:nvPr userDrawn="1"/>
        </p:nvSpPr>
        <p:spPr>
          <a:xfrm>
            <a:off x="3531476" y="1639614"/>
            <a:ext cx="92398" cy="369332"/>
          </a:xfrm>
          <a:prstGeom prst="rect">
            <a:avLst/>
          </a:prstGeom>
        </p:spPr>
        <p:txBody>
          <a:bodyPr vert="horz" wrap="none" lIns="0" tIns="45720" rIns="91440" bIns="45720" rtlCol="0">
            <a:spAutoFit/>
          </a:bodyPr>
          <a:lstStyle/>
          <a:p>
            <a:pPr algn="l"/>
            <a:endParaRPr lang="ru-RU" b="0" i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278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717" r:id="rId4"/>
    <p:sldLayoutId id="2147483666" r:id="rId5"/>
    <p:sldLayoutId id="2147483667" r:id="rId6"/>
    <p:sldLayoutId id="2147483799" r:id="rId7"/>
    <p:sldLayoutId id="2147483668" r:id="rId8"/>
    <p:sldLayoutId id="2147483805" r:id="rId9"/>
    <p:sldLayoutId id="2147483806" r:id="rId10"/>
    <p:sldLayoutId id="2147483807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0" lang="ru-RU" sz="8800" b="0" i="0" u="none" strike="noStrike" kern="1200" cap="none" spc="0" normalizeH="0" baseline="0" dirty="0">
          <a:ln>
            <a:noFill/>
          </a:ln>
          <a:solidFill>
            <a:srgbClr val="2B2D33"/>
          </a:solidFill>
          <a:effectLst/>
          <a:uLnTx/>
          <a:uFillTx/>
          <a:latin typeface="Arial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lang="x-none" sz="1200" b="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lang="x-none" sz="1200" b="1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76400" rtl="0" eaLnBrk="1" latinLnBrk="0" hangingPunct="1">
        <a:lnSpc>
          <a:spcPct val="90000"/>
        </a:lnSpc>
        <a:spcBef>
          <a:spcPts val="600"/>
        </a:spcBef>
        <a:buFont typeface="Wingdings" pitchFamily="2" charset="2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57144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7144" algn="l" defTabSz="914400" rtl="0" eaLnBrk="1" latinLnBrk="0" hangingPunct="1"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20">
          <p15:clr>
            <a:srgbClr val="E5E5E5"/>
          </p15:clr>
        </p15:guide>
        <p15:guide id="4" pos="234">
          <p15:clr>
            <a:srgbClr val="F26B43"/>
          </p15:clr>
        </p15:guide>
        <p15:guide id="5" pos="370">
          <p15:clr>
            <a:srgbClr val="E5E5E5"/>
          </p15:clr>
        </p15:guide>
        <p15:guide id="8" pos="720">
          <p15:clr>
            <a:srgbClr val="E5E5E5"/>
          </p15:clr>
        </p15:guide>
        <p15:guide id="9" pos="840">
          <p15:clr>
            <a:srgbClr val="E5E5E5"/>
          </p15:clr>
        </p15:guide>
        <p15:guide id="11" pos="1096">
          <p15:clr>
            <a:srgbClr val="E5E5E5"/>
          </p15:clr>
        </p15:guide>
        <p15:guide id="12" pos="1200">
          <p15:clr>
            <a:srgbClr val="E5E5E5"/>
          </p15:clr>
        </p15:guide>
        <p15:guide id="13" pos="1320">
          <p15:clr>
            <a:srgbClr val="E5E5E5"/>
          </p15:clr>
        </p15:guide>
        <p15:guide id="15" pos="1576">
          <p15:clr>
            <a:srgbClr val="E5E5E5"/>
          </p15:clr>
        </p15:guide>
        <p15:guide id="16" pos="1680">
          <p15:clr>
            <a:srgbClr val="E5E5E5"/>
          </p15:clr>
        </p15:guide>
        <p15:guide id="17" pos="1799">
          <p15:clr>
            <a:srgbClr val="E5E5E5"/>
          </p15:clr>
        </p15:guide>
        <p15:guide id="19" pos="2040">
          <p15:clr>
            <a:srgbClr val="E5E5E5"/>
          </p15:clr>
        </p15:guide>
        <p15:guide id="20" pos="2160">
          <p15:clr>
            <a:srgbClr val="E5E5E5"/>
          </p15:clr>
        </p15:guide>
        <p15:guide id="21" pos="2280">
          <p15:clr>
            <a:srgbClr val="E5E5E5"/>
          </p15:clr>
        </p15:guide>
        <p15:guide id="23" pos="2520">
          <p15:clr>
            <a:srgbClr val="E5E5E5"/>
          </p15:clr>
        </p15:guide>
        <p15:guide id="24" pos="2640">
          <p15:clr>
            <a:srgbClr val="E5E5E5"/>
          </p15:clr>
        </p15:guide>
        <p15:guide id="25" pos="2760">
          <p15:clr>
            <a:srgbClr val="E5E5E5"/>
          </p15:clr>
        </p15:guide>
        <p15:guide id="27" pos="3000">
          <p15:clr>
            <a:srgbClr val="E5E5E5"/>
          </p15:clr>
        </p15:guide>
        <p15:guide id="28" pos="3120">
          <p15:clr>
            <a:srgbClr val="E5E5E5"/>
          </p15:clr>
        </p15:guide>
        <p15:guide id="29" pos="3240">
          <p15:clr>
            <a:srgbClr val="E5E5E5"/>
          </p15:clr>
        </p15:guide>
        <p15:guide id="31" pos="3480">
          <p15:clr>
            <a:srgbClr val="E5E5E5"/>
          </p15:clr>
        </p15:guide>
        <p15:guide id="32" pos="3600">
          <p15:clr>
            <a:srgbClr val="E5E5E5"/>
          </p15:clr>
        </p15:guide>
        <p15:guide id="33" pos="3720">
          <p15:clr>
            <a:srgbClr val="E5E5E5"/>
          </p15:clr>
        </p15:guide>
        <p15:guide id="35" pos="3960">
          <p15:clr>
            <a:srgbClr val="E5E5E5"/>
          </p15:clr>
        </p15:guide>
        <p15:guide id="36" pos="4080">
          <p15:clr>
            <a:srgbClr val="E5E5E5"/>
          </p15:clr>
        </p15:guide>
        <p15:guide id="37" pos="4200">
          <p15:clr>
            <a:srgbClr val="E5E5E5"/>
          </p15:clr>
        </p15:guide>
        <p15:guide id="39" pos="4440">
          <p15:clr>
            <a:srgbClr val="E5E5E5"/>
          </p15:clr>
        </p15:guide>
        <p15:guide id="40" pos="4566">
          <p15:clr>
            <a:srgbClr val="E5E5E5"/>
          </p15:clr>
        </p15:guide>
        <p15:guide id="41" pos="4680">
          <p15:clr>
            <a:srgbClr val="E5E5E5"/>
          </p15:clr>
        </p15:guide>
        <p15:guide id="43" pos="4920">
          <p15:clr>
            <a:srgbClr val="E5E5E5"/>
          </p15:clr>
        </p15:guide>
        <p15:guide id="44" pos="5040">
          <p15:clr>
            <a:srgbClr val="E5E5E5"/>
          </p15:clr>
        </p15:guide>
        <p15:guide id="45" pos="5160">
          <p15:clr>
            <a:srgbClr val="E5E5E5"/>
          </p15:clr>
        </p15:guide>
        <p15:guide id="47" pos="5400">
          <p15:clr>
            <a:srgbClr val="E5E5E5"/>
          </p15:clr>
        </p15:guide>
        <p15:guide id="48" pos="5520">
          <p15:clr>
            <a:srgbClr val="E5E5E5"/>
          </p15:clr>
        </p15:guide>
        <p15:guide id="49" pos="5640">
          <p15:clr>
            <a:srgbClr val="E5E5E5"/>
          </p15:clr>
        </p15:guide>
        <p15:guide id="51" pos="5880">
          <p15:clr>
            <a:srgbClr val="E5E5E5"/>
          </p15:clr>
        </p15:guide>
        <p15:guide id="52" pos="6000">
          <p15:clr>
            <a:srgbClr val="E5E5E5"/>
          </p15:clr>
        </p15:guide>
        <p15:guide id="53" pos="6120">
          <p15:clr>
            <a:srgbClr val="E5E5E5"/>
          </p15:clr>
        </p15:guide>
        <p15:guide id="55" pos="6360">
          <p15:clr>
            <a:srgbClr val="E5E5E5"/>
          </p15:clr>
        </p15:guide>
        <p15:guide id="56" pos="6480">
          <p15:clr>
            <a:srgbClr val="E5E5E5"/>
          </p15:clr>
        </p15:guide>
        <p15:guide id="57" pos="6600">
          <p15:clr>
            <a:srgbClr val="E5E5E5"/>
          </p15:clr>
        </p15:guide>
        <p15:guide id="59" pos="6840">
          <p15:clr>
            <a:srgbClr val="E5E5E5"/>
          </p15:clr>
        </p15:guide>
        <p15:guide id="60" pos="6960">
          <p15:clr>
            <a:srgbClr val="E5E5E5"/>
          </p15:clr>
        </p15:guide>
        <p15:guide id="61" pos="7080">
          <p15:clr>
            <a:srgbClr val="E5E5E5"/>
          </p15:clr>
        </p15:guide>
        <p15:guide id="63" pos="7320">
          <p15:clr>
            <a:srgbClr val="E5E5E5"/>
          </p15:clr>
        </p15:guide>
        <p15:guide id="65" pos="3840">
          <p15:clr>
            <a:srgbClr val="F26B43"/>
          </p15:clr>
        </p15:guide>
        <p15:guide id="66" orient="horz" pos="480">
          <p15:clr>
            <a:srgbClr val="F26B43"/>
          </p15:clr>
        </p15:guide>
        <p15:guide id="67" orient="horz" pos="4320">
          <p15:clr>
            <a:srgbClr val="E5E5E5"/>
          </p15:clr>
        </p15:guide>
        <p15:guide id="68" orient="horz" pos="120">
          <p15:clr>
            <a:srgbClr val="E5E5E5"/>
          </p15:clr>
        </p15:guide>
        <p15:guide id="70" orient="horz" pos="360">
          <p15:clr>
            <a:srgbClr val="E5E5E5"/>
          </p15:clr>
        </p15:guide>
        <p15:guide id="72" orient="horz" pos="595">
          <p15:clr>
            <a:srgbClr val="E5E5E5"/>
          </p15:clr>
        </p15:guide>
        <p15:guide id="73" orient="horz" pos="720">
          <p15:clr>
            <a:srgbClr val="E5E5E5"/>
          </p15:clr>
        </p15:guide>
        <p15:guide id="74" orient="horz" pos="840">
          <p15:clr>
            <a:srgbClr val="E5E5E5"/>
          </p15:clr>
        </p15:guide>
        <p15:guide id="75" orient="horz" pos="958">
          <p15:clr>
            <a:srgbClr val="E5E5E5"/>
          </p15:clr>
        </p15:guide>
        <p15:guide id="77" orient="horz" pos="1200">
          <p15:clr>
            <a:srgbClr val="E5E5E5"/>
          </p15:clr>
        </p15:guide>
        <p15:guide id="78" orient="horz" pos="1320">
          <p15:clr>
            <a:srgbClr val="E5E5E5"/>
          </p15:clr>
        </p15:guide>
        <p15:guide id="79" orient="horz" pos="1440">
          <p15:clr>
            <a:srgbClr val="E5E5E5"/>
          </p15:clr>
        </p15:guide>
        <p15:guide id="80" orient="horz" pos="1548">
          <p15:clr>
            <a:srgbClr val="E5E5E5"/>
          </p15:clr>
        </p15:guide>
        <p15:guide id="81" orient="horz" pos="1680">
          <p15:clr>
            <a:srgbClr val="E5E5E5"/>
          </p15:clr>
        </p15:guide>
        <p15:guide id="82" orient="horz" pos="1800">
          <p15:clr>
            <a:srgbClr val="E5E5E5"/>
          </p15:clr>
        </p15:guide>
        <p15:guide id="83" orient="horz" pos="1920">
          <p15:clr>
            <a:srgbClr val="E5E5E5"/>
          </p15:clr>
        </p15:guide>
        <p15:guide id="84" orient="horz" pos="2040">
          <p15:clr>
            <a:srgbClr val="E5E5E5"/>
          </p15:clr>
        </p15:guide>
        <p15:guide id="85" orient="horz" pos="2160">
          <p15:clr>
            <a:srgbClr val="E5E5E5"/>
          </p15:clr>
        </p15:guide>
        <p15:guide id="86" orient="horz" pos="2272">
          <p15:clr>
            <a:srgbClr val="E5E5E5"/>
          </p15:clr>
        </p15:guide>
        <p15:guide id="87" orient="horz" pos="2400">
          <p15:clr>
            <a:srgbClr val="E5E5E5"/>
          </p15:clr>
        </p15:guide>
        <p15:guide id="88" orient="horz" pos="2520">
          <p15:clr>
            <a:srgbClr val="E5E5E5"/>
          </p15:clr>
        </p15:guide>
        <p15:guide id="89" orient="horz" pos="2640">
          <p15:clr>
            <a:srgbClr val="E5E5E5"/>
          </p15:clr>
        </p15:guide>
        <p15:guide id="90" orient="horz" pos="2760">
          <p15:clr>
            <a:srgbClr val="E5E5E5"/>
          </p15:clr>
        </p15:guide>
        <p15:guide id="91" orient="horz" pos="2880">
          <p15:clr>
            <a:srgbClr val="E5E5E5"/>
          </p15:clr>
        </p15:guide>
        <p15:guide id="92" orient="horz" pos="3000">
          <p15:clr>
            <a:srgbClr val="E5E5E5"/>
          </p15:clr>
        </p15:guide>
        <p15:guide id="93" orient="horz" pos="3120">
          <p15:clr>
            <a:srgbClr val="E5E5E5"/>
          </p15:clr>
        </p15:guide>
        <p15:guide id="94" orient="horz" pos="3240">
          <p15:clr>
            <a:srgbClr val="E5E5E5"/>
          </p15:clr>
        </p15:guide>
        <p15:guide id="95" orient="horz" pos="3360">
          <p15:clr>
            <a:srgbClr val="E5E5E5"/>
          </p15:clr>
        </p15:guide>
        <p15:guide id="96" orient="horz" pos="3480">
          <p15:clr>
            <a:srgbClr val="E5E5E5"/>
          </p15:clr>
        </p15:guide>
        <p15:guide id="98" orient="horz" pos="3725">
          <p15:clr>
            <a:srgbClr val="E5E5E5"/>
          </p15:clr>
        </p15:guide>
        <p15:guide id="99" orient="horz" pos="3840">
          <p15:clr>
            <a:srgbClr val="E5E5E5"/>
          </p15:clr>
        </p15:guide>
        <p15:guide id="100" orient="horz" pos="3960">
          <p15:clr>
            <a:srgbClr val="E5E5E5"/>
          </p15:clr>
        </p15:guide>
        <p15:guide id="102" orient="horz" pos="4200">
          <p15:clr>
            <a:srgbClr val="E5E5E5"/>
          </p15:clr>
        </p15:guide>
        <p15:guide id="103">
          <p15:clr>
            <a:srgbClr val="5ACBF0"/>
          </p15:clr>
        </p15:guide>
        <p15:guide id="104" pos="7680">
          <p15:clr>
            <a:srgbClr val="5ACBF0"/>
          </p15:clr>
        </p15:guide>
        <p15:guide id="105" pos="480">
          <p15:clr>
            <a:srgbClr val="5ACBF0"/>
          </p15:clr>
        </p15:guide>
        <p15:guide id="106" pos="960">
          <p15:clr>
            <a:srgbClr val="5ACBF0"/>
          </p15:clr>
        </p15:guide>
        <p15:guide id="107" pos="1440">
          <p15:clr>
            <a:srgbClr val="5ACBF0"/>
          </p15:clr>
        </p15:guide>
        <p15:guide id="108" pos="1920">
          <p15:clr>
            <a:srgbClr val="5ACBF0"/>
          </p15:clr>
        </p15:guide>
        <p15:guide id="109" pos="2400">
          <p15:clr>
            <a:srgbClr val="5ACBF0"/>
          </p15:clr>
        </p15:guide>
        <p15:guide id="110" pos="2880">
          <p15:clr>
            <a:srgbClr val="5ACBF0"/>
          </p15:clr>
        </p15:guide>
        <p15:guide id="111" pos="3360">
          <p15:clr>
            <a:srgbClr val="5ACBF0"/>
          </p15:clr>
        </p15:guide>
        <p15:guide id="113" pos="4320">
          <p15:clr>
            <a:srgbClr val="5ACBF0"/>
          </p15:clr>
        </p15:guide>
        <p15:guide id="114" pos="4800">
          <p15:clr>
            <a:srgbClr val="5ACBF0"/>
          </p15:clr>
        </p15:guide>
        <p15:guide id="115" pos="5280">
          <p15:clr>
            <a:srgbClr val="5ACBF0"/>
          </p15:clr>
        </p15:guide>
        <p15:guide id="116" pos="5760">
          <p15:clr>
            <a:srgbClr val="5ACBF0"/>
          </p15:clr>
        </p15:guide>
        <p15:guide id="117" pos="6240">
          <p15:clr>
            <a:srgbClr val="5ACBF0"/>
          </p15:clr>
        </p15:guide>
        <p15:guide id="118" pos="6720">
          <p15:clr>
            <a:srgbClr val="5ACBF0"/>
          </p15:clr>
        </p15:guide>
        <p15:guide id="119" pos="7200">
          <p15:clr>
            <a:srgbClr val="5ACBF0"/>
          </p15:clr>
        </p15:guide>
        <p15:guide id="120" orient="horz" pos="240">
          <p15:clr>
            <a:srgbClr val="5ACBF0"/>
          </p15:clr>
        </p15:guide>
        <p15:guide id="121" orient="horz" pos="1071">
          <p15:clr>
            <a:srgbClr val="E5E5E5"/>
          </p15:clr>
        </p15:guide>
        <p15:guide id="122" orient="horz" pos="4080">
          <p15:clr>
            <a:srgbClr val="5ACBF0"/>
          </p15:clr>
        </p15:guide>
        <p15:guide id="123" pos="597">
          <p15:clr>
            <a:srgbClr val="A4A3A4"/>
          </p15:clr>
        </p15:guide>
        <p15:guide id="124" pos="7446">
          <p15:clr>
            <a:srgbClr val="F26B43"/>
          </p15:clr>
        </p15:guide>
        <p15:guide id="125" pos="7540">
          <p15:clr>
            <a:srgbClr val="E5E5E5"/>
          </p15:clr>
        </p15:guide>
        <p15:guide id="126" orient="horz">
          <p15:clr>
            <a:srgbClr val="F26B43"/>
          </p15:clr>
        </p15:guide>
        <p15:guide id="127" orient="horz" pos="3612">
          <p15:clr>
            <a:srgbClr val="F26B43"/>
          </p15:clr>
        </p15:guide>
        <p15:guide id="128" orient="horz" pos="240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02F93523-FC27-944D-93B6-7B72785D9BD9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10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 8" hidden="1">
            <a:extLst>
              <a:ext uri="{FF2B5EF4-FFF2-40B4-BE49-F238E27FC236}">
                <a16:creationId xmlns:a16="http://schemas.microsoft.com/office/drawing/2014/main" id="{3ED09647-438D-440D-A74B-A3E9ED9F2E58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10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9ADB0-09BA-B8C9-E75C-CB2AD369FC6C}"/>
              </a:ext>
            </a:extLst>
          </p:cNvPr>
          <p:cNvSpPr txBox="1"/>
          <p:nvPr userDrawn="1"/>
        </p:nvSpPr>
        <p:spPr>
          <a:xfrm>
            <a:off x="3531476" y="1639614"/>
            <a:ext cx="92398" cy="369332"/>
          </a:xfrm>
          <a:prstGeom prst="rect">
            <a:avLst/>
          </a:prstGeom>
        </p:spPr>
        <p:txBody>
          <a:bodyPr vert="horz" wrap="none" lIns="0" tIns="45720" rIns="91440" bIns="45720" rtlCol="0">
            <a:spAutoFit/>
          </a:bodyPr>
          <a:lstStyle/>
          <a:p>
            <a:pPr algn="l"/>
            <a:endParaRPr lang="ru-RU" b="0" i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761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803" r:id="rId2"/>
    <p:sldLayoutId id="2147483678" r:id="rId3"/>
    <p:sldLayoutId id="2147483804" r:id="rId4"/>
    <p:sldLayoutId id="2147483674" r:id="rId5"/>
    <p:sldLayoutId id="2147483797" r:id="rId6"/>
    <p:sldLayoutId id="2147483679" r:id="rId7"/>
    <p:sldLayoutId id="2147483680" r:id="rId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0" lang="ru-RU" sz="8800" b="0" i="0" u="none" strike="noStrike" kern="1200" cap="none" spc="0" normalizeH="0" baseline="0" dirty="0">
          <a:ln>
            <a:noFill/>
          </a:ln>
          <a:solidFill>
            <a:srgbClr val="2B2D33"/>
          </a:solidFill>
          <a:effectLst/>
          <a:uLnTx/>
          <a:uFillTx/>
          <a:latin typeface="Arial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lang="x-none" sz="1200" b="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lang="x-none" sz="1200" b="1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76400" rtl="0" eaLnBrk="1" latinLnBrk="0" hangingPunct="1">
        <a:lnSpc>
          <a:spcPct val="90000"/>
        </a:lnSpc>
        <a:spcBef>
          <a:spcPts val="600"/>
        </a:spcBef>
        <a:buFont typeface="Wingdings" pitchFamily="2" charset="2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57144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7144" algn="l" defTabSz="914400" rtl="0" eaLnBrk="1" latinLnBrk="0" hangingPunct="1"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20">
          <p15:clr>
            <a:srgbClr val="E5E5E5"/>
          </p15:clr>
        </p15:guide>
        <p15:guide id="4" pos="234">
          <p15:clr>
            <a:srgbClr val="F26B43"/>
          </p15:clr>
        </p15:guide>
        <p15:guide id="5" pos="370">
          <p15:clr>
            <a:srgbClr val="E5E5E5"/>
          </p15:clr>
        </p15:guide>
        <p15:guide id="8" pos="720">
          <p15:clr>
            <a:srgbClr val="E5E5E5"/>
          </p15:clr>
        </p15:guide>
        <p15:guide id="9" pos="840">
          <p15:clr>
            <a:srgbClr val="E5E5E5"/>
          </p15:clr>
        </p15:guide>
        <p15:guide id="11" pos="1096">
          <p15:clr>
            <a:srgbClr val="E5E5E5"/>
          </p15:clr>
        </p15:guide>
        <p15:guide id="12" pos="1200">
          <p15:clr>
            <a:srgbClr val="E5E5E5"/>
          </p15:clr>
        </p15:guide>
        <p15:guide id="13" pos="1320">
          <p15:clr>
            <a:srgbClr val="E5E5E5"/>
          </p15:clr>
        </p15:guide>
        <p15:guide id="15" pos="1576">
          <p15:clr>
            <a:srgbClr val="E5E5E5"/>
          </p15:clr>
        </p15:guide>
        <p15:guide id="16" pos="1680">
          <p15:clr>
            <a:srgbClr val="E5E5E5"/>
          </p15:clr>
        </p15:guide>
        <p15:guide id="17" pos="1799">
          <p15:clr>
            <a:srgbClr val="E5E5E5"/>
          </p15:clr>
        </p15:guide>
        <p15:guide id="19" pos="2040">
          <p15:clr>
            <a:srgbClr val="E5E5E5"/>
          </p15:clr>
        </p15:guide>
        <p15:guide id="20" pos="2160">
          <p15:clr>
            <a:srgbClr val="E5E5E5"/>
          </p15:clr>
        </p15:guide>
        <p15:guide id="21" pos="2280">
          <p15:clr>
            <a:srgbClr val="E5E5E5"/>
          </p15:clr>
        </p15:guide>
        <p15:guide id="23" pos="2520">
          <p15:clr>
            <a:srgbClr val="E5E5E5"/>
          </p15:clr>
        </p15:guide>
        <p15:guide id="24" pos="2640">
          <p15:clr>
            <a:srgbClr val="E5E5E5"/>
          </p15:clr>
        </p15:guide>
        <p15:guide id="25" pos="2760">
          <p15:clr>
            <a:srgbClr val="E5E5E5"/>
          </p15:clr>
        </p15:guide>
        <p15:guide id="27" pos="3000">
          <p15:clr>
            <a:srgbClr val="E5E5E5"/>
          </p15:clr>
        </p15:guide>
        <p15:guide id="28" pos="3120">
          <p15:clr>
            <a:srgbClr val="E5E5E5"/>
          </p15:clr>
        </p15:guide>
        <p15:guide id="29" pos="3240">
          <p15:clr>
            <a:srgbClr val="E5E5E5"/>
          </p15:clr>
        </p15:guide>
        <p15:guide id="31" pos="3480">
          <p15:clr>
            <a:srgbClr val="E5E5E5"/>
          </p15:clr>
        </p15:guide>
        <p15:guide id="32" pos="3600">
          <p15:clr>
            <a:srgbClr val="E5E5E5"/>
          </p15:clr>
        </p15:guide>
        <p15:guide id="33" pos="3720">
          <p15:clr>
            <a:srgbClr val="E5E5E5"/>
          </p15:clr>
        </p15:guide>
        <p15:guide id="35" pos="3960">
          <p15:clr>
            <a:srgbClr val="E5E5E5"/>
          </p15:clr>
        </p15:guide>
        <p15:guide id="36" pos="4080">
          <p15:clr>
            <a:srgbClr val="E5E5E5"/>
          </p15:clr>
        </p15:guide>
        <p15:guide id="37" pos="4200">
          <p15:clr>
            <a:srgbClr val="E5E5E5"/>
          </p15:clr>
        </p15:guide>
        <p15:guide id="39" pos="4440">
          <p15:clr>
            <a:srgbClr val="E5E5E5"/>
          </p15:clr>
        </p15:guide>
        <p15:guide id="40" pos="4566">
          <p15:clr>
            <a:srgbClr val="E5E5E5"/>
          </p15:clr>
        </p15:guide>
        <p15:guide id="41" pos="4680">
          <p15:clr>
            <a:srgbClr val="E5E5E5"/>
          </p15:clr>
        </p15:guide>
        <p15:guide id="43" pos="4920">
          <p15:clr>
            <a:srgbClr val="E5E5E5"/>
          </p15:clr>
        </p15:guide>
        <p15:guide id="44" pos="5040">
          <p15:clr>
            <a:srgbClr val="E5E5E5"/>
          </p15:clr>
        </p15:guide>
        <p15:guide id="45" pos="5160">
          <p15:clr>
            <a:srgbClr val="E5E5E5"/>
          </p15:clr>
        </p15:guide>
        <p15:guide id="47" pos="5400">
          <p15:clr>
            <a:srgbClr val="E5E5E5"/>
          </p15:clr>
        </p15:guide>
        <p15:guide id="48" pos="5520">
          <p15:clr>
            <a:srgbClr val="E5E5E5"/>
          </p15:clr>
        </p15:guide>
        <p15:guide id="49" pos="5640">
          <p15:clr>
            <a:srgbClr val="E5E5E5"/>
          </p15:clr>
        </p15:guide>
        <p15:guide id="51" pos="5880">
          <p15:clr>
            <a:srgbClr val="E5E5E5"/>
          </p15:clr>
        </p15:guide>
        <p15:guide id="52" pos="6000">
          <p15:clr>
            <a:srgbClr val="E5E5E5"/>
          </p15:clr>
        </p15:guide>
        <p15:guide id="53" pos="6120">
          <p15:clr>
            <a:srgbClr val="E5E5E5"/>
          </p15:clr>
        </p15:guide>
        <p15:guide id="55" pos="6360">
          <p15:clr>
            <a:srgbClr val="E5E5E5"/>
          </p15:clr>
        </p15:guide>
        <p15:guide id="56" pos="6480">
          <p15:clr>
            <a:srgbClr val="E5E5E5"/>
          </p15:clr>
        </p15:guide>
        <p15:guide id="57" pos="6600">
          <p15:clr>
            <a:srgbClr val="E5E5E5"/>
          </p15:clr>
        </p15:guide>
        <p15:guide id="59" pos="6840">
          <p15:clr>
            <a:srgbClr val="E5E5E5"/>
          </p15:clr>
        </p15:guide>
        <p15:guide id="60" pos="6960">
          <p15:clr>
            <a:srgbClr val="E5E5E5"/>
          </p15:clr>
        </p15:guide>
        <p15:guide id="61" pos="7080">
          <p15:clr>
            <a:srgbClr val="E5E5E5"/>
          </p15:clr>
        </p15:guide>
        <p15:guide id="63" pos="7320">
          <p15:clr>
            <a:srgbClr val="E5E5E5"/>
          </p15:clr>
        </p15:guide>
        <p15:guide id="65" pos="3840">
          <p15:clr>
            <a:srgbClr val="F26B43"/>
          </p15:clr>
        </p15:guide>
        <p15:guide id="66" orient="horz" pos="480">
          <p15:clr>
            <a:srgbClr val="F26B43"/>
          </p15:clr>
        </p15:guide>
        <p15:guide id="67" orient="horz" pos="4320">
          <p15:clr>
            <a:srgbClr val="E5E5E5"/>
          </p15:clr>
        </p15:guide>
        <p15:guide id="68" orient="horz" pos="120">
          <p15:clr>
            <a:srgbClr val="E5E5E5"/>
          </p15:clr>
        </p15:guide>
        <p15:guide id="70" orient="horz" pos="360">
          <p15:clr>
            <a:srgbClr val="E5E5E5"/>
          </p15:clr>
        </p15:guide>
        <p15:guide id="72" orient="horz" pos="595">
          <p15:clr>
            <a:srgbClr val="E5E5E5"/>
          </p15:clr>
        </p15:guide>
        <p15:guide id="73" orient="horz" pos="720">
          <p15:clr>
            <a:srgbClr val="E5E5E5"/>
          </p15:clr>
        </p15:guide>
        <p15:guide id="74" orient="horz" pos="840">
          <p15:clr>
            <a:srgbClr val="E5E5E5"/>
          </p15:clr>
        </p15:guide>
        <p15:guide id="75" orient="horz" pos="958">
          <p15:clr>
            <a:srgbClr val="E5E5E5"/>
          </p15:clr>
        </p15:guide>
        <p15:guide id="77" orient="horz" pos="1200">
          <p15:clr>
            <a:srgbClr val="E5E5E5"/>
          </p15:clr>
        </p15:guide>
        <p15:guide id="78" orient="horz" pos="1320">
          <p15:clr>
            <a:srgbClr val="E5E5E5"/>
          </p15:clr>
        </p15:guide>
        <p15:guide id="79" orient="horz" pos="1440">
          <p15:clr>
            <a:srgbClr val="E5E5E5"/>
          </p15:clr>
        </p15:guide>
        <p15:guide id="80" orient="horz" pos="1548">
          <p15:clr>
            <a:srgbClr val="E5E5E5"/>
          </p15:clr>
        </p15:guide>
        <p15:guide id="81" orient="horz" pos="1680">
          <p15:clr>
            <a:srgbClr val="E5E5E5"/>
          </p15:clr>
        </p15:guide>
        <p15:guide id="82" orient="horz" pos="1800">
          <p15:clr>
            <a:srgbClr val="E5E5E5"/>
          </p15:clr>
        </p15:guide>
        <p15:guide id="83" orient="horz" pos="1920">
          <p15:clr>
            <a:srgbClr val="E5E5E5"/>
          </p15:clr>
        </p15:guide>
        <p15:guide id="84" orient="horz" pos="2040">
          <p15:clr>
            <a:srgbClr val="E5E5E5"/>
          </p15:clr>
        </p15:guide>
        <p15:guide id="85" orient="horz" pos="2160">
          <p15:clr>
            <a:srgbClr val="E5E5E5"/>
          </p15:clr>
        </p15:guide>
        <p15:guide id="86" orient="horz" pos="2272">
          <p15:clr>
            <a:srgbClr val="E5E5E5"/>
          </p15:clr>
        </p15:guide>
        <p15:guide id="87" orient="horz" pos="2400">
          <p15:clr>
            <a:srgbClr val="E5E5E5"/>
          </p15:clr>
        </p15:guide>
        <p15:guide id="88" orient="horz" pos="2520">
          <p15:clr>
            <a:srgbClr val="E5E5E5"/>
          </p15:clr>
        </p15:guide>
        <p15:guide id="89" orient="horz" pos="2640">
          <p15:clr>
            <a:srgbClr val="E5E5E5"/>
          </p15:clr>
        </p15:guide>
        <p15:guide id="90" orient="horz" pos="2760">
          <p15:clr>
            <a:srgbClr val="E5E5E5"/>
          </p15:clr>
        </p15:guide>
        <p15:guide id="91" orient="horz" pos="2880">
          <p15:clr>
            <a:srgbClr val="E5E5E5"/>
          </p15:clr>
        </p15:guide>
        <p15:guide id="92" orient="horz" pos="3000">
          <p15:clr>
            <a:srgbClr val="E5E5E5"/>
          </p15:clr>
        </p15:guide>
        <p15:guide id="93" orient="horz" pos="3120">
          <p15:clr>
            <a:srgbClr val="E5E5E5"/>
          </p15:clr>
        </p15:guide>
        <p15:guide id="94" orient="horz" pos="3240">
          <p15:clr>
            <a:srgbClr val="E5E5E5"/>
          </p15:clr>
        </p15:guide>
        <p15:guide id="95" orient="horz" pos="3360">
          <p15:clr>
            <a:srgbClr val="E5E5E5"/>
          </p15:clr>
        </p15:guide>
        <p15:guide id="96" orient="horz" pos="3480">
          <p15:clr>
            <a:srgbClr val="E5E5E5"/>
          </p15:clr>
        </p15:guide>
        <p15:guide id="98" orient="horz" pos="3725">
          <p15:clr>
            <a:srgbClr val="E5E5E5"/>
          </p15:clr>
        </p15:guide>
        <p15:guide id="99" orient="horz" pos="3840">
          <p15:clr>
            <a:srgbClr val="E5E5E5"/>
          </p15:clr>
        </p15:guide>
        <p15:guide id="100" orient="horz" pos="3960">
          <p15:clr>
            <a:srgbClr val="E5E5E5"/>
          </p15:clr>
        </p15:guide>
        <p15:guide id="102" orient="horz" pos="4200">
          <p15:clr>
            <a:srgbClr val="E5E5E5"/>
          </p15:clr>
        </p15:guide>
        <p15:guide id="103">
          <p15:clr>
            <a:srgbClr val="5ACBF0"/>
          </p15:clr>
        </p15:guide>
        <p15:guide id="104" pos="7680">
          <p15:clr>
            <a:srgbClr val="5ACBF0"/>
          </p15:clr>
        </p15:guide>
        <p15:guide id="105" pos="480">
          <p15:clr>
            <a:srgbClr val="5ACBF0"/>
          </p15:clr>
        </p15:guide>
        <p15:guide id="106" pos="960">
          <p15:clr>
            <a:srgbClr val="5ACBF0"/>
          </p15:clr>
        </p15:guide>
        <p15:guide id="107" pos="1440">
          <p15:clr>
            <a:srgbClr val="5ACBF0"/>
          </p15:clr>
        </p15:guide>
        <p15:guide id="108" pos="1920">
          <p15:clr>
            <a:srgbClr val="5ACBF0"/>
          </p15:clr>
        </p15:guide>
        <p15:guide id="109" pos="2400">
          <p15:clr>
            <a:srgbClr val="5ACBF0"/>
          </p15:clr>
        </p15:guide>
        <p15:guide id="110" pos="2880">
          <p15:clr>
            <a:srgbClr val="5ACBF0"/>
          </p15:clr>
        </p15:guide>
        <p15:guide id="111" pos="3360">
          <p15:clr>
            <a:srgbClr val="5ACBF0"/>
          </p15:clr>
        </p15:guide>
        <p15:guide id="113" pos="4320">
          <p15:clr>
            <a:srgbClr val="5ACBF0"/>
          </p15:clr>
        </p15:guide>
        <p15:guide id="114" pos="4800">
          <p15:clr>
            <a:srgbClr val="5ACBF0"/>
          </p15:clr>
        </p15:guide>
        <p15:guide id="115" pos="5280">
          <p15:clr>
            <a:srgbClr val="5ACBF0"/>
          </p15:clr>
        </p15:guide>
        <p15:guide id="116" pos="5760">
          <p15:clr>
            <a:srgbClr val="5ACBF0"/>
          </p15:clr>
        </p15:guide>
        <p15:guide id="117" pos="6240">
          <p15:clr>
            <a:srgbClr val="5ACBF0"/>
          </p15:clr>
        </p15:guide>
        <p15:guide id="118" pos="6720">
          <p15:clr>
            <a:srgbClr val="5ACBF0"/>
          </p15:clr>
        </p15:guide>
        <p15:guide id="119" pos="7200">
          <p15:clr>
            <a:srgbClr val="5ACBF0"/>
          </p15:clr>
        </p15:guide>
        <p15:guide id="120" orient="horz" pos="240">
          <p15:clr>
            <a:srgbClr val="5ACBF0"/>
          </p15:clr>
        </p15:guide>
        <p15:guide id="121" orient="horz" pos="1071">
          <p15:clr>
            <a:srgbClr val="E5E5E5"/>
          </p15:clr>
        </p15:guide>
        <p15:guide id="122" orient="horz" pos="4080">
          <p15:clr>
            <a:srgbClr val="5ACBF0"/>
          </p15:clr>
        </p15:guide>
        <p15:guide id="123" pos="597">
          <p15:clr>
            <a:srgbClr val="A4A3A4"/>
          </p15:clr>
        </p15:guide>
        <p15:guide id="124" pos="7446">
          <p15:clr>
            <a:srgbClr val="F26B43"/>
          </p15:clr>
        </p15:guide>
        <p15:guide id="125" pos="7540">
          <p15:clr>
            <a:srgbClr val="E5E5E5"/>
          </p15:clr>
        </p15:guide>
        <p15:guide id="126" orient="horz">
          <p15:clr>
            <a:srgbClr val="F26B43"/>
          </p15:clr>
        </p15:guide>
        <p15:guide id="127" orient="horz" pos="3612">
          <p15:clr>
            <a:srgbClr val="F26B43"/>
          </p15:clr>
        </p15:guide>
        <p15:guide id="128" orient="horz" pos="240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02F93523-FC27-944D-93B6-7B72785D9BD9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23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 8" hidden="1">
            <a:extLst>
              <a:ext uri="{FF2B5EF4-FFF2-40B4-BE49-F238E27FC236}">
                <a16:creationId xmlns:a16="http://schemas.microsoft.com/office/drawing/2014/main" id="{3ED09647-438D-440D-A74B-A3E9ED9F2E58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23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9ADB0-09BA-B8C9-E75C-CB2AD369FC6C}"/>
              </a:ext>
            </a:extLst>
          </p:cNvPr>
          <p:cNvSpPr txBox="1"/>
          <p:nvPr userDrawn="1"/>
        </p:nvSpPr>
        <p:spPr>
          <a:xfrm>
            <a:off x="3531476" y="1639614"/>
            <a:ext cx="92398" cy="369332"/>
          </a:xfrm>
          <a:prstGeom prst="rect">
            <a:avLst/>
          </a:prstGeom>
        </p:spPr>
        <p:txBody>
          <a:bodyPr vert="horz" wrap="none" lIns="0" tIns="45720" rIns="9144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1288FDD8-F341-5E30-8211-D87AC350E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29C6B071-A618-222C-8019-94D049EC3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51275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80" r:id="rId3"/>
    <p:sldLayoutId id="2147483686" r:id="rId4"/>
    <p:sldLayoutId id="2147483688" r:id="rId5"/>
    <p:sldLayoutId id="2147483689" r:id="rId6"/>
    <p:sldLayoutId id="2147483690" r:id="rId7"/>
    <p:sldLayoutId id="2147483691" r:id="rId8"/>
    <p:sldLayoutId id="2147483798" r:id="rId9"/>
    <p:sldLayoutId id="2147483692" r:id="rId10"/>
    <p:sldLayoutId id="2147483738" r:id="rId11"/>
    <p:sldLayoutId id="2147483693" r:id="rId12"/>
    <p:sldLayoutId id="2147483694" r:id="rId13"/>
    <p:sldLayoutId id="2147483695" r:id="rId14"/>
    <p:sldLayoutId id="2147483682" r:id="rId15"/>
    <p:sldLayoutId id="2147483800" r:id="rId16"/>
    <p:sldLayoutId id="2147483745" r:id="rId17"/>
    <p:sldLayoutId id="2147483746" r:id="rId18"/>
    <p:sldLayoutId id="2147483698" r:id="rId19"/>
    <p:sldLayoutId id="2147483699" r:id="rId20"/>
    <p:sldLayoutId id="2147483801" r:id="rId2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ru-RU" sz="4000" b="0" i="0" u="none" strike="noStrike" kern="1200" cap="none" spc="0" normalizeH="0" baseline="0" dirty="0">
          <a:ln>
            <a:noFill/>
          </a:ln>
          <a:solidFill>
            <a:srgbClr val="2B2D33"/>
          </a:solidFill>
          <a:effectLst/>
          <a:uLnTx/>
          <a:uFillTx/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lang="x-none" sz="1200" b="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lang="x-none" sz="1200" b="1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76400" rtl="0" eaLnBrk="1" latinLnBrk="0" hangingPunct="1">
        <a:lnSpc>
          <a:spcPct val="90000"/>
        </a:lnSpc>
        <a:spcBef>
          <a:spcPts val="600"/>
        </a:spcBef>
        <a:buFont typeface="Wingdings" pitchFamily="2" charset="2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57144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7144" algn="l" defTabSz="914400" rtl="0" eaLnBrk="1" latinLnBrk="0" hangingPunct="1"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20">
          <p15:clr>
            <a:srgbClr val="E5E5E5"/>
          </p15:clr>
        </p15:guide>
        <p15:guide id="4" pos="257">
          <p15:clr>
            <a:srgbClr val="F26B43"/>
          </p15:clr>
        </p15:guide>
        <p15:guide id="5" pos="393">
          <p15:clr>
            <a:srgbClr val="E5E5E5"/>
          </p15:clr>
        </p15:guide>
        <p15:guide id="8" pos="688" userDrawn="1">
          <p15:clr>
            <a:srgbClr val="E5E5E5"/>
          </p15:clr>
        </p15:guide>
        <p15:guide id="9" pos="840">
          <p15:clr>
            <a:srgbClr val="E5E5E5"/>
          </p15:clr>
        </p15:guide>
        <p15:guide id="11" pos="1096">
          <p15:clr>
            <a:srgbClr val="E5E5E5"/>
          </p15:clr>
        </p15:guide>
        <p15:guide id="12" pos="1200">
          <p15:clr>
            <a:srgbClr val="E5E5E5"/>
          </p15:clr>
        </p15:guide>
        <p15:guide id="13" pos="1320">
          <p15:clr>
            <a:srgbClr val="E5E5E5"/>
          </p15:clr>
        </p15:guide>
        <p15:guide id="15" pos="1576">
          <p15:clr>
            <a:srgbClr val="E5E5E5"/>
          </p15:clr>
        </p15:guide>
        <p15:guide id="16" pos="1680">
          <p15:clr>
            <a:srgbClr val="E5E5E5"/>
          </p15:clr>
        </p15:guide>
        <p15:guide id="17" pos="1799">
          <p15:clr>
            <a:srgbClr val="E5E5E5"/>
          </p15:clr>
        </p15:guide>
        <p15:guide id="19" pos="2040">
          <p15:clr>
            <a:srgbClr val="E5E5E5"/>
          </p15:clr>
        </p15:guide>
        <p15:guide id="20" pos="2160">
          <p15:clr>
            <a:srgbClr val="E5E5E5"/>
          </p15:clr>
        </p15:guide>
        <p15:guide id="21" pos="2252">
          <p15:clr>
            <a:srgbClr val="E5E5E5"/>
          </p15:clr>
        </p15:guide>
        <p15:guide id="23" pos="2520">
          <p15:clr>
            <a:srgbClr val="E5E5E5"/>
          </p15:clr>
        </p15:guide>
        <p15:guide id="24" pos="2640">
          <p15:clr>
            <a:srgbClr val="E5E5E5"/>
          </p15:clr>
        </p15:guide>
        <p15:guide id="25" pos="2760">
          <p15:clr>
            <a:srgbClr val="E5E5E5"/>
          </p15:clr>
        </p15:guide>
        <p15:guide id="27" pos="3000">
          <p15:clr>
            <a:srgbClr val="E5E5E5"/>
          </p15:clr>
        </p15:guide>
        <p15:guide id="28" pos="3120">
          <p15:clr>
            <a:srgbClr val="E5E5E5"/>
          </p15:clr>
        </p15:guide>
        <p15:guide id="29" pos="3240">
          <p15:clr>
            <a:srgbClr val="E5E5E5"/>
          </p15:clr>
        </p15:guide>
        <p15:guide id="31" pos="3480">
          <p15:clr>
            <a:srgbClr val="E5E5E5"/>
          </p15:clr>
        </p15:guide>
        <p15:guide id="32" pos="3600">
          <p15:clr>
            <a:srgbClr val="E5E5E5"/>
          </p15:clr>
        </p15:guide>
        <p15:guide id="33" pos="3720">
          <p15:clr>
            <a:srgbClr val="E5E5E5"/>
          </p15:clr>
        </p15:guide>
        <p15:guide id="35" pos="3960">
          <p15:clr>
            <a:srgbClr val="E5E5E5"/>
          </p15:clr>
        </p15:guide>
        <p15:guide id="36" pos="4080">
          <p15:clr>
            <a:srgbClr val="E5E5E5"/>
          </p15:clr>
        </p15:guide>
        <p15:guide id="37" pos="4200">
          <p15:clr>
            <a:srgbClr val="E5E5E5"/>
          </p15:clr>
        </p15:guide>
        <p15:guide id="39" pos="4440">
          <p15:clr>
            <a:srgbClr val="E5E5E5"/>
          </p15:clr>
        </p15:guide>
        <p15:guide id="40" pos="4566">
          <p15:clr>
            <a:srgbClr val="E5E5E5"/>
          </p15:clr>
        </p15:guide>
        <p15:guide id="41" pos="4680">
          <p15:clr>
            <a:srgbClr val="E5E5E5"/>
          </p15:clr>
        </p15:guide>
        <p15:guide id="43" pos="4920">
          <p15:clr>
            <a:srgbClr val="E5E5E5"/>
          </p15:clr>
        </p15:guide>
        <p15:guide id="44" pos="5040">
          <p15:clr>
            <a:srgbClr val="E5E5E5"/>
          </p15:clr>
        </p15:guide>
        <p15:guide id="45" pos="5160">
          <p15:clr>
            <a:srgbClr val="E5E5E5"/>
          </p15:clr>
        </p15:guide>
        <p15:guide id="47" pos="5428">
          <p15:clr>
            <a:srgbClr val="E5E5E5"/>
          </p15:clr>
        </p15:guide>
        <p15:guide id="48" pos="5520">
          <p15:clr>
            <a:srgbClr val="E5E5E5"/>
          </p15:clr>
        </p15:guide>
        <p15:guide id="49" pos="5640">
          <p15:clr>
            <a:srgbClr val="E5E5E5"/>
          </p15:clr>
        </p15:guide>
        <p15:guide id="51" pos="5880">
          <p15:clr>
            <a:srgbClr val="E5E5E5"/>
          </p15:clr>
        </p15:guide>
        <p15:guide id="52" pos="6000">
          <p15:clr>
            <a:srgbClr val="E5E5E5"/>
          </p15:clr>
        </p15:guide>
        <p15:guide id="53" pos="6120">
          <p15:clr>
            <a:srgbClr val="E5E5E5"/>
          </p15:clr>
        </p15:guide>
        <p15:guide id="55" pos="6360">
          <p15:clr>
            <a:srgbClr val="E5E5E5"/>
          </p15:clr>
        </p15:guide>
        <p15:guide id="56" pos="6480">
          <p15:clr>
            <a:srgbClr val="E5E5E5"/>
          </p15:clr>
        </p15:guide>
        <p15:guide id="57" pos="6600">
          <p15:clr>
            <a:srgbClr val="E5E5E5"/>
          </p15:clr>
        </p15:guide>
        <p15:guide id="59" pos="6840">
          <p15:clr>
            <a:srgbClr val="E5E5E5"/>
          </p15:clr>
        </p15:guide>
        <p15:guide id="60" pos="6960">
          <p15:clr>
            <a:srgbClr val="E5E5E5"/>
          </p15:clr>
        </p15:guide>
        <p15:guide id="61" pos="7080">
          <p15:clr>
            <a:srgbClr val="E5E5E5"/>
          </p15:clr>
        </p15:guide>
        <p15:guide id="63" pos="7320">
          <p15:clr>
            <a:srgbClr val="E5E5E5"/>
          </p15:clr>
        </p15:guide>
        <p15:guide id="65" pos="3840">
          <p15:clr>
            <a:srgbClr val="F26B43"/>
          </p15:clr>
        </p15:guide>
        <p15:guide id="66" orient="horz" pos="482">
          <p15:clr>
            <a:srgbClr val="F26B43"/>
          </p15:clr>
        </p15:guide>
        <p15:guide id="67" orient="horz" pos="4320">
          <p15:clr>
            <a:srgbClr val="E5E5E5"/>
          </p15:clr>
        </p15:guide>
        <p15:guide id="68" orient="horz" pos="120">
          <p15:clr>
            <a:srgbClr val="E5E5E5"/>
          </p15:clr>
        </p15:guide>
        <p15:guide id="70" orient="horz" pos="360">
          <p15:clr>
            <a:srgbClr val="E5E5E5"/>
          </p15:clr>
        </p15:guide>
        <p15:guide id="71" orient="horz" pos="480">
          <p15:clr>
            <a:srgbClr val="E5E5E5"/>
          </p15:clr>
        </p15:guide>
        <p15:guide id="72" orient="horz" pos="595">
          <p15:clr>
            <a:srgbClr val="E5E5E5"/>
          </p15:clr>
        </p15:guide>
        <p15:guide id="73" orient="horz" pos="720">
          <p15:clr>
            <a:srgbClr val="E5E5E5"/>
          </p15:clr>
        </p15:guide>
        <p15:guide id="74" orient="horz" pos="840">
          <p15:clr>
            <a:srgbClr val="E5E5E5"/>
          </p15:clr>
        </p15:guide>
        <p15:guide id="75" orient="horz" pos="958">
          <p15:clr>
            <a:srgbClr val="E5E5E5"/>
          </p15:clr>
        </p15:guide>
        <p15:guide id="77" orient="horz" pos="1200">
          <p15:clr>
            <a:srgbClr val="E5E5E5"/>
          </p15:clr>
        </p15:guide>
        <p15:guide id="78" orient="horz" pos="1320">
          <p15:clr>
            <a:srgbClr val="E5E5E5"/>
          </p15:clr>
        </p15:guide>
        <p15:guide id="79" orient="horz" pos="1440">
          <p15:clr>
            <a:srgbClr val="E5E5E5"/>
          </p15:clr>
        </p15:guide>
        <p15:guide id="80" orient="horz" pos="1548">
          <p15:clr>
            <a:srgbClr val="E5E5E5"/>
          </p15:clr>
        </p15:guide>
        <p15:guide id="81" orient="horz" pos="1680">
          <p15:clr>
            <a:srgbClr val="E5E5E5"/>
          </p15:clr>
        </p15:guide>
        <p15:guide id="82" orient="horz" pos="1800">
          <p15:clr>
            <a:srgbClr val="E5E5E5"/>
          </p15:clr>
        </p15:guide>
        <p15:guide id="83" orient="horz" pos="1920">
          <p15:clr>
            <a:srgbClr val="E5E5E5"/>
          </p15:clr>
        </p15:guide>
        <p15:guide id="84" orient="horz" pos="2040">
          <p15:clr>
            <a:srgbClr val="E5E5E5"/>
          </p15:clr>
        </p15:guide>
        <p15:guide id="85" orient="horz" pos="2160">
          <p15:clr>
            <a:srgbClr val="E5E5E5"/>
          </p15:clr>
        </p15:guide>
        <p15:guide id="86" orient="horz" pos="2272">
          <p15:clr>
            <a:srgbClr val="E5E5E5"/>
          </p15:clr>
        </p15:guide>
        <p15:guide id="87" orient="horz" pos="2400">
          <p15:clr>
            <a:srgbClr val="E5E5E5"/>
          </p15:clr>
        </p15:guide>
        <p15:guide id="88" orient="horz" pos="2520">
          <p15:clr>
            <a:srgbClr val="E5E5E5"/>
          </p15:clr>
        </p15:guide>
        <p15:guide id="89" orient="horz" pos="2640">
          <p15:clr>
            <a:srgbClr val="E5E5E5"/>
          </p15:clr>
        </p15:guide>
        <p15:guide id="90" orient="horz" pos="2760">
          <p15:clr>
            <a:srgbClr val="E5E5E5"/>
          </p15:clr>
        </p15:guide>
        <p15:guide id="91" orient="horz" pos="2880">
          <p15:clr>
            <a:srgbClr val="E5E5E5"/>
          </p15:clr>
        </p15:guide>
        <p15:guide id="92" orient="horz" pos="3000">
          <p15:clr>
            <a:srgbClr val="E5E5E5"/>
          </p15:clr>
        </p15:guide>
        <p15:guide id="93" orient="horz" pos="3120">
          <p15:clr>
            <a:srgbClr val="E5E5E5"/>
          </p15:clr>
        </p15:guide>
        <p15:guide id="94" orient="horz" pos="3240">
          <p15:clr>
            <a:srgbClr val="E5E5E5"/>
          </p15:clr>
        </p15:guide>
        <p15:guide id="95" orient="horz" pos="3360">
          <p15:clr>
            <a:srgbClr val="E5E5E5"/>
          </p15:clr>
        </p15:guide>
        <p15:guide id="96" orient="horz" pos="3480">
          <p15:clr>
            <a:srgbClr val="E5E5E5"/>
          </p15:clr>
        </p15:guide>
        <p15:guide id="98" orient="horz" pos="3725">
          <p15:clr>
            <a:srgbClr val="E5E5E5"/>
          </p15:clr>
        </p15:guide>
        <p15:guide id="99" orient="horz" pos="3840">
          <p15:clr>
            <a:srgbClr val="E5E5E5"/>
          </p15:clr>
        </p15:guide>
        <p15:guide id="100" orient="horz" pos="3960">
          <p15:clr>
            <a:srgbClr val="E5E5E5"/>
          </p15:clr>
        </p15:guide>
        <p15:guide id="102" orient="horz" pos="4200">
          <p15:clr>
            <a:srgbClr val="E5E5E5"/>
          </p15:clr>
        </p15:guide>
        <p15:guide id="104" pos="7680">
          <p15:clr>
            <a:srgbClr val="5ACBF0"/>
          </p15:clr>
        </p15:guide>
        <p15:guide id="105">
          <p15:clr>
            <a:srgbClr val="5ACBF0"/>
          </p15:clr>
        </p15:guide>
        <p15:guide id="106" pos="960">
          <p15:clr>
            <a:srgbClr val="5ACBF0"/>
          </p15:clr>
        </p15:guide>
        <p15:guide id="107" pos="1440">
          <p15:clr>
            <a:srgbClr val="5ACBF0"/>
          </p15:clr>
        </p15:guide>
        <p15:guide id="108" pos="1920">
          <p15:clr>
            <a:srgbClr val="5ACBF0"/>
          </p15:clr>
        </p15:guide>
        <p15:guide id="109" pos="2400">
          <p15:clr>
            <a:srgbClr val="5ACBF0"/>
          </p15:clr>
        </p15:guide>
        <p15:guide id="110" pos="2880">
          <p15:clr>
            <a:srgbClr val="5ACBF0"/>
          </p15:clr>
        </p15:guide>
        <p15:guide id="111" pos="3360">
          <p15:clr>
            <a:srgbClr val="5ACBF0"/>
          </p15:clr>
        </p15:guide>
        <p15:guide id="113" pos="4320">
          <p15:clr>
            <a:srgbClr val="5ACBF0"/>
          </p15:clr>
        </p15:guide>
        <p15:guide id="114" pos="4800">
          <p15:clr>
            <a:srgbClr val="5ACBF0"/>
          </p15:clr>
        </p15:guide>
        <p15:guide id="115" pos="5269">
          <p15:clr>
            <a:srgbClr val="5ACBF0"/>
          </p15:clr>
        </p15:guide>
        <p15:guide id="116" pos="5760">
          <p15:clr>
            <a:srgbClr val="5ACBF0"/>
          </p15:clr>
        </p15:guide>
        <p15:guide id="117" pos="6240">
          <p15:clr>
            <a:srgbClr val="5ACBF0"/>
          </p15:clr>
        </p15:guide>
        <p15:guide id="118" pos="6720">
          <p15:clr>
            <a:srgbClr val="5ACBF0"/>
          </p15:clr>
        </p15:guide>
        <p15:guide id="119" pos="7200">
          <p15:clr>
            <a:srgbClr val="5ACBF0"/>
          </p15:clr>
        </p15:guide>
        <p15:guide id="120" orient="horz" pos="240">
          <p15:clr>
            <a:srgbClr val="5ACBF0"/>
          </p15:clr>
        </p15:guide>
        <p15:guide id="121" orient="horz" pos="1071">
          <p15:clr>
            <a:srgbClr val="E5E5E5"/>
          </p15:clr>
        </p15:guide>
        <p15:guide id="122" orient="horz" pos="4080">
          <p15:clr>
            <a:srgbClr val="5ACBF0"/>
          </p15:clr>
        </p15:guide>
        <p15:guide id="123" pos="551">
          <p15:clr>
            <a:srgbClr val="5ACBF0"/>
          </p15:clr>
        </p15:guide>
        <p15:guide id="124" pos="7446">
          <p15:clr>
            <a:srgbClr val="F26B43"/>
          </p15:clr>
        </p15:guide>
        <p15:guide id="125" pos="7540">
          <p15:clr>
            <a:srgbClr val="E5E5E5"/>
          </p15:clr>
        </p15:guide>
        <p15:guide id="126" orient="horz">
          <p15:clr>
            <a:srgbClr val="F26B43"/>
          </p15:clr>
        </p15:guide>
        <p15:guide id="127" orient="horz" pos="3612">
          <p15:clr>
            <a:srgbClr val="F26B43"/>
          </p15:clr>
        </p15:guide>
        <p15:guide id="128" orient="horz" pos="2409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02F93523-FC27-944D-93B6-7B72785D9BD9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10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 8" hidden="1">
            <a:extLst>
              <a:ext uri="{FF2B5EF4-FFF2-40B4-BE49-F238E27FC236}">
                <a16:creationId xmlns:a16="http://schemas.microsoft.com/office/drawing/2014/main" id="{3ED09647-438D-440D-A74B-A3E9ED9F2E58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10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AAF8A51C-C211-50D4-72D5-061F9FE31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 раздела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9ADB0-09BA-B8C9-E75C-CB2AD369FC6C}"/>
              </a:ext>
            </a:extLst>
          </p:cNvPr>
          <p:cNvSpPr txBox="1"/>
          <p:nvPr userDrawn="1"/>
        </p:nvSpPr>
        <p:spPr>
          <a:xfrm>
            <a:off x="3531476" y="1639614"/>
            <a:ext cx="92398" cy="369332"/>
          </a:xfrm>
          <a:prstGeom prst="rect">
            <a:avLst/>
          </a:prstGeom>
        </p:spPr>
        <p:txBody>
          <a:bodyPr vert="horz" wrap="none" lIns="0" tIns="45720" rIns="9144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1288FDD8-F341-5E30-8211-D87AC350E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2563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7" r:id="rId2"/>
    <p:sldLayoutId id="2147483768" r:id="rId3"/>
    <p:sldLayoutId id="2147483769" r:id="rId4"/>
    <p:sldLayoutId id="2147483763" r:id="rId5"/>
    <p:sldLayoutId id="2147483764" r:id="rId6"/>
    <p:sldLayoutId id="2147483765" r:id="rId7"/>
    <p:sldLayoutId id="2147483802" r:id="rId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ru-RU" sz="4000" b="0" i="0" u="none" strike="noStrike" kern="1200" cap="none" spc="0" normalizeH="0" baseline="0" dirty="0">
          <a:ln>
            <a:noFill/>
          </a:ln>
          <a:solidFill>
            <a:srgbClr val="2B2D33"/>
          </a:solidFill>
          <a:effectLst/>
          <a:uLnTx/>
          <a:uFillTx/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lang="x-none" sz="1200" b="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lang="x-none" sz="1200" b="1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76400" rtl="0" eaLnBrk="1" latinLnBrk="0" hangingPunct="1">
        <a:lnSpc>
          <a:spcPct val="90000"/>
        </a:lnSpc>
        <a:spcBef>
          <a:spcPts val="600"/>
        </a:spcBef>
        <a:buFont typeface="Wingdings" pitchFamily="2" charset="2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57144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7144" algn="l" defTabSz="914400" rtl="0" eaLnBrk="1" latinLnBrk="0" hangingPunct="1"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20">
          <p15:clr>
            <a:srgbClr val="E5E5E5"/>
          </p15:clr>
        </p15:guide>
        <p15:guide id="4" pos="257">
          <p15:clr>
            <a:srgbClr val="F26B43"/>
          </p15:clr>
        </p15:guide>
        <p15:guide id="5" pos="393">
          <p15:clr>
            <a:srgbClr val="E5E5E5"/>
          </p15:clr>
        </p15:guide>
        <p15:guide id="8" pos="710">
          <p15:clr>
            <a:srgbClr val="E5E5E5"/>
          </p15:clr>
        </p15:guide>
        <p15:guide id="9" pos="840">
          <p15:clr>
            <a:srgbClr val="E5E5E5"/>
          </p15:clr>
        </p15:guide>
        <p15:guide id="11" pos="1096">
          <p15:clr>
            <a:srgbClr val="E5E5E5"/>
          </p15:clr>
        </p15:guide>
        <p15:guide id="12" pos="1200">
          <p15:clr>
            <a:srgbClr val="E5E5E5"/>
          </p15:clr>
        </p15:guide>
        <p15:guide id="13" pos="1320">
          <p15:clr>
            <a:srgbClr val="E5E5E5"/>
          </p15:clr>
        </p15:guide>
        <p15:guide id="15" pos="1576">
          <p15:clr>
            <a:srgbClr val="E5E5E5"/>
          </p15:clr>
        </p15:guide>
        <p15:guide id="16" pos="1680">
          <p15:clr>
            <a:srgbClr val="E5E5E5"/>
          </p15:clr>
        </p15:guide>
        <p15:guide id="17" pos="1799">
          <p15:clr>
            <a:srgbClr val="E5E5E5"/>
          </p15:clr>
        </p15:guide>
        <p15:guide id="19" pos="2040">
          <p15:clr>
            <a:srgbClr val="E5E5E5"/>
          </p15:clr>
        </p15:guide>
        <p15:guide id="20" pos="2160">
          <p15:clr>
            <a:srgbClr val="E5E5E5"/>
          </p15:clr>
        </p15:guide>
        <p15:guide id="21" pos="2252">
          <p15:clr>
            <a:srgbClr val="E5E5E5"/>
          </p15:clr>
        </p15:guide>
        <p15:guide id="23" pos="2520">
          <p15:clr>
            <a:srgbClr val="E5E5E5"/>
          </p15:clr>
        </p15:guide>
        <p15:guide id="24" pos="2640">
          <p15:clr>
            <a:srgbClr val="E5E5E5"/>
          </p15:clr>
        </p15:guide>
        <p15:guide id="25" pos="2760">
          <p15:clr>
            <a:srgbClr val="E5E5E5"/>
          </p15:clr>
        </p15:guide>
        <p15:guide id="27" pos="3000">
          <p15:clr>
            <a:srgbClr val="E5E5E5"/>
          </p15:clr>
        </p15:guide>
        <p15:guide id="28" pos="3120">
          <p15:clr>
            <a:srgbClr val="E5E5E5"/>
          </p15:clr>
        </p15:guide>
        <p15:guide id="29" pos="3240">
          <p15:clr>
            <a:srgbClr val="E5E5E5"/>
          </p15:clr>
        </p15:guide>
        <p15:guide id="31" pos="3480">
          <p15:clr>
            <a:srgbClr val="E5E5E5"/>
          </p15:clr>
        </p15:guide>
        <p15:guide id="32" pos="3600">
          <p15:clr>
            <a:srgbClr val="E5E5E5"/>
          </p15:clr>
        </p15:guide>
        <p15:guide id="33" pos="3720">
          <p15:clr>
            <a:srgbClr val="E5E5E5"/>
          </p15:clr>
        </p15:guide>
        <p15:guide id="35" pos="3960">
          <p15:clr>
            <a:srgbClr val="E5E5E5"/>
          </p15:clr>
        </p15:guide>
        <p15:guide id="36" pos="4080">
          <p15:clr>
            <a:srgbClr val="E5E5E5"/>
          </p15:clr>
        </p15:guide>
        <p15:guide id="37" pos="4200">
          <p15:clr>
            <a:srgbClr val="E5E5E5"/>
          </p15:clr>
        </p15:guide>
        <p15:guide id="39" pos="4440">
          <p15:clr>
            <a:srgbClr val="E5E5E5"/>
          </p15:clr>
        </p15:guide>
        <p15:guide id="40" pos="4566">
          <p15:clr>
            <a:srgbClr val="E5E5E5"/>
          </p15:clr>
        </p15:guide>
        <p15:guide id="41" pos="4680">
          <p15:clr>
            <a:srgbClr val="E5E5E5"/>
          </p15:clr>
        </p15:guide>
        <p15:guide id="43" pos="4920">
          <p15:clr>
            <a:srgbClr val="E5E5E5"/>
          </p15:clr>
        </p15:guide>
        <p15:guide id="44" pos="5040">
          <p15:clr>
            <a:srgbClr val="E5E5E5"/>
          </p15:clr>
        </p15:guide>
        <p15:guide id="45" pos="5160">
          <p15:clr>
            <a:srgbClr val="E5E5E5"/>
          </p15:clr>
        </p15:guide>
        <p15:guide id="47" pos="5428">
          <p15:clr>
            <a:srgbClr val="E5E5E5"/>
          </p15:clr>
        </p15:guide>
        <p15:guide id="48" pos="5520">
          <p15:clr>
            <a:srgbClr val="E5E5E5"/>
          </p15:clr>
        </p15:guide>
        <p15:guide id="49" pos="5640">
          <p15:clr>
            <a:srgbClr val="E5E5E5"/>
          </p15:clr>
        </p15:guide>
        <p15:guide id="51" pos="5880">
          <p15:clr>
            <a:srgbClr val="E5E5E5"/>
          </p15:clr>
        </p15:guide>
        <p15:guide id="52" pos="6000">
          <p15:clr>
            <a:srgbClr val="E5E5E5"/>
          </p15:clr>
        </p15:guide>
        <p15:guide id="53" pos="6120">
          <p15:clr>
            <a:srgbClr val="E5E5E5"/>
          </p15:clr>
        </p15:guide>
        <p15:guide id="55" pos="6360">
          <p15:clr>
            <a:srgbClr val="E5E5E5"/>
          </p15:clr>
        </p15:guide>
        <p15:guide id="56" pos="6480">
          <p15:clr>
            <a:srgbClr val="E5E5E5"/>
          </p15:clr>
        </p15:guide>
        <p15:guide id="57" pos="6600">
          <p15:clr>
            <a:srgbClr val="E5E5E5"/>
          </p15:clr>
        </p15:guide>
        <p15:guide id="59" pos="6840">
          <p15:clr>
            <a:srgbClr val="E5E5E5"/>
          </p15:clr>
        </p15:guide>
        <p15:guide id="60" pos="6960">
          <p15:clr>
            <a:srgbClr val="E5E5E5"/>
          </p15:clr>
        </p15:guide>
        <p15:guide id="61" pos="7080">
          <p15:clr>
            <a:srgbClr val="E5E5E5"/>
          </p15:clr>
        </p15:guide>
        <p15:guide id="63" pos="7320">
          <p15:clr>
            <a:srgbClr val="E5E5E5"/>
          </p15:clr>
        </p15:guide>
        <p15:guide id="65" pos="3840">
          <p15:clr>
            <a:srgbClr val="F26B43"/>
          </p15:clr>
        </p15:guide>
        <p15:guide id="66" orient="horz" pos="482">
          <p15:clr>
            <a:srgbClr val="F26B43"/>
          </p15:clr>
        </p15:guide>
        <p15:guide id="67" orient="horz" pos="4320">
          <p15:clr>
            <a:srgbClr val="E5E5E5"/>
          </p15:clr>
        </p15:guide>
        <p15:guide id="68" orient="horz" pos="120">
          <p15:clr>
            <a:srgbClr val="E5E5E5"/>
          </p15:clr>
        </p15:guide>
        <p15:guide id="70" orient="horz" pos="360">
          <p15:clr>
            <a:srgbClr val="E5E5E5"/>
          </p15:clr>
        </p15:guide>
        <p15:guide id="71" orient="horz" pos="480">
          <p15:clr>
            <a:srgbClr val="E5E5E5"/>
          </p15:clr>
        </p15:guide>
        <p15:guide id="72" orient="horz" pos="595">
          <p15:clr>
            <a:srgbClr val="E5E5E5"/>
          </p15:clr>
        </p15:guide>
        <p15:guide id="73" orient="horz" pos="720">
          <p15:clr>
            <a:srgbClr val="E5E5E5"/>
          </p15:clr>
        </p15:guide>
        <p15:guide id="74" orient="horz" pos="840">
          <p15:clr>
            <a:srgbClr val="E5E5E5"/>
          </p15:clr>
        </p15:guide>
        <p15:guide id="75" orient="horz" pos="958">
          <p15:clr>
            <a:srgbClr val="E5E5E5"/>
          </p15:clr>
        </p15:guide>
        <p15:guide id="77" orient="horz" pos="1200">
          <p15:clr>
            <a:srgbClr val="E5E5E5"/>
          </p15:clr>
        </p15:guide>
        <p15:guide id="78" orient="horz" pos="1320">
          <p15:clr>
            <a:srgbClr val="E5E5E5"/>
          </p15:clr>
        </p15:guide>
        <p15:guide id="79" orient="horz" pos="1440">
          <p15:clr>
            <a:srgbClr val="E5E5E5"/>
          </p15:clr>
        </p15:guide>
        <p15:guide id="80" orient="horz" pos="1548">
          <p15:clr>
            <a:srgbClr val="E5E5E5"/>
          </p15:clr>
        </p15:guide>
        <p15:guide id="81" orient="horz" pos="1680">
          <p15:clr>
            <a:srgbClr val="E5E5E5"/>
          </p15:clr>
        </p15:guide>
        <p15:guide id="82" orient="horz" pos="1800">
          <p15:clr>
            <a:srgbClr val="E5E5E5"/>
          </p15:clr>
        </p15:guide>
        <p15:guide id="83" orient="horz" pos="1920">
          <p15:clr>
            <a:srgbClr val="E5E5E5"/>
          </p15:clr>
        </p15:guide>
        <p15:guide id="84" orient="horz" pos="2040">
          <p15:clr>
            <a:srgbClr val="E5E5E5"/>
          </p15:clr>
        </p15:guide>
        <p15:guide id="85" orient="horz" pos="2160">
          <p15:clr>
            <a:srgbClr val="E5E5E5"/>
          </p15:clr>
        </p15:guide>
        <p15:guide id="86" orient="horz" pos="2272">
          <p15:clr>
            <a:srgbClr val="E5E5E5"/>
          </p15:clr>
        </p15:guide>
        <p15:guide id="87" orient="horz" pos="2400">
          <p15:clr>
            <a:srgbClr val="E5E5E5"/>
          </p15:clr>
        </p15:guide>
        <p15:guide id="88" orient="horz" pos="2520">
          <p15:clr>
            <a:srgbClr val="E5E5E5"/>
          </p15:clr>
        </p15:guide>
        <p15:guide id="89" orient="horz" pos="2640">
          <p15:clr>
            <a:srgbClr val="E5E5E5"/>
          </p15:clr>
        </p15:guide>
        <p15:guide id="90" orient="horz" pos="2760">
          <p15:clr>
            <a:srgbClr val="E5E5E5"/>
          </p15:clr>
        </p15:guide>
        <p15:guide id="91" orient="horz" pos="2880">
          <p15:clr>
            <a:srgbClr val="E5E5E5"/>
          </p15:clr>
        </p15:guide>
        <p15:guide id="92" orient="horz" pos="3000">
          <p15:clr>
            <a:srgbClr val="E5E5E5"/>
          </p15:clr>
        </p15:guide>
        <p15:guide id="93" orient="horz" pos="3120">
          <p15:clr>
            <a:srgbClr val="E5E5E5"/>
          </p15:clr>
        </p15:guide>
        <p15:guide id="94" orient="horz" pos="3240">
          <p15:clr>
            <a:srgbClr val="E5E5E5"/>
          </p15:clr>
        </p15:guide>
        <p15:guide id="95" orient="horz" pos="3360">
          <p15:clr>
            <a:srgbClr val="E5E5E5"/>
          </p15:clr>
        </p15:guide>
        <p15:guide id="96" orient="horz" pos="3480">
          <p15:clr>
            <a:srgbClr val="E5E5E5"/>
          </p15:clr>
        </p15:guide>
        <p15:guide id="98" orient="horz" pos="3725">
          <p15:clr>
            <a:srgbClr val="E5E5E5"/>
          </p15:clr>
        </p15:guide>
        <p15:guide id="99" orient="horz" pos="3840">
          <p15:clr>
            <a:srgbClr val="E5E5E5"/>
          </p15:clr>
        </p15:guide>
        <p15:guide id="100" orient="horz" pos="3960">
          <p15:clr>
            <a:srgbClr val="E5E5E5"/>
          </p15:clr>
        </p15:guide>
        <p15:guide id="102" orient="horz" pos="4200">
          <p15:clr>
            <a:srgbClr val="E5E5E5"/>
          </p15:clr>
        </p15:guide>
        <p15:guide id="104" pos="7680">
          <p15:clr>
            <a:srgbClr val="5ACBF0"/>
          </p15:clr>
        </p15:guide>
        <p15:guide id="105">
          <p15:clr>
            <a:srgbClr val="5ACBF0"/>
          </p15:clr>
        </p15:guide>
        <p15:guide id="106" pos="960">
          <p15:clr>
            <a:srgbClr val="5ACBF0"/>
          </p15:clr>
        </p15:guide>
        <p15:guide id="107" pos="1440">
          <p15:clr>
            <a:srgbClr val="5ACBF0"/>
          </p15:clr>
        </p15:guide>
        <p15:guide id="108" pos="1920">
          <p15:clr>
            <a:srgbClr val="5ACBF0"/>
          </p15:clr>
        </p15:guide>
        <p15:guide id="109" pos="2400">
          <p15:clr>
            <a:srgbClr val="5ACBF0"/>
          </p15:clr>
        </p15:guide>
        <p15:guide id="110" pos="2880">
          <p15:clr>
            <a:srgbClr val="5ACBF0"/>
          </p15:clr>
        </p15:guide>
        <p15:guide id="111" pos="3360">
          <p15:clr>
            <a:srgbClr val="5ACBF0"/>
          </p15:clr>
        </p15:guide>
        <p15:guide id="113" pos="4320">
          <p15:clr>
            <a:srgbClr val="5ACBF0"/>
          </p15:clr>
        </p15:guide>
        <p15:guide id="114" pos="4800">
          <p15:clr>
            <a:srgbClr val="5ACBF0"/>
          </p15:clr>
        </p15:guide>
        <p15:guide id="115" pos="5269">
          <p15:clr>
            <a:srgbClr val="5ACBF0"/>
          </p15:clr>
        </p15:guide>
        <p15:guide id="116" pos="5760">
          <p15:clr>
            <a:srgbClr val="5ACBF0"/>
          </p15:clr>
        </p15:guide>
        <p15:guide id="117" pos="6240">
          <p15:clr>
            <a:srgbClr val="5ACBF0"/>
          </p15:clr>
        </p15:guide>
        <p15:guide id="118" pos="6720">
          <p15:clr>
            <a:srgbClr val="5ACBF0"/>
          </p15:clr>
        </p15:guide>
        <p15:guide id="119" pos="7200">
          <p15:clr>
            <a:srgbClr val="5ACBF0"/>
          </p15:clr>
        </p15:guide>
        <p15:guide id="120" orient="horz" pos="240">
          <p15:clr>
            <a:srgbClr val="5ACBF0"/>
          </p15:clr>
        </p15:guide>
        <p15:guide id="121" orient="horz" pos="1071">
          <p15:clr>
            <a:srgbClr val="E5E5E5"/>
          </p15:clr>
        </p15:guide>
        <p15:guide id="122" orient="horz" pos="4080">
          <p15:clr>
            <a:srgbClr val="5ACBF0"/>
          </p15:clr>
        </p15:guide>
        <p15:guide id="123" pos="551">
          <p15:clr>
            <a:srgbClr val="5ACBF0"/>
          </p15:clr>
        </p15:guide>
        <p15:guide id="124" pos="7446">
          <p15:clr>
            <a:srgbClr val="F26B43"/>
          </p15:clr>
        </p15:guide>
        <p15:guide id="125" pos="7540">
          <p15:clr>
            <a:srgbClr val="E5E5E5"/>
          </p15:clr>
        </p15:guide>
        <p15:guide id="126" orient="horz">
          <p15:clr>
            <a:srgbClr val="F26B43"/>
          </p15:clr>
        </p15:guide>
        <p15:guide id="127" orient="horz" pos="3612">
          <p15:clr>
            <a:srgbClr val="F26B43"/>
          </p15:clr>
        </p15:guide>
        <p15:guide id="128" orient="horz" pos="2409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02F93523-FC27-944D-93B6-7B72785D9BD9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6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 8" hidden="1">
            <a:extLst>
              <a:ext uri="{FF2B5EF4-FFF2-40B4-BE49-F238E27FC236}">
                <a16:creationId xmlns:a16="http://schemas.microsoft.com/office/drawing/2014/main" id="{3ED09647-438D-440D-A74B-A3E9ED9F2E58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6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9ADB0-09BA-B8C9-E75C-CB2AD369FC6C}"/>
              </a:ext>
            </a:extLst>
          </p:cNvPr>
          <p:cNvSpPr txBox="1"/>
          <p:nvPr userDrawn="1"/>
        </p:nvSpPr>
        <p:spPr>
          <a:xfrm>
            <a:off x="3531476" y="1639614"/>
            <a:ext cx="92398" cy="369332"/>
          </a:xfrm>
          <a:prstGeom prst="rect">
            <a:avLst/>
          </a:prstGeom>
        </p:spPr>
        <p:txBody>
          <a:bodyPr vert="horz" wrap="none" lIns="0" tIns="45720" rIns="9144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1288FDD8-F341-5E30-8211-D87AC350E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887A7DCC-306D-CA8F-DE34-E73DBC080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25094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8" r:id="rId2"/>
    <p:sldLayoutId id="2147483779" r:id="rId3"/>
    <p:sldLayoutId id="2147483776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ru-RU" sz="4000" b="0" i="0" u="none" strike="noStrike" kern="1200" cap="none" spc="0" normalizeH="0" baseline="0" dirty="0">
          <a:ln>
            <a:noFill/>
          </a:ln>
          <a:solidFill>
            <a:srgbClr val="2B2D33"/>
          </a:solidFill>
          <a:effectLst/>
          <a:uLnTx/>
          <a:uFillTx/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lang="x-none" sz="1200" b="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lang="x-none" sz="1200" b="1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76400" rtl="0" eaLnBrk="1" latinLnBrk="0" hangingPunct="1">
        <a:lnSpc>
          <a:spcPct val="90000"/>
        </a:lnSpc>
        <a:spcBef>
          <a:spcPts val="600"/>
        </a:spcBef>
        <a:buFont typeface="Wingdings" pitchFamily="2" charset="2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57144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7144" algn="l" defTabSz="914400" rtl="0" eaLnBrk="1" latinLnBrk="0" hangingPunct="1"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20">
          <p15:clr>
            <a:srgbClr val="E5E5E5"/>
          </p15:clr>
        </p15:guide>
        <p15:guide id="4" pos="257">
          <p15:clr>
            <a:srgbClr val="F26B43"/>
          </p15:clr>
        </p15:guide>
        <p15:guide id="5" pos="393">
          <p15:clr>
            <a:srgbClr val="E5E5E5"/>
          </p15:clr>
        </p15:guide>
        <p15:guide id="8" pos="710">
          <p15:clr>
            <a:srgbClr val="E5E5E5"/>
          </p15:clr>
        </p15:guide>
        <p15:guide id="9" pos="840">
          <p15:clr>
            <a:srgbClr val="E5E5E5"/>
          </p15:clr>
        </p15:guide>
        <p15:guide id="11" pos="1096">
          <p15:clr>
            <a:srgbClr val="E5E5E5"/>
          </p15:clr>
        </p15:guide>
        <p15:guide id="12" pos="1200">
          <p15:clr>
            <a:srgbClr val="E5E5E5"/>
          </p15:clr>
        </p15:guide>
        <p15:guide id="13" pos="1320">
          <p15:clr>
            <a:srgbClr val="E5E5E5"/>
          </p15:clr>
        </p15:guide>
        <p15:guide id="15" pos="1576">
          <p15:clr>
            <a:srgbClr val="E5E5E5"/>
          </p15:clr>
        </p15:guide>
        <p15:guide id="16" pos="1680">
          <p15:clr>
            <a:srgbClr val="E5E5E5"/>
          </p15:clr>
        </p15:guide>
        <p15:guide id="17" pos="1799">
          <p15:clr>
            <a:srgbClr val="E5E5E5"/>
          </p15:clr>
        </p15:guide>
        <p15:guide id="19" pos="2040">
          <p15:clr>
            <a:srgbClr val="E5E5E5"/>
          </p15:clr>
        </p15:guide>
        <p15:guide id="20" pos="2160">
          <p15:clr>
            <a:srgbClr val="E5E5E5"/>
          </p15:clr>
        </p15:guide>
        <p15:guide id="21" pos="2252">
          <p15:clr>
            <a:srgbClr val="E5E5E5"/>
          </p15:clr>
        </p15:guide>
        <p15:guide id="23" pos="2520">
          <p15:clr>
            <a:srgbClr val="E5E5E5"/>
          </p15:clr>
        </p15:guide>
        <p15:guide id="24" pos="2640">
          <p15:clr>
            <a:srgbClr val="E5E5E5"/>
          </p15:clr>
        </p15:guide>
        <p15:guide id="25" pos="2760">
          <p15:clr>
            <a:srgbClr val="E5E5E5"/>
          </p15:clr>
        </p15:guide>
        <p15:guide id="27" pos="3000">
          <p15:clr>
            <a:srgbClr val="E5E5E5"/>
          </p15:clr>
        </p15:guide>
        <p15:guide id="28" pos="3120">
          <p15:clr>
            <a:srgbClr val="E5E5E5"/>
          </p15:clr>
        </p15:guide>
        <p15:guide id="29" pos="3240">
          <p15:clr>
            <a:srgbClr val="E5E5E5"/>
          </p15:clr>
        </p15:guide>
        <p15:guide id="31" pos="3480">
          <p15:clr>
            <a:srgbClr val="E5E5E5"/>
          </p15:clr>
        </p15:guide>
        <p15:guide id="32" pos="3600">
          <p15:clr>
            <a:srgbClr val="E5E5E5"/>
          </p15:clr>
        </p15:guide>
        <p15:guide id="33" pos="3720">
          <p15:clr>
            <a:srgbClr val="E5E5E5"/>
          </p15:clr>
        </p15:guide>
        <p15:guide id="35" pos="3960">
          <p15:clr>
            <a:srgbClr val="E5E5E5"/>
          </p15:clr>
        </p15:guide>
        <p15:guide id="36" pos="4080">
          <p15:clr>
            <a:srgbClr val="E5E5E5"/>
          </p15:clr>
        </p15:guide>
        <p15:guide id="37" pos="4200">
          <p15:clr>
            <a:srgbClr val="E5E5E5"/>
          </p15:clr>
        </p15:guide>
        <p15:guide id="39" pos="4440">
          <p15:clr>
            <a:srgbClr val="E5E5E5"/>
          </p15:clr>
        </p15:guide>
        <p15:guide id="40" pos="4566">
          <p15:clr>
            <a:srgbClr val="E5E5E5"/>
          </p15:clr>
        </p15:guide>
        <p15:guide id="41" pos="4680">
          <p15:clr>
            <a:srgbClr val="E5E5E5"/>
          </p15:clr>
        </p15:guide>
        <p15:guide id="43" pos="4920">
          <p15:clr>
            <a:srgbClr val="E5E5E5"/>
          </p15:clr>
        </p15:guide>
        <p15:guide id="44" pos="5040">
          <p15:clr>
            <a:srgbClr val="E5E5E5"/>
          </p15:clr>
        </p15:guide>
        <p15:guide id="45" pos="5160">
          <p15:clr>
            <a:srgbClr val="E5E5E5"/>
          </p15:clr>
        </p15:guide>
        <p15:guide id="47" pos="5428">
          <p15:clr>
            <a:srgbClr val="E5E5E5"/>
          </p15:clr>
        </p15:guide>
        <p15:guide id="48" pos="5520">
          <p15:clr>
            <a:srgbClr val="E5E5E5"/>
          </p15:clr>
        </p15:guide>
        <p15:guide id="49" pos="5640">
          <p15:clr>
            <a:srgbClr val="E5E5E5"/>
          </p15:clr>
        </p15:guide>
        <p15:guide id="51" pos="5880">
          <p15:clr>
            <a:srgbClr val="E5E5E5"/>
          </p15:clr>
        </p15:guide>
        <p15:guide id="52" pos="6000">
          <p15:clr>
            <a:srgbClr val="E5E5E5"/>
          </p15:clr>
        </p15:guide>
        <p15:guide id="53" pos="6120">
          <p15:clr>
            <a:srgbClr val="E5E5E5"/>
          </p15:clr>
        </p15:guide>
        <p15:guide id="55" pos="6360">
          <p15:clr>
            <a:srgbClr val="E5E5E5"/>
          </p15:clr>
        </p15:guide>
        <p15:guide id="56" pos="6480">
          <p15:clr>
            <a:srgbClr val="E5E5E5"/>
          </p15:clr>
        </p15:guide>
        <p15:guide id="57" pos="6600">
          <p15:clr>
            <a:srgbClr val="E5E5E5"/>
          </p15:clr>
        </p15:guide>
        <p15:guide id="59" pos="6840">
          <p15:clr>
            <a:srgbClr val="E5E5E5"/>
          </p15:clr>
        </p15:guide>
        <p15:guide id="60" pos="6960">
          <p15:clr>
            <a:srgbClr val="E5E5E5"/>
          </p15:clr>
        </p15:guide>
        <p15:guide id="61" pos="7080">
          <p15:clr>
            <a:srgbClr val="E5E5E5"/>
          </p15:clr>
        </p15:guide>
        <p15:guide id="63" pos="7320">
          <p15:clr>
            <a:srgbClr val="E5E5E5"/>
          </p15:clr>
        </p15:guide>
        <p15:guide id="65" pos="3840">
          <p15:clr>
            <a:srgbClr val="F26B43"/>
          </p15:clr>
        </p15:guide>
        <p15:guide id="66" orient="horz" pos="482">
          <p15:clr>
            <a:srgbClr val="F26B43"/>
          </p15:clr>
        </p15:guide>
        <p15:guide id="67" orient="horz" pos="4320">
          <p15:clr>
            <a:srgbClr val="E5E5E5"/>
          </p15:clr>
        </p15:guide>
        <p15:guide id="68" orient="horz" pos="120">
          <p15:clr>
            <a:srgbClr val="E5E5E5"/>
          </p15:clr>
        </p15:guide>
        <p15:guide id="70" orient="horz" pos="360">
          <p15:clr>
            <a:srgbClr val="E5E5E5"/>
          </p15:clr>
        </p15:guide>
        <p15:guide id="71" orient="horz" pos="480">
          <p15:clr>
            <a:srgbClr val="E5E5E5"/>
          </p15:clr>
        </p15:guide>
        <p15:guide id="72" orient="horz" pos="595">
          <p15:clr>
            <a:srgbClr val="E5E5E5"/>
          </p15:clr>
        </p15:guide>
        <p15:guide id="73" orient="horz" pos="720">
          <p15:clr>
            <a:srgbClr val="E5E5E5"/>
          </p15:clr>
        </p15:guide>
        <p15:guide id="74" orient="horz" pos="840">
          <p15:clr>
            <a:srgbClr val="E5E5E5"/>
          </p15:clr>
        </p15:guide>
        <p15:guide id="75" orient="horz" pos="958">
          <p15:clr>
            <a:srgbClr val="E5E5E5"/>
          </p15:clr>
        </p15:guide>
        <p15:guide id="77" orient="horz" pos="1200">
          <p15:clr>
            <a:srgbClr val="E5E5E5"/>
          </p15:clr>
        </p15:guide>
        <p15:guide id="78" orient="horz" pos="1320">
          <p15:clr>
            <a:srgbClr val="E5E5E5"/>
          </p15:clr>
        </p15:guide>
        <p15:guide id="79" orient="horz" pos="1440">
          <p15:clr>
            <a:srgbClr val="E5E5E5"/>
          </p15:clr>
        </p15:guide>
        <p15:guide id="80" orient="horz" pos="1548">
          <p15:clr>
            <a:srgbClr val="E5E5E5"/>
          </p15:clr>
        </p15:guide>
        <p15:guide id="81" orient="horz" pos="1680">
          <p15:clr>
            <a:srgbClr val="E5E5E5"/>
          </p15:clr>
        </p15:guide>
        <p15:guide id="82" orient="horz" pos="1800">
          <p15:clr>
            <a:srgbClr val="E5E5E5"/>
          </p15:clr>
        </p15:guide>
        <p15:guide id="83" orient="horz" pos="1920">
          <p15:clr>
            <a:srgbClr val="E5E5E5"/>
          </p15:clr>
        </p15:guide>
        <p15:guide id="84" orient="horz" pos="2040">
          <p15:clr>
            <a:srgbClr val="E5E5E5"/>
          </p15:clr>
        </p15:guide>
        <p15:guide id="85" orient="horz" pos="2160">
          <p15:clr>
            <a:srgbClr val="E5E5E5"/>
          </p15:clr>
        </p15:guide>
        <p15:guide id="86" orient="horz" pos="2272">
          <p15:clr>
            <a:srgbClr val="E5E5E5"/>
          </p15:clr>
        </p15:guide>
        <p15:guide id="87" orient="horz" pos="2400">
          <p15:clr>
            <a:srgbClr val="E5E5E5"/>
          </p15:clr>
        </p15:guide>
        <p15:guide id="88" orient="horz" pos="2520">
          <p15:clr>
            <a:srgbClr val="E5E5E5"/>
          </p15:clr>
        </p15:guide>
        <p15:guide id="89" orient="horz" pos="2640">
          <p15:clr>
            <a:srgbClr val="E5E5E5"/>
          </p15:clr>
        </p15:guide>
        <p15:guide id="90" orient="horz" pos="2760">
          <p15:clr>
            <a:srgbClr val="E5E5E5"/>
          </p15:clr>
        </p15:guide>
        <p15:guide id="91" orient="horz" pos="2880">
          <p15:clr>
            <a:srgbClr val="E5E5E5"/>
          </p15:clr>
        </p15:guide>
        <p15:guide id="92" orient="horz" pos="3000">
          <p15:clr>
            <a:srgbClr val="E5E5E5"/>
          </p15:clr>
        </p15:guide>
        <p15:guide id="93" orient="horz" pos="3120">
          <p15:clr>
            <a:srgbClr val="E5E5E5"/>
          </p15:clr>
        </p15:guide>
        <p15:guide id="94" orient="horz" pos="3240">
          <p15:clr>
            <a:srgbClr val="E5E5E5"/>
          </p15:clr>
        </p15:guide>
        <p15:guide id="95" orient="horz" pos="3360">
          <p15:clr>
            <a:srgbClr val="E5E5E5"/>
          </p15:clr>
        </p15:guide>
        <p15:guide id="96" orient="horz" pos="3480">
          <p15:clr>
            <a:srgbClr val="E5E5E5"/>
          </p15:clr>
        </p15:guide>
        <p15:guide id="98" orient="horz" pos="3725">
          <p15:clr>
            <a:srgbClr val="E5E5E5"/>
          </p15:clr>
        </p15:guide>
        <p15:guide id="99" orient="horz" pos="3840">
          <p15:clr>
            <a:srgbClr val="E5E5E5"/>
          </p15:clr>
        </p15:guide>
        <p15:guide id="100" orient="horz" pos="3960">
          <p15:clr>
            <a:srgbClr val="E5E5E5"/>
          </p15:clr>
        </p15:guide>
        <p15:guide id="102" orient="horz" pos="4200">
          <p15:clr>
            <a:srgbClr val="E5E5E5"/>
          </p15:clr>
        </p15:guide>
        <p15:guide id="104" pos="7680">
          <p15:clr>
            <a:srgbClr val="5ACBF0"/>
          </p15:clr>
        </p15:guide>
        <p15:guide id="105">
          <p15:clr>
            <a:srgbClr val="5ACBF0"/>
          </p15:clr>
        </p15:guide>
        <p15:guide id="106" pos="960">
          <p15:clr>
            <a:srgbClr val="5ACBF0"/>
          </p15:clr>
        </p15:guide>
        <p15:guide id="107" pos="1440">
          <p15:clr>
            <a:srgbClr val="5ACBF0"/>
          </p15:clr>
        </p15:guide>
        <p15:guide id="108" pos="1920">
          <p15:clr>
            <a:srgbClr val="5ACBF0"/>
          </p15:clr>
        </p15:guide>
        <p15:guide id="109" pos="2400">
          <p15:clr>
            <a:srgbClr val="5ACBF0"/>
          </p15:clr>
        </p15:guide>
        <p15:guide id="110" pos="2880">
          <p15:clr>
            <a:srgbClr val="5ACBF0"/>
          </p15:clr>
        </p15:guide>
        <p15:guide id="111" pos="3360">
          <p15:clr>
            <a:srgbClr val="5ACBF0"/>
          </p15:clr>
        </p15:guide>
        <p15:guide id="113" pos="4320">
          <p15:clr>
            <a:srgbClr val="5ACBF0"/>
          </p15:clr>
        </p15:guide>
        <p15:guide id="114" pos="4800">
          <p15:clr>
            <a:srgbClr val="5ACBF0"/>
          </p15:clr>
        </p15:guide>
        <p15:guide id="115" pos="5269">
          <p15:clr>
            <a:srgbClr val="5ACBF0"/>
          </p15:clr>
        </p15:guide>
        <p15:guide id="116" pos="5760">
          <p15:clr>
            <a:srgbClr val="5ACBF0"/>
          </p15:clr>
        </p15:guide>
        <p15:guide id="117" pos="6240">
          <p15:clr>
            <a:srgbClr val="5ACBF0"/>
          </p15:clr>
        </p15:guide>
        <p15:guide id="118" pos="6720">
          <p15:clr>
            <a:srgbClr val="5ACBF0"/>
          </p15:clr>
        </p15:guide>
        <p15:guide id="119" pos="7200">
          <p15:clr>
            <a:srgbClr val="5ACBF0"/>
          </p15:clr>
        </p15:guide>
        <p15:guide id="120" orient="horz" pos="240">
          <p15:clr>
            <a:srgbClr val="5ACBF0"/>
          </p15:clr>
        </p15:guide>
        <p15:guide id="121" orient="horz" pos="1071">
          <p15:clr>
            <a:srgbClr val="E5E5E5"/>
          </p15:clr>
        </p15:guide>
        <p15:guide id="122" orient="horz" pos="4080">
          <p15:clr>
            <a:srgbClr val="5ACBF0"/>
          </p15:clr>
        </p15:guide>
        <p15:guide id="123" pos="551">
          <p15:clr>
            <a:srgbClr val="5ACBF0"/>
          </p15:clr>
        </p15:guide>
        <p15:guide id="124" pos="7446">
          <p15:clr>
            <a:srgbClr val="F26B43"/>
          </p15:clr>
        </p15:guide>
        <p15:guide id="125" pos="7540">
          <p15:clr>
            <a:srgbClr val="E5E5E5"/>
          </p15:clr>
        </p15:guide>
        <p15:guide id="126" orient="horz">
          <p15:clr>
            <a:srgbClr val="F26B43"/>
          </p15:clr>
        </p15:guide>
        <p15:guide id="127" orient="horz" pos="3612">
          <p15:clr>
            <a:srgbClr val="F26B43"/>
          </p15:clr>
        </p15:guide>
        <p15:guide id="128" orient="horz" pos="2409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02F93523-FC27-944D-93B6-7B72785D9BD9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8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 8" hidden="1">
            <a:extLst>
              <a:ext uri="{FF2B5EF4-FFF2-40B4-BE49-F238E27FC236}">
                <a16:creationId xmlns:a16="http://schemas.microsoft.com/office/drawing/2014/main" id="{3ED09647-438D-440D-A74B-A3E9ED9F2E58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8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9ADB0-09BA-B8C9-E75C-CB2AD369FC6C}"/>
              </a:ext>
            </a:extLst>
          </p:cNvPr>
          <p:cNvSpPr txBox="1"/>
          <p:nvPr userDrawn="1"/>
        </p:nvSpPr>
        <p:spPr>
          <a:xfrm>
            <a:off x="3531476" y="1639614"/>
            <a:ext cx="92398" cy="369332"/>
          </a:xfrm>
          <a:prstGeom prst="rect">
            <a:avLst/>
          </a:prstGeom>
        </p:spPr>
        <p:txBody>
          <a:bodyPr vert="horz" wrap="none" lIns="0" tIns="45720" rIns="9144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1288FDD8-F341-5E30-8211-D87AC350E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35B50F0B-E8C1-63A2-55D1-E52583CF4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32318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909973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3" r:id="rId2"/>
    <p:sldLayoutId id="2147483735" r:id="rId3"/>
    <p:sldLayoutId id="2147483742" r:id="rId4"/>
    <p:sldLayoutId id="2147483700" r:id="rId5"/>
    <p:sldLayoutId id="2147483672" r:id="rId6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0" lang="ru-RU" sz="4000" b="0" i="0" u="none" strike="noStrike" kern="1200" cap="none" spc="0" normalizeH="0" baseline="0" dirty="0">
          <a:ln>
            <a:noFill/>
          </a:ln>
          <a:solidFill>
            <a:srgbClr val="2B2D33"/>
          </a:solidFill>
          <a:effectLst/>
          <a:uLnTx/>
          <a:uFillTx/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lang="x-none" sz="1200" b="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lang="x-none" sz="1200" b="1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76400" rtl="0" eaLnBrk="1" latinLnBrk="0" hangingPunct="1">
        <a:lnSpc>
          <a:spcPct val="90000"/>
        </a:lnSpc>
        <a:spcBef>
          <a:spcPts val="600"/>
        </a:spcBef>
        <a:buFont typeface="Wingdings" pitchFamily="2" charset="2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57144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7144" algn="l" defTabSz="914400" rtl="0" eaLnBrk="1" latinLnBrk="0" hangingPunct="1"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20">
          <p15:clr>
            <a:srgbClr val="E5E5E5"/>
          </p15:clr>
        </p15:guide>
        <p15:guide id="4" pos="257">
          <p15:clr>
            <a:srgbClr val="F26B43"/>
          </p15:clr>
        </p15:guide>
        <p15:guide id="5" pos="393">
          <p15:clr>
            <a:srgbClr val="E5E5E5"/>
          </p15:clr>
        </p15:guide>
        <p15:guide id="8" pos="710">
          <p15:clr>
            <a:srgbClr val="E5E5E5"/>
          </p15:clr>
        </p15:guide>
        <p15:guide id="9" pos="840">
          <p15:clr>
            <a:srgbClr val="E5E5E5"/>
          </p15:clr>
        </p15:guide>
        <p15:guide id="11" pos="1096">
          <p15:clr>
            <a:srgbClr val="E5E5E5"/>
          </p15:clr>
        </p15:guide>
        <p15:guide id="12" pos="1200">
          <p15:clr>
            <a:srgbClr val="E5E5E5"/>
          </p15:clr>
        </p15:guide>
        <p15:guide id="13" pos="1320">
          <p15:clr>
            <a:srgbClr val="E5E5E5"/>
          </p15:clr>
        </p15:guide>
        <p15:guide id="15" pos="1576">
          <p15:clr>
            <a:srgbClr val="E5E5E5"/>
          </p15:clr>
        </p15:guide>
        <p15:guide id="16" pos="1680">
          <p15:clr>
            <a:srgbClr val="E5E5E5"/>
          </p15:clr>
        </p15:guide>
        <p15:guide id="17" pos="1799">
          <p15:clr>
            <a:srgbClr val="E5E5E5"/>
          </p15:clr>
        </p15:guide>
        <p15:guide id="19" pos="2040">
          <p15:clr>
            <a:srgbClr val="E5E5E5"/>
          </p15:clr>
        </p15:guide>
        <p15:guide id="20" pos="2160">
          <p15:clr>
            <a:srgbClr val="E5E5E5"/>
          </p15:clr>
        </p15:guide>
        <p15:guide id="21" pos="2252">
          <p15:clr>
            <a:srgbClr val="E5E5E5"/>
          </p15:clr>
        </p15:guide>
        <p15:guide id="23" pos="2520">
          <p15:clr>
            <a:srgbClr val="E5E5E5"/>
          </p15:clr>
        </p15:guide>
        <p15:guide id="24" pos="2640">
          <p15:clr>
            <a:srgbClr val="E5E5E5"/>
          </p15:clr>
        </p15:guide>
        <p15:guide id="25" pos="2760">
          <p15:clr>
            <a:srgbClr val="E5E5E5"/>
          </p15:clr>
        </p15:guide>
        <p15:guide id="27" pos="3000">
          <p15:clr>
            <a:srgbClr val="E5E5E5"/>
          </p15:clr>
        </p15:guide>
        <p15:guide id="28" pos="3120">
          <p15:clr>
            <a:srgbClr val="E5E5E5"/>
          </p15:clr>
        </p15:guide>
        <p15:guide id="29" pos="3240">
          <p15:clr>
            <a:srgbClr val="E5E5E5"/>
          </p15:clr>
        </p15:guide>
        <p15:guide id="31" pos="3480">
          <p15:clr>
            <a:srgbClr val="E5E5E5"/>
          </p15:clr>
        </p15:guide>
        <p15:guide id="32" pos="3600">
          <p15:clr>
            <a:srgbClr val="E5E5E5"/>
          </p15:clr>
        </p15:guide>
        <p15:guide id="33" pos="3720">
          <p15:clr>
            <a:srgbClr val="E5E5E5"/>
          </p15:clr>
        </p15:guide>
        <p15:guide id="35" pos="3960">
          <p15:clr>
            <a:srgbClr val="E5E5E5"/>
          </p15:clr>
        </p15:guide>
        <p15:guide id="36" pos="4080">
          <p15:clr>
            <a:srgbClr val="E5E5E5"/>
          </p15:clr>
        </p15:guide>
        <p15:guide id="37" pos="4200">
          <p15:clr>
            <a:srgbClr val="E5E5E5"/>
          </p15:clr>
        </p15:guide>
        <p15:guide id="39" pos="4440">
          <p15:clr>
            <a:srgbClr val="E5E5E5"/>
          </p15:clr>
        </p15:guide>
        <p15:guide id="40" pos="4566">
          <p15:clr>
            <a:srgbClr val="E5E5E5"/>
          </p15:clr>
        </p15:guide>
        <p15:guide id="41" pos="4680">
          <p15:clr>
            <a:srgbClr val="E5E5E5"/>
          </p15:clr>
        </p15:guide>
        <p15:guide id="43" pos="4920">
          <p15:clr>
            <a:srgbClr val="E5E5E5"/>
          </p15:clr>
        </p15:guide>
        <p15:guide id="44" pos="5040">
          <p15:clr>
            <a:srgbClr val="E5E5E5"/>
          </p15:clr>
        </p15:guide>
        <p15:guide id="45" pos="5160">
          <p15:clr>
            <a:srgbClr val="E5E5E5"/>
          </p15:clr>
        </p15:guide>
        <p15:guide id="47" pos="5428">
          <p15:clr>
            <a:srgbClr val="E5E5E5"/>
          </p15:clr>
        </p15:guide>
        <p15:guide id="48" pos="5520">
          <p15:clr>
            <a:srgbClr val="E5E5E5"/>
          </p15:clr>
        </p15:guide>
        <p15:guide id="49" pos="5640">
          <p15:clr>
            <a:srgbClr val="E5E5E5"/>
          </p15:clr>
        </p15:guide>
        <p15:guide id="51" pos="5880">
          <p15:clr>
            <a:srgbClr val="E5E5E5"/>
          </p15:clr>
        </p15:guide>
        <p15:guide id="52" pos="6000">
          <p15:clr>
            <a:srgbClr val="E5E5E5"/>
          </p15:clr>
        </p15:guide>
        <p15:guide id="53" pos="6120">
          <p15:clr>
            <a:srgbClr val="E5E5E5"/>
          </p15:clr>
        </p15:guide>
        <p15:guide id="55" pos="6360">
          <p15:clr>
            <a:srgbClr val="E5E5E5"/>
          </p15:clr>
        </p15:guide>
        <p15:guide id="56" pos="6480">
          <p15:clr>
            <a:srgbClr val="E5E5E5"/>
          </p15:clr>
        </p15:guide>
        <p15:guide id="57" pos="6600">
          <p15:clr>
            <a:srgbClr val="E5E5E5"/>
          </p15:clr>
        </p15:guide>
        <p15:guide id="59" pos="6840">
          <p15:clr>
            <a:srgbClr val="E5E5E5"/>
          </p15:clr>
        </p15:guide>
        <p15:guide id="60" pos="6960">
          <p15:clr>
            <a:srgbClr val="E5E5E5"/>
          </p15:clr>
        </p15:guide>
        <p15:guide id="61" pos="7080">
          <p15:clr>
            <a:srgbClr val="E5E5E5"/>
          </p15:clr>
        </p15:guide>
        <p15:guide id="63" pos="7320">
          <p15:clr>
            <a:srgbClr val="E5E5E5"/>
          </p15:clr>
        </p15:guide>
        <p15:guide id="65" pos="3840">
          <p15:clr>
            <a:srgbClr val="F26B43"/>
          </p15:clr>
        </p15:guide>
        <p15:guide id="66" orient="horz" pos="482">
          <p15:clr>
            <a:srgbClr val="F26B43"/>
          </p15:clr>
        </p15:guide>
        <p15:guide id="67" orient="horz" pos="4320">
          <p15:clr>
            <a:srgbClr val="E5E5E5"/>
          </p15:clr>
        </p15:guide>
        <p15:guide id="68" orient="horz" pos="120">
          <p15:clr>
            <a:srgbClr val="E5E5E5"/>
          </p15:clr>
        </p15:guide>
        <p15:guide id="70" orient="horz" pos="360">
          <p15:clr>
            <a:srgbClr val="E5E5E5"/>
          </p15:clr>
        </p15:guide>
        <p15:guide id="71" orient="horz" pos="480">
          <p15:clr>
            <a:srgbClr val="E5E5E5"/>
          </p15:clr>
        </p15:guide>
        <p15:guide id="72" orient="horz" pos="595">
          <p15:clr>
            <a:srgbClr val="E5E5E5"/>
          </p15:clr>
        </p15:guide>
        <p15:guide id="73" orient="horz" pos="720">
          <p15:clr>
            <a:srgbClr val="E5E5E5"/>
          </p15:clr>
        </p15:guide>
        <p15:guide id="74" orient="horz" pos="840">
          <p15:clr>
            <a:srgbClr val="E5E5E5"/>
          </p15:clr>
        </p15:guide>
        <p15:guide id="75" orient="horz" pos="958">
          <p15:clr>
            <a:srgbClr val="E5E5E5"/>
          </p15:clr>
        </p15:guide>
        <p15:guide id="77" orient="horz" pos="1200">
          <p15:clr>
            <a:srgbClr val="E5E5E5"/>
          </p15:clr>
        </p15:guide>
        <p15:guide id="78" orient="horz" pos="1320">
          <p15:clr>
            <a:srgbClr val="E5E5E5"/>
          </p15:clr>
        </p15:guide>
        <p15:guide id="79" orient="horz" pos="1440">
          <p15:clr>
            <a:srgbClr val="E5E5E5"/>
          </p15:clr>
        </p15:guide>
        <p15:guide id="80" orient="horz" pos="1548">
          <p15:clr>
            <a:srgbClr val="E5E5E5"/>
          </p15:clr>
        </p15:guide>
        <p15:guide id="81" orient="horz" pos="1680">
          <p15:clr>
            <a:srgbClr val="E5E5E5"/>
          </p15:clr>
        </p15:guide>
        <p15:guide id="82" orient="horz" pos="1800">
          <p15:clr>
            <a:srgbClr val="E5E5E5"/>
          </p15:clr>
        </p15:guide>
        <p15:guide id="83" orient="horz" pos="1920">
          <p15:clr>
            <a:srgbClr val="E5E5E5"/>
          </p15:clr>
        </p15:guide>
        <p15:guide id="84" orient="horz" pos="2040">
          <p15:clr>
            <a:srgbClr val="E5E5E5"/>
          </p15:clr>
        </p15:guide>
        <p15:guide id="85" orient="horz" pos="2160">
          <p15:clr>
            <a:srgbClr val="E5E5E5"/>
          </p15:clr>
        </p15:guide>
        <p15:guide id="86" orient="horz" pos="2272">
          <p15:clr>
            <a:srgbClr val="E5E5E5"/>
          </p15:clr>
        </p15:guide>
        <p15:guide id="87" orient="horz" pos="2400">
          <p15:clr>
            <a:srgbClr val="E5E5E5"/>
          </p15:clr>
        </p15:guide>
        <p15:guide id="88" orient="horz" pos="2520">
          <p15:clr>
            <a:srgbClr val="E5E5E5"/>
          </p15:clr>
        </p15:guide>
        <p15:guide id="89" orient="horz" pos="2640">
          <p15:clr>
            <a:srgbClr val="E5E5E5"/>
          </p15:clr>
        </p15:guide>
        <p15:guide id="90" orient="horz" pos="2760">
          <p15:clr>
            <a:srgbClr val="E5E5E5"/>
          </p15:clr>
        </p15:guide>
        <p15:guide id="91" orient="horz" pos="2880">
          <p15:clr>
            <a:srgbClr val="E5E5E5"/>
          </p15:clr>
        </p15:guide>
        <p15:guide id="92" orient="horz" pos="3000">
          <p15:clr>
            <a:srgbClr val="E5E5E5"/>
          </p15:clr>
        </p15:guide>
        <p15:guide id="93" orient="horz" pos="3120">
          <p15:clr>
            <a:srgbClr val="E5E5E5"/>
          </p15:clr>
        </p15:guide>
        <p15:guide id="94" orient="horz" pos="3240">
          <p15:clr>
            <a:srgbClr val="E5E5E5"/>
          </p15:clr>
        </p15:guide>
        <p15:guide id="95" orient="horz" pos="3360">
          <p15:clr>
            <a:srgbClr val="E5E5E5"/>
          </p15:clr>
        </p15:guide>
        <p15:guide id="96" orient="horz" pos="3480">
          <p15:clr>
            <a:srgbClr val="E5E5E5"/>
          </p15:clr>
        </p15:guide>
        <p15:guide id="98" orient="horz" pos="3725">
          <p15:clr>
            <a:srgbClr val="E5E5E5"/>
          </p15:clr>
        </p15:guide>
        <p15:guide id="99" orient="horz" pos="3840">
          <p15:clr>
            <a:srgbClr val="E5E5E5"/>
          </p15:clr>
        </p15:guide>
        <p15:guide id="100" orient="horz" pos="3960">
          <p15:clr>
            <a:srgbClr val="E5E5E5"/>
          </p15:clr>
        </p15:guide>
        <p15:guide id="102" orient="horz" pos="4200">
          <p15:clr>
            <a:srgbClr val="E5E5E5"/>
          </p15:clr>
        </p15:guide>
        <p15:guide id="104" pos="7680">
          <p15:clr>
            <a:srgbClr val="5ACBF0"/>
          </p15:clr>
        </p15:guide>
        <p15:guide id="105">
          <p15:clr>
            <a:srgbClr val="5ACBF0"/>
          </p15:clr>
        </p15:guide>
        <p15:guide id="106" pos="960">
          <p15:clr>
            <a:srgbClr val="5ACBF0"/>
          </p15:clr>
        </p15:guide>
        <p15:guide id="107" pos="1440">
          <p15:clr>
            <a:srgbClr val="5ACBF0"/>
          </p15:clr>
        </p15:guide>
        <p15:guide id="108" pos="1912" userDrawn="1">
          <p15:clr>
            <a:srgbClr val="5ACBF0"/>
          </p15:clr>
        </p15:guide>
        <p15:guide id="109" pos="2400">
          <p15:clr>
            <a:srgbClr val="5ACBF0"/>
          </p15:clr>
        </p15:guide>
        <p15:guide id="110" pos="2880">
          <p15:clr>
            <a:srgbClr val="5ACBF0"/>
          </p15:clr>
        </p15:guide>
        <p15:guide id="111" pos="3360">
          <p15:clr>
            <a:srgbClr val="5ACBF0"/>
          </p15:clr>
        </p15:guide>
        <p15:guide id="113" pos="4320">
          <p15:clr>
            <a:srgbClr val="5ACBF0"/>
          </p15:clr>
        </p15:guide>
        <p15:guide id="114" pos="4800">
          <p15:clr>
            <a:srgbClr val="5ACBF0"/>
          </p15:clr>
        </p15:guide>
        <p15:guide id="115" pos="5269">
          <p15:clr>
            <a:srgbClr val="5ACBF0"/>
          </p15:clr>
        </p15:guide>
        <p15:guide id="116" pos="5760">
          <p15:clr>
            <a:srgbClr val="5ACBF0"/>
          </p15:clr>
        </p15:guide>
        <p15:guide id="117" pos="6240">
          <p15:clr>
            <a:srgbClr val="5ACBF0"/>
          </p15:clr>
        </p15:guide>
        <p15:guide id="118" pos="6720">
          <p15:clr>
            <a:srgbClr val="5ACBF0"/>
          </p15:clr>
        </p15:guide>
        <p15:guide id="119" pos="7200">
          <p15:clr>
            <a:srgbClr val="5ACBF0"/>
          </p15:clr>
        </p15:guide>
        <p15:guide id="120" orient="horz" pos="232" userDrawn="1">
          <p15:clr>
            <a:srgbClr val="5ACBF0"/>
          </p15:clr>
        </p15:guide>
        <p15:guide id="121" orient="horz" pos="1071">
          <p15:clr>
            <a:srgbClr val="E5E5E5"/>
          </p15:clr>
        </p15:guide>
        <p15:guide id="122" orient="horz" pos="4080">
          <p15:clr>
            <a:srgbClr val="5ACBF0"/>
          </p15:clr>
        </p15:guide>
        <p15:guide id="123" pos="551">
          <p15:clr>
            <a:srgbClr val="5ACBF0"/>
          </p15:clr>
        </p15:guide>
        <p15:guide id="124" pos="7446">
          <p15:clr>
            <a:srgbClr val="F26B43"/>
          </p15:clr>
        </p15:guide>
        <p15:guide id="125" pos="7540">
          <p15:clr>
            <a:srgbClr val="E5E5E5"/>
          </p15:clr>
        </p15:guide>
        <p15:guide id="126" orient="horz">
          <p15:clr>
            <a:srgbClr val="F26B43"/>
          </p15:clr>
        </p15:guide>
        <p15:guide id="127" orient="horz" pos="3612">
          <p15:clr>
            <a:srgbClr val="F26B43"/>
          </p15:clr>
        </p15:guide>
        <p15:guide id="128" orient="horz" pos="2409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C7F936-6036-A892-FF2B-811516229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8641" y="643948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3218C500-A42B-9142-84F4-99A63C03153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F91C9F-A1E7-B192-33B6-4FFA6224C98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75F55F72-4D96-696E-8C87-5C1CA8905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034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034537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47" r:id="rId2"/>
    <p:sldLayoutId id="2147483748" r:id="rId3"/>
    <p:sldLayoutId id="2147483726" r:id="rId4"/>
    <p:sldLayoutId id="2147483744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446" userDrawn="1">
          <p15:clr>
            <a:srgbClr val="F26B43"/>
          </p15:clr>
        </p15:guide>
        <p15:guide id="4" pos="234" userDrawn="1">
          <p15:clr>
            <a:srgbClr val="F26B43"/>
          </p15:clr>
        </p15:guide>
        <p15:guide id="5" orient="horz" pos="232" userDrawn="1">
          <p15:clr>
            <a:srgbClr val="F26B43"/>
          </p15:clr>
        </p15:guide>
        <p15:guide id="6" orient="horz" pos="482" userDrawn="1">
          <p15:clr>
            <a:srgbClr val="F26B43"/>
          </p15:clr>
        </p15:guide>
        <p15:guide id="7" orient="horz" pos="4088" userDrawn="1">
          <p15:clr>
            <a:srgbClr val="F26B43"/>
          </p15:clr>
        </p15:guide>
        <p15:guide id="8" orient="horz" pos="3861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02F93523-FC27-944D-93B6-7B72785D9BD9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7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 8" hidden="1">
            <a:extLst>
              <a:ext uri="{FF2B5EF4-FFF2-40B4-BE49-F238E27FC236}">
                <a16:creationId xmlns:a16="http://schemas.microsoft.com/office/drawing/2014/main" id="{3ED09647-438D-440D-A74B-A3E9ED9F2E58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7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9ADB0-09BA-B8C9-E75C-CB2AD369FC6C}"/>
              </a:ext>
            </a:extLst>
          </p:cNvPr>
          <p:cNvSpPr txBox="1"/>
          <p:nvPr userDrawn="1"/>
        </p:nvSpPr>
        <p:spPr>
          <a:xfrm>
            <a:off x="3531476" y="1639614"/>
            <a:ext cx="92398" cy="369332"/>
          </a:xfrm>
          <a:prstGeom prst="rect">
            <a:avLst/>
          </a:prstGeom>
        </p:spPr>
        <p:txBody>
          <a:bodyPr vert="horz" wrap="none" lIns="0" tIns="45720" rIns="91440" bIns="45720" rtlCol="0">
            <a:spAutoFit/>
          </a:bodyPr>
          <a:lstStyle/>
          <a:p>
            <a:pPr algn="l"/>
            <a:endParaRPr lang="ru-RU" b="0" i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154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05" r:id="rId2"/>
    <p:sldLayoutId id="2147483706" r:id="rId3"/>
    <p:sldLayoutId id="2147483707" r:id="rId4"/>
    <p:sldLayoutId id="2147483711" r:id="rId5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0" lang="ru-RU" sz="8800" b="0" i="0" u="none" strike="noStrike" kern="1200" cap="none" spc="0" normalizeH="0" baseline="0" dirty="0">
          <a:ln>
            <a:noFill/>
          </a:ln>
          <a:solidFill>
            <a:srgbClr val="2B2D33"/>
          </a:solidFill>
          <a:effectLst/>
          <a:uLnTx/>
          <a:uFillTx/>
          <a:latin typeface="Arial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lang="x-none" sz="1200" b="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lang="x-none" sz="1200" b="1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76400" rtl="0" eaLnBrk="1" latinLnBrk="0" hangingPunct="1">
        <a:lnSpc>
          <a:spcPct val="90000"/>
        </a:lnSpc>
        <a:spcBef>
          <a:spcPts val="600"/>
        </a:spcBef>
        <a:buFont typeface="Wingdings" pitchFamily="2" charset="2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57144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7144" algn="l" defTabSz="914400" rtl="0" eaLnBrk="1" latinLnBrk="0" hangingPunct="1"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20">
          <p15:clr>
            <a:srgbClr val="E5E5E5"/>
          </p15:clr>
        </p15:guide>
        <p15:guide id="4" pos="234">
          <p15:clr>
            <a:srgbClr val="F26B43"/>
          </p15:clr>
        </p15:guide>
        <p15:guide id="5" pos="370">
          <p15:clr>
            <a:srgbClr val="E5E5E5"/>
          </p15:clr>
        </p15:guide>
        <p15:guide id="8" pos="720">
          <p15:clr>
            <a:srgbClr val="E5E5E5"/>
          </p15:clr>
        </p15:guide>
        <p15:guide id="9" pos="840">
          <p15:clr>
            <a:srgbClr val="E5E5E5"/>
          </p15:clr>
        </p15:guide>
        <p15:guide id="11" pos="1096">
          <p15:clr>
            <a:srgbClr val="E5E5E5"/>
          </p15:clr>
        </p15:guide>
        <p15:guide id="12" pos="1200">
          <p15:clr>
            <a:srgbClr val="E5E5E5"/>
          </p15:clr>
        </p15:guide>
        <p15:guide id="13" pos="1320">
          <p15:clr>
            <a:srgbClr val="E5E5E5"/>
          </p15:clr>
        </p15:guide>
        <p15:guide id="15" pos="1576">
          <p15:clr>
            <a:srgbClr val="E5E5E5"/>
          </p15:clr>
        </p15:guide>
        <p15:guide id="16" pos="1680">
          <p15:clr>
            <a:srgbClr val="E5E5E5"/>
          </p15:clr>
        </p15:guide>
        <p15:guide id="17" pos="1799">
          <p15:clr>
            <a:srgbClr val="E5E5E5"/>
          </p15:clr>
        </p15:guide>
        <p15:guide id="19" pos="2040">
          <p15:clr>
            <a:srgbClr val="E5E5E5"/>
          </p15:clr>
        </p15:guide>
        <p15:guide id="20" pos="2160">
          <p15:clr>
            <a:srgbClr val="E5E5E5"/>
          </p15:clr>
        </p15:guide>
        <p15:guide id="21" pos="2280">
          <p15:clr>
            <a:srgbClr val="E5E5E5"/>
          </p15:clr>
        </p15:guide>
        <p15:guide id="23" pos="2520">
          <p15:clr>
            <a:srgbClr val="E5E5E5"/>
          </p15:clr>
        </p15:guide>
        <p15:guide id="24" pos="2640">
          <p15:clr>
            <a:srgbClr val="E5E5E5"/>
          </p15:clr>
        </p15:guide>
        <p15:guide id="25" pos="2760">
          <p15:clr>
            <a:srgbClr val="E5E5E5"/>
          </p15:clr>
        </p15:guide>
        <p15:guide id="27" pos="3000">
          <p15:clr>
            <a:srgbClr val="E5E5E5"/>
          </p15:clr>
        </p15:guide>
        <p15:guide id="28" pos="3120">
          <p15:clr>
            <a:srgbClr val="E5E5E5"/>
          </p15:clr>
        </p15:guide>
        <p15:guide id="29" pos="3240">
          <p15:clr>
            <a:srgbClr val="E5E5E5"/>
          </p15:clr>
        </p15:guide>
        <p15:guide id="31" pos="3480">
          <p15:clr>
            <a:srgbClr val="E5E5E5"/>
          </p15:clr>
        </p15:guide>
        <p15:guide id="32" pos="3600">
          <p15:clr>
            <a:srgbClr val="E5E5E5"/>
          </p15:clr>
        </p15:guide>
        <p15:guide id="33" pos="3720">
          <p15:clr>
            <a:srgbClr val="E5E5E5"/>
          </p15:clr>
        </p15:guide>
        <p15:guide id="35" pos="3960">
          <p15:clr>
            <a:srgbClr val="E5E5E5"/>
          </p15:clr>
        </p15:guide>
        <p15:guide id="36" pos="4080">
          <p15:clr>
            <a:srgbClr val="E5E5E5"/>
          </p15:clr>
        </p15:guide>
        <p15:guide id="37" pos="4200">
          <p15:clr>
            <a:srgbClr val="E5E5E5"/>
          </p15:clr>
        </p15:guide>
        <p15:guide id="39" pos="4440">
          <p15:clr>
            <a:srgbClr val="E5E5E5"/>
          </p15:clr>
        </p15:guide>
        <p15:guide id="40" pos="4566">
          <p15:clr>
            <a:srgbClr val="E5E5E5"/>
          </p15:clr>
        </p15:guide>
        <p15:guide id="41" pos="4680">
          <p15:clr>
            <a:srgbClr val="E5E5E5"/>
          </p15:clr>
        </p15:guide>
        <p15:guide id="43" pos="4920">
          <p15:clr>
            <a:srgbClr val="E5E5E5"/>
          </p15:clr>
        </p15:guide>
        <p15:guide id="44" pos="5040">
          <p15:clr>
            <a:srgbClr val="E5E5E5"/>
          </p15:clr>
        </p15:guide>
        <p15:guide id="45" pos="5160">
          <p15:clr>
            <a:srgbClr val="E5E5E5"/>
          </p15:clr>
        </p15:guide>
        <p15:guide id="47" pos="5400">
          <p15:clr>
            <a:srgbClr val="E5E5E5"/>
          </p15:clr>
        </p15:guide>
        <p15:guide id="48" pos="5520">
          <p15:clr>
            <a:srgbClr val="E5E5E5"/>
          </p15:clr>
        </p15:guide>
        <p15:guide id="49" pos="5640">
          <p15:clr>
            <a:srgbClr val="E5E5E5"/>
          </p15:clr>
        </p15:guide>
        <p15:guide id="51" pos="5880">
          <p15:clr>
            <a:srgbClr val="E5E5E5"/>
          </p15:clr>
        </p15:guide>
        <p15:guide id="52" pos="6000">
          <p15:clr>
            <a:srgbClr val="E5E5E5"/>
          </p15:clr>
        </p15:guide>
        <p15:guide id="53" pos="6120">
          <p15:clr>
            <a:srgbClr val="E5E5E5"/>
          </p15:clr>
        </p15:guide>
        <p15:guide id="55" pos="6360">
          <p15:clr>
            <a:srgbClr val="E5E5E5"/>
          </p15:clr>
        </p15:guide>
        <p15:guide id="56" pos="6480">
          <p15:clr>
            <a:srgbClr val="E5E5E5"/>
          </p15:clr>
        </p15:guide>
        <p15:guide id="57" pos="6600">
          <p15:clr>
            <a:srgbClr val="E5E5E5"/>
          </p15:clr>
        </p15:guide>
        <p15:guide id="59" pos="6840">
          <p15:clr>
            <a:srgbClr val="E5E5E5"/>
          </p15:clr>
        </p15:guide>
        <p15:guide id="60" pos="6960">
          <p15:clr>
            <a:srgbClr val="E5E5E5"/>
          </p15:clr>
        </p15:guide>
        <p15:guide id="61" pos="7080">
          <p15:clr>
            <a:srgbClr val="E5E5E5"/>
          </p15:clr>
        </p15:guide>
        <p15:guide id="63" pos="7320">
          <p15:clr>
            <a:srgbClr val="E5E5E5"/>
          </p15:clr>
        </p15:guide>
        <p15:guide id="65" pos="3840">
          <p15:clr>
            <a:srgbClr val="F26B43"/>
          </p15:clr>
        </p15:guide>
        <p15:guide id="66" orient="horz" pos="482" userDrawn="1">
          <p15:clr>
            <a:srgbClr val="F26B43"/>
          </p15:clr>
        </p15:guide>
        <p15:guide id="67" orient="horz" pos="4320">
          <p15:clr>
            <a:srgbClr val="E5E5E5"/>
          </p15:clr>
        </p15:guide>
        <p15:guide id="68" orient="horz" pos="120">
          <p15:clr>
            <a:srgbClr val="E5E5E5"/>
          </p15:clr>
        </p15:guide>
        <p15:guide id="70" orient="horz" pos="360">
          <p15:clr>
            <a:srgbClr val="E5E5E5"/>
          </p15:clr>
        </p15:guide>
        <p15:guide id="72" orient="horz" pos="595">
          <p15:clr>
            <a:srgbClr val="E5E5E5"/>
          </p15:clr>
        </p15:guide>
        <p15:guide id="73" orient="horz" pos="720">
          <p15:clr>
            <a:srgbClr val="E5E5E5"/>
          </p15:clr>
        </p15:guide>
        <p15:guide id="74" orient="horz" pos="840">
          <p15:clr>
            <a:srgbClr val="E5E5E5"/>
          </p15:clr>
        </p15:guide>
        <p15:guide id="75" orient="horz" pos="958">
          <p15:clr>
            <a:srgbClr val="E5E5E5"/>
          </p15:clr>
        </p15:guide>
        <p15:guide id="77" orient="horz" pos="1200">
          <p15:clr>
            <a:srgbClr val="E5E5E5"/>
          </p15:clr>
        </p15:guide>
        <p15:guide id="78" orient="horz" pos="1320">
          <p15:clr>
            <a:srgbClr val="E5E5E5"/>
          </p15:clr>
        </p15:guide>
        <p15:guide id="79" orient="horz" pos="1440">
          <p15:clr>
            <a:srgbClr val="E5E5E5"/>
          </p15:clr>
        </p15:guide>
        <p15:guide id="80" orient="horz" pos="1548">
          <p15:clr>
            <a:srgbClr val="E5E5E5"/>
          </p15:clr>
        </p15:guide>
        <p15:guide id="81" orient="horz" pos="1680">
          <p15:clr>
            <a:srgbClr val="E5E5E5"/>
          </p15:clr>
        </p15:guide>
        <p15:guide id="82" orient="horz" pos="1800">
          <p15:clr>
            <a:srgbClr val="E5E5E5"/>
          </p15:clr>
        </p15:guide>
        <p15:guide id="83" orient="horz" pos="1920">
          <p15:clr>
            <a:srgbClr val="E5E5E5"/>
          </p15:clr>
        </p15:guide>
        <p15:guide id="84" orient="horz" pos="2040">
          <p15:clr>
            <a:srgbClr val="E5E5E5"/>
          </p15:clr>
        </p15:guide>
        <p15:guide id="85" orient="horz" pos="2160">
          <p15:clr>
            <a:srgbClr val="E5E5E5"/>
          </p15:clr>
        </p15:guide>
        <p15:guide id="86" orient="horz" pos="2272">
          <p15:clr>
            <a:srgbClr val="E5E5E5"/>
          </p15:clr>
        </p15:guide>
        <p15:guide id="87" orient="horz" pos="2400">
          <p15:clr>
            <a:srgbClr val="E5E5E5"/>
          </p15:clr>
        </p15:guide>
        <p15:guide id="88" orient="horz" pos="2520">
          <p15:clr>
            <a:srgbClr val="E5E5E5"/>
          </p15:clr>
        </p15:guide>
        <p15:guide id="89" orient="horz" pos="2640">
          <p15:clr>
            <a:srgbClr val="E5E5E5"/>
          </p15:clr>
        </p15:guide>
        <p15:guide id="90" orient="horz" pos="2760">
          <p15:clr>
            <a:srgbClr val="E5E5E5"/>
          </p15:clr>
        </p15:guide>
        <p15:guide id="91" orient="horz" pos="2880">
          <p15:clr>
            <a:srgbClr val="E5E5E5"/>
          </p15:clr>
        </p15:guide>
        <p15:guide id="92" orient="horz" pos="3000">
          <p15:clr>
            <a:srgbClr val="E5E5E5"/>
          </p15:clr>
        </p15:guide>
        <p15:guide id="93" orient="horz" pos="3120">
          <p15:clr>
            <a:srgbClr val="E5E5E5"/>
          </p15:clr>
        </p15:guide>
        <p15:guide id="94" orient="horz" pos="3240">
          <p15:clr>
            <a:srgbClr val="E5E5E5"/>
          </p15:clr>
        </p15:guide>
        <p15:guide id="95" orient="horz" pos="3360">
          <p15:clr>
            <a:srgbClr val="E5E5E5"/>
          </p15:clr>
        </p15:guide>
        <p15:guide id="96" orient="horz" pos="3480">
          <p15:clr>
            <a:srgbClr val="E5E5E5"/>
          </p15:clr>
        </p15:guide>
        <p15:guide id="98" orient="horz" pos="3725">
          <p15:clr>
            <a:srgbClr val="E5E5E5"/>
          </p15:clr>
        </p15:guide>
        <p15:guide id="99" orient="horz" pos="3840">
          <p15:clr>
            <a:srgbClr val="E5E5E5"/>
          </p15:clr>
        </p15:guide>
        <p15:guide id="100" orient="horz" pos="3960">
          <p15:clr>
            <a:srgbClr val="E5E5E5"/>
          </p15:clr>
        </p15:guide>
        <p15:guide id="102" orient="horz" pos="4200">
          <p15:clr>
            <a:srgbClr val="E5E5E5"/>
          </p15:clr>
        </p15:guide>
        <p15:guide id="103">
          <p15:clr>
            <a:srgbClr val="5ACBF0"/>
          </p15:clr>
        </p15:guide>
        <p15:guide id="104" pos="7680">
          <p15:clr>
            <a:srgbClr val="5ACBF0"/>
          </p15:clr>
        </p15:guide>
        <p15:guide id="105" pos="480">
          <p15:clr>
            <a:srgbClr val="5ACBF0"/>
          </p15:clr>
        </p15:guide>
        <p15:guide id="106" pos="960">
          <p15:clr>
            <a:srgbClr val="5ACBF0"/>
          </p15:clr>
        </p15:guide>
        <p15:guide id="107" pos="1440">
          <p15:clr>
            <a:srgbClr val="5ACBF0"/>
          </p15:clr>
        </p15:guide>
        <p15:guide id="108" pos="1920">
          <p15:clr>
            <a:srgbClr val="5ACBF0"/>
          </p15:clr>
        </p15:guide>
        <p15:guide id="109" pos="2400">
          <p15:clr>
            <a:srgbClr val="5ACBF0"/>
          </p15:clr>
        </p15:guide>
        <p15:guide id="110" pos="2880">
          <p15:clr>
            <a:srgbClr val="5ACBF0"/>
          </p15:clr>
        </p15:guide>
        <p15:guide id="111" pos="3360">
          <p15:clr>
            <a:srgbClr val="5ACBF0"/>
          </p15:clr>
        </p15:guide>
        <p15:guide id="113" pos="4320">
          <p15:clr>
            <a:srgbClr val="5ACBF0"/>
          </p15:clr>
        </p15:guide>
        <p15:guide id="114" pos="4800">
          <p15:clr>
            <a:srgbClr val="5ACBF0"/>
          </p15:clr>
        </p15:guide>
        <p15:guide id="115" pos="5280">
          <p15:clr>
            <a:srgbClr val="5ACBF0"/>
          </p15:clr>
        </p15:guide>
        <p15:guide id="116" pos="5760">
          <p15:clr>
            <a:srgbClr val="5ACBF0"/>
          </p15:clr>
        </p15:guide>
        <p15:guide id="117" pos="6240">
          <p15:clr>
            <a:srgbClr val="5ACBF0"/>
          </p15:clr>
        </p15:guide>
        <p15:guide id="118" pos="6720">
          <p15:clr>
            <a:srgbClr val="5ACBF0"/>
          </p15:clr>
        </p15:guide>
        <p15:guide id="119" pos="7200">
          <p15:clr>
            <a:srgbClr val="5ACBF0"/>
          </p15:clr>
        </p15:guide>
        <p15:guide id="120" orient="horz" pos="232" userDrawn="1">
          <p15:clr>
            <a:srgbClr val="5ACBF0"/>
          </p15:clr>
        </p15:guide>
        <p15:guide id="121" orient="horz" pos="1071">
          <p15:clr>
            <a:srgbClr val="E5E5E5"/>
          </p15:clr>
        </p15:guide>
        <p15:guide id="122" orient="horz" pos="4080">
          <p15:clr>
            <a:srgbClr val="5ACBF0"/>
          </p15:clr>
        </p15:guide>
        <p15:guide id="123" pos="597">
          <p15:clr>
            <a:srgbClr val="A4A3A4"/>
          </p15:clr>
        </p15:guide>
        <p15:guide id="124" pos="7446">
          <p15:clr>
            <a:srgbClr val="F26B43"/>
          </p15:clr>
        </p15:guide>
        <p15:guide id="125" pos="7540">
          <p15:clr>
            <a:srgbClr val="E5E5E5"/>
          </p15:clr>
        </p15:guide>
        <p15:guide id="126" orient="horz">
          <p15:clr>
            <a:srgbClr val="F26B43"/>
          </p15:clr>
        </p15:guide>
        <p15:guide id="127" orient="horz" pos="3612">
          <p15:clr>
            <a:srgbClr val="F26B43"/>
          </p15:clr>
        </p15:guide>
        <p15:guide id="128" orient="horz" pos="240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4B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583E0AB-16DC-EAA1-FD11-A30BC71090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10222" r="15923" b="13492"/>
          <a:stretch/>
        </p:blipFill>
        <p:spPr>
          <a:xfrm>
            <a:off x="0" y="18871"/>
            <a:ext cx="12192000" cy="412133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A46647-2994-635F-5F6B-FC95268E61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633" y="4192869"/>
            <a:ext cx="6932602" cy="1381467"/>
          </a:xfrm>
          <a:prstGeom prst="rect">
            <a:avLst/>
          </a:prstGeom>
        </p:spPr>
        <p:txBody>
          <a:bodyPr/>
          <a:lstStyle/>
          <a:p>
            <a:r>
              <a:rPr lang="en-US" sz="5400" b="1" i="0" dirty="0">
                <a:solidFill>
                  <a:srgbClr val="DDDFE4"/>
                </a:solidFill>
                <a:effectLst/>
                <a:latin typeface="+mj-lt"/>
              </a:rPr>
              <a:t>Python </a:t>
            </a:r>
            <a:r>
              <a:rPr lang="ru-RU" sz="5400" b="1" i="0" dirty="0">
                <a:solidFill>
                  <a:srgbClr val="DDDFE4"/>
                </a:solidFill>
                <a:effectLst/>
                <a:latin typeface="+mj-lt"/>
              </a:rPr>
              <a:t>и квантовая счетная машина</a:t>
            </a:r>
            <a:endParaRPr lang="ru-RU" sz="5400" dirty="0">
              <a:latin typeface="+mj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6F3D97-0D1F-F30A-2820-4318A439E57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25035" y="5627005"/>
            <a:ext cx="6489216" cy="833766"/>
          </a:xfrm>
        </p:spPr>
        <p:txBody>
          <a:bodyPr/>
          <a:lstStyle/>
          <a:p>
            <a:r>
              <a:rPr lang="ru-RU" dirty="0" err="1"/>
              <a:t>Бейлак</a:t>
            </a:r>
            <a:r>
              <a:rPr lang="ru-RU" dirty="0"/>
              <a:t> Алиев</a:t>
            </a:r>
            <a:r>
              <a:rPr lang="en-US" dirty="0"/>
              <a:t> </a:t>
            </a:r>
          </a:p>
          <a:p>
            <a:r>
              <a:rPr lang="en-US" sz="2000" dirty="0"/>
              <a:t>Expert Software Engineer</a:t>
            </a:r>
            <a:r>
              <a:rPr lang="ru-RU" sz="2000" dirty="0"/>
              <a:t> </a:t>
            </a:r>
            <a:r>
              <a:rPr lang="ru-RU" dirty="0"/>
              <a:t>/ </a:t>
            </a:r>
            <a:r>
              <a:rPr lang="en-US" dirty="0"/>
              <a:t>Python Community Lead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D7B2F65-32BC-B690-422E-20BF310851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0539" y="315709"/>
            <a:ext cx="506621" cy="50662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959A5C9-5259-D3A8-3D1C-B9D0141F50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412" y="371077"/>
            <a:ext cx="961588" cy="4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524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BBA8D-88C3-654C-07D8-FD22C9197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A78B4B4A-ABA7-8A69-3921-24C630E0C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41" y="352759"/>
            <a:ext cx="10668219" cy="1175596"/>
          </a:xfrm>
        </p:spPr>
        <p:txBody>
          <a:bodyPr>
            <a:noAutofit/>
          </a:bodyPr>
          <a:lstStyle/>
          <a:p>
            <a:r>
              <a:rPr lang="ru-RU" sz="4000" dirty="0">
                <a:solidFill>
                  <a:schemeClr val="lt1"/>
                </a:solidFill>
              </a:rPr>
              <a:t>История квантовых вычислений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2652605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3CE13-EA76-2CD6-492D-5BD71AA41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26D80ECB-C9C0-6843-7592-C53775B4A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41" y="352759"/>
            <a:ext cx="10668219" cy="1175596"/>
          </a:xfrm>
        </p:spPr>
        <p:txBody>
          <a:bodyPr>
            <a:noAutofit/>
          </a:bodyPr>
          <a:lstStyle/>
          <a:p>
            <a:r>
              <a:rPr lang="ru-RU" sz="4000" dirty="0">
                <a:solidFill>
                  <a:schemeClr val="lt1"/>
                </a:solidFill>
              </a:rPr>
              <a:t>История квантовых вычислений</a:t>
            </a:r>
            <a:endParaRPr lang="ru-RU" sz="6000" dirty="0"/>
          </a:p>
        </p:txBody>
      </p:sp>
      <p:cxnSp>
        <p:nvCxnSpPr>
          <p:cNvPr id="134" name="Прямая соединительная линия 21">
            <a:extLst>
              <a:ext uri="{FF2B5EF4-FFF2-40B4-BE49-F238E27FC236}">
                <a16:creationId xmlns:a16="http://schemas.microsoft.com/office/drawing/2014/main" id="{4CA89AA4-EDC0-A036-9F4C-382D58A0B1E6}"/>
              </a:ext>
            </a:extLst>
          </p:cNvPr>
          <p:cNvCxnSpPr>
            <a:cxnSpLocks/>
            <a:stCxn id="138" idx="2"/>
            <a:endCxn id="146" idx="2"/>
          </p:cNvCxnSpPr>
          <p:nvPr/>
        </p:nvCxnSpPr>
        <p:spPr>
          <a:xfrm flipV="1">
            <a:off x="420976" y="3821183"/>
            <a:ext cx="2330723" cy="4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5" name="Группа 3">
            <a:extLst>
              <a:ext uri="{FF2B5EF4-FFF2-40B4-BE49-F238E27FC236}">
                <a16:creationId xmlns:a16="http://schemas.microsoft.com/office/drawing/2014/main" id="{61EDC059-A54C-EAC6-DA74-0C0D2C4854EE}"/>
              </a:ext>
            </a:extLst>
          </p:cNvPr>
          <p:cNvGrpSpPr/>
          <p:nvPr/>
        </p:nvGrpSpPr>
        <p:grpSpPr>
          <a:xfrm>
            <a:off x="392548" y="2798841"/>
            <a:ext cx="2107613" cy="3665107"/>
            <a:chOff x="521338" y="2798841"/>
            <a:chExt cx="2107613" cy="3665107"/>
          </a:xfrm>
        </p:grpSpPr>
        <p:sp>
          <p:nvSpPr>
            <p:cNvPr id="136" name="Текст 8">
              <a:extLst>
                <a:ext uri="{FF2B5EF4-FFF2-40B4-BE49-F238E27FC236}">
                  <a16:creationId xmlns:a16="http://schemas.microsoft.com/office/drawing/2014/main" id="{4AA6C4B1-B624-BD87-2342-1390993BD411}"/>
                </a:ext>
              </a:extLst>
            </p:cNvPr>
            <p:cNvSpPr txBox="1">
              <a:spLocks/>
            </p:cNvSpPr>
            <p:nvPr/>
          </p:nvSpPr>
          <p:spPr>
            <a:xfrm>
              <a:off x="521338" y="4230629"/>
              <a:ext cx="1127158" cy="2233319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Юрий Манин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Текст 17">
              <a:extLst>
                <a:ext uri="{FF2B5EF4-FFF2-40B4-BE49-F238E27FC236}">
                  <a16:creationId xmlns:a16="http://schemas.microsoft.com/office/drawing/2014/main" id="{1A8C4F7A-D828-250C-6AE8-E8E4D07E30AB}"/>
                </a:ext>
              </a:extLst>
            </p:cNvPr>
            <p:cNvSpPr txBox="1">
              <a:spLocks/>
            </p:cNvSpPr>
            <p:nvPr/>
          </p:nvSpPr>
          <p:spPr>
            <a:xfrm>
              <a:off x="521339" y="2798841"/>
              <a:ext cx="2107612" cy="722747"/>
            </a:xfrm>
            <a:prstGeom prst="rect">
              <a:avLst/>
            </a:prstGeom>
          </p:spPr>
          <p:txBody>
            <a:bodyPr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1980</a:t>
              </a:r>
            </a:p>
          </p:txBody>
        </p:sp>
        <p:sp>
          <p:nvSpPr>
            <p:cNvPr id="138" name="Овал 29">
              <a:extLst>
                <a:ext uri="{FF2B5EF4-FFF2-40B4-BE49-F238E27FC236}">
                  <a16:creationId xmlns:a16="http://schemas.microsoft.com/office/drawing/2014/main" id="{381D44A0-3311-BE04-FFE5-FDDCA41C69E6}"/>
                </a:ext>
              </a:extLst>
            </p:cNvPr>
            <p:cNvSpPr/>
            <p:nvPr/>
          </p:nvSpPr>
          <p:spPr>
            <a:xfrm>
              <a:off x="549766" y="3670460"/>
              <a:ext cx="302266" cy="30226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9" name="Группа 11">
            <a:extLst>
              <a:ext uri="{FF2B5EF4-FFF2-40B4-BE49-F238E27FC236}">
                <a16:creationId xmlns:a16="http://schemas.microsoft.com/office/drawing/2014/main" id="{6815135E-17F2-D469-591A-70F2AD7B2D5B}"/>
              </a:ext>
            </a:extLst>
          </p:cNvPr>
          <p:cNvGrpSpPr/>
          <p:nvPr/>
        </p:nvGrpSpPr>
        <p:grpSpPr>
          <a:xfrm>
            <a:off x="4962254" y="2798841"/>
            <a:ext cx="2460178" cy="3665107"/>
            <a:chOff x="6735337" y="2798841"/>
            <a:chExt cx="2460178" cy="3665107"/>
          </a:xfrm>
        </p:grpSpPr>
        <p:sp>
          <p:nvSpPr>
            <p:cNvPr id="140" name="Текст 10">
              <a:extLst>
                <a:ext uri="{FF2B5EF4-FFF2-40B4-BE49-F238E27FC236}">
                  <a16:creationId xmlns:a16="http://schemas.microsoft.com/office/drawing/2014/main" id="{E83FF3CC-81A2-E136-73B6-650B44A3A6A3}"/>
                </a:ext>
              </a:extLst>
            </p:cNvPr>
            <p:cNvSpPr txBox="1">
              <a:spLocks/>
            </p:cNvSpPr>
            <p:nvPr/>
          </p:nvSpPr>
          <p:spPr>
            <a:xfrm>
              <a:off x="6817198" y="4230629"/>
              <a:ext cx="2378317" cy="2233319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Питер Шор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Алгоритм разложения больших чисел</a:t>
              </a:r>
              <a:endPara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Текст 19">
              <a:extLst>
                <a:ext uri="{FF2B5EF4-FFF2-40B4-BE49-F238E27FC236}">
                  <a16:creationId xmlns:a16="http://schemas.microsoft.com/office/drawing/2014/main" id="{E55B1499-E227-9F6B-24CF-B72392CC26F8}"/>
                </a:ext>
              </a:extLst>
            </p:cNvPr>
            <p:cNvSpPr txBox="1">
              <a:spLocks/>
            </p:cNvSpPr>
            <p:nvPr/>
          </p:nvSpPr>
          <p:spPr>
            <a:xfrm>
              <a:off x="6735337" y="2798841"/>
              <a:ext cx="2107612" cy="722747"/>
            </a:xfrm>
            <a:prstGeom prst="rect">
              <a:avLst/>
            </a:prstGeom>
          </p:spPr>
          <p:txBody>
            <a:bodyPr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ru-RU" sz="2000" b="1" i="0" u="none" strike="noStrike" cap="none" dirty="0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1994</a:t>
              </a:r>
            </a:p>
          </p:txBody>
        </p:sp>
        <p:sp>
          <p:nvSpPr>
            <p:cNvPr id="142" name="Овал 30">
              <a:extLst>
                <a:ext uri="{FF2B5EF4-FFF2-40B4-BE49-F238E27FC236}">
                  <a16:creationId xmlns:a16="http://schemas.microsoft.com/office/drawing/2014/main" id="{3B1C6BF2-91E2-003C-6209-79ACFC33AD2A}"/>
                </a:ext>
              </a:extLst>
            </p:cNvPr>
            <p:cNvSpPr/>
            <p:nvPr/>
          </p:nvSpPr>
          <p:spPr>
            <a:xfrm>
              <a:off x="6817198" y="3670050"/>
              <a:ext cx="302266" cy="30226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3" name="Группа 2">
            <a:extLst>
              <a:ext uri="{FF2B5EF4-FFF2-40B4-BE49-F238E27FC236}">
                <a16:creationId xmlns:a16="http://schemas.microsoft.com/office/drawing/2014/main" id="{08F8A6F5-5002-BF44-47D0-2D5D8033FA3D}"/>
              </a:ext>
            </a:extLst>
          </p:cNvPr>
          <p:cNvGrpSpPr/>
          <p:nvPr/>
        </p:nvGrpSpPr>
        <p:grpSpPr>
          <a:xfrm>
            <a:off x="2677401" y="2798841"/>
            <a:ext cx="2107613" cy="3665107"/>
            <a:chOff x="3547767" y="2798841"/>
            <a:chExt cx="2107613" cy="3665107"/>
          </a:xfrm>
        </p:grpSpPr>
        <p:sp>
          <p:nvSpPr>
            <p:cNvPr id="144" name="Текст 9">
              <a:extLst>
                <a:ext uri="{FF2B5EF4-FFF2-40B4-BE49-F238E27FC236}">
                  <a16:creationId xmlns:a16="http://schemas.microsoft.com/office/drawing/2014/main" id="{B54FFC74-39C7-7D52-A9F4-FDAA9637FE2B}"/>
                </a:ext>
              </a:extLst>
            </p:cNvPr>
            <p:cNvSpPr txBox="1">
              <a:spLocks/>
            </p:cNvSpPr>
            <p:nvPr/>
          </p:nvSpPr>
          <p:spPr>
            <a:xfrm>
              <a:off x="3547767" y="4230629"/>
              <a:ext cx="1616661" cy="2233319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Ричард Фейнман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Текст 18">
              <a:extLst>
                <a:ext uri="{FF2B5EF4-FFF2-40B4-BE49-F238E27FC236}">
                  <a16:creationId xmlns:a16="http://schemas.microsoft.com/office/drawing/2014/main" id="{CF153E57-0633-4625-8E0D-EBBD69BE02D2}"/>
                </a:ext>
              </a:extLst>
            </p:cNvPr>
            <p:cNvSpPr txBox="1">
              <a:spLocks/>
            </p:cNvSpPr>
            <p:nvPr/>
          </p:nvSpPr>
          <p:spPr>
            <a:xfrm>
              <a:off x="3547768" y="2798841"/>
              <a:ext cx="2107612" cy="722747"/>
            </a:xfrm>
            <a:prstGeom prst="rect">
              <a:avLst/>
            </a:prstGeom>
          </p:spPr>
          <p:txBody>
            <a:bodyPr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1982</a:t>
              </a:r>
            </a:p>
          </p:txBody>
        </p:sp>
        <p:sp>
          <p:nvSpPr>
            <p:cNvPr id="146" name="Овал 31">
              <a:extLst>
                <a:ext uri="{FF2B5EF4-FFF2-40B4-BE49-F238E27FC236}">
                  <a16:creationId xmlns:a16="http://schemas.microsoft.com/office/drawing/2014/main" id="{5074DE0C-E223-0282-62EA-06C50E1C792A}"/>
                </a:ext>
              </a:extLst>
            </p:cNvPr>
            <p:cNvSpPr/>
            <p:nvPr/>
          </p:nvSpPr>
          <p:spPr>
            <a:xfrm>
              <a:off x="3622065" y="3670050"/>
              <a:ext cx="302266" cy="30226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7" name="Группа 12">
            <a:extLst>
              <a:ext uri="{FF2B5EF4-FFF2-40B4-BE49-F238E27FC236}">
                <a16:creationId xmlns:a16="http://schemas.microsoft.com/office/drawing/2014/main" id="{F943347D-E80C-564C-AE02-816061985FBA}"/>
              </a:ext>
            </a:extLst>
          </p:cNvPr>
          <p:cNvGrpSpPr/>
          <p:nvPr/>
        </p:nvGrpSpPr>
        <p:grpSpPr>
          <a:xfrm>
            <a:off x="7599673" y="2798841"/>
            <a:ext cx="2286378" cy="3665107"/>
            <a:chOff x="9806884" y="2798841"/>
            <a:chExt cx="2286378" cy="3665107"/>
          </a:xfrm>
        </p:grpSpPr>
        <p:sp>
          <p:nvSpPr>
            <p:cNvPr id="148" name="Текст 10">
              <a:extLst>
                <a:ext uri="{FF2B5EF4-FFF2-40B4-BE49-F238E27FC236}">
                  <a16:creationId xmlns:a16="http://schemas.microsoft.com/office/drawing/2014/main" id="{EC79736C-2AC0-872E-7AE0-EB83201058AB}"/>
                </a:ext>
              </a:extLst>
            </p:cNvPr>
            <p:cNvSpPr txBox="1">
              <a:spLocks/>
            </p:cNvSpPr>
            <p:nvPr/>
          </p:nvSpPr>
          <p:spPr>
            <a:xfrm>
              <a:off x="9806884" y="4230629"/>
              <a:ext cx="2286378" cy="2233319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Алгоритм Гровера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GSA </a:t>
              </a: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за время </a:t>
              </a:r>
              <a:r>
                <a:rPr kumimoji="0" lang="en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O(√N)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Текст 19">
              <a:extLst>
                <a:ext uri="{FF2B5EF4-FFF2-40B4-BE49-F238E27FC236}">
                  <a16:creationId xmlns:a16="http://schemas.microsoft.com/office/drawing/2014/main" id="{B204C7D1-F401-4FE5-1BE3-8DAB59E9BEAB}"/>
                </a:ext>
              </a:extLst>
            </p:cNvPr>
            <p:cNvSpPr txBox="1">
              <a:spLocks/>
            </p:cNvSpPr>
            <p:nvPr/>
          </p:nvSpPr>
          <p:spPr>
            <a:xfrm>
              <a:off x="9806885" y="2798841"/>
              <a:ext cx="1518568" cy="722747"/>
            </a:xfrm>
            <a:prstGeom prst="rect">
              <a:avLst/>
            </a:prstGeom>
          </p:spPr>
          <p:txBody>
            <a:bodyPr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1996</a:t>
              </a:r>
            </a:p>
          </p:txBody>
        </p:sp>
        <p:sp>
          <p:nvSpPr>
            <p:cNvPr id="150" name="Овал 35">
              <a:extLst>
                <a:ext uri="{FF2B5EF4-FFF2-40B4-BE49-F238E27FC236}">
                  <a16:creationId xmlns:a16="http://schemas.microsoft.com/office/drawing/2014/main" id="{82E78729-DB5A-8784-53B6-E8199C631A93}"/>
                </a:ext>
              </a:extLst>
            </p:cNvPr>
            <p:cNvSpPr/>
            <p:nvPr/>
          </p:nvSpPr>
          <p:spPr>
            <a:xfrm>
              <a:off x="9888746" y="3670050"/>
              <a:ext cx="302266" cy="30226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151" name="Прямая соединительная линия 14">
            <a:extLst>
              <a:ext uri="{FF2B5EF4-FFF2-40B4-BE49-F238E27FC236}">
                <a16:creationId xmlns:a16="http://schemas.microsoft.com/office/drawing/2014/main" id="{4E13AB96-CAF0-A682-0399-7F1FB66A2B86}"/>
              </a:ext>
            </a:extLst>
          </p:cNvPr>
          <p:cNvCxnSpPr>
            <a:cxnSpLocks/>
            <a:stCxn id="142" idx="6"/>
            <a:endCxn id="150" idx="2"/>
          </p:cNvCxnSpPr>
          <p:nvPr/>
        </p:nvCxnSpPr>
        <p:spPr>
          <a:xfrm>
            <a:off x="5346381" y="3821183"/>
            <a:ext cx="2335154" cy="0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2" name="Группа 19">
            <a:extLst>
              <a:ext uri="{FF2B5EF4-FFF2-40B4-BE49-F238E27FC236}">
                <a16:creationId xmlns:a16="http://schemas.microsoft.com/office/drawing/2014/main" id="{A7B4AF4F-AF69-D59E-C70C-50FDE65257D9}"/>
              </a:ext>
            </a:extLst>
          </p:cNvPr>
          <p:cNvGrpSpPr/>
          <p:nvPr/>
        </p:nvGrpSpPr>
        <p:grpSpPr>
          <a:xfrm>
            <a:off x="10865986" y="2798841"/>
            <a:ext cx="1175762" cy="3665107"/>
            <a:chOff x="9806884" y="2798841"/>
            <a:chExt cx="1175762" cy="3665107"/>
          </a:xfrm>
        </p:grpSpPr>
        <p:sp>
          <p:nvSpPr>
            <p:cNvPr id="153" name="Текст 10">
              <a:extLst>
                <a:ext uri="{FF2B5EF4-FFF2-40B4-BE49-F238E27FC236}">
                  <a16:creationId xmlns:a16="http://schemas.microsoft.com/office/drawing/2014/main" id="{3B3D89E8-D5CD-DE03-F5B8-E81ED8087BCB}"/>
                </a:ext>
              </a:extLst>
            </p:cNvPr>
            <p:cNvSpPr txBox="1">
              <a:spLocks/>
            </p:cNvSpPr>
            <p:nvPr/>
          </p:nvSpPr>
          <p:spPr>
            <a:xfrm>
              <a:off x="9806884" y="4230629"/>
              <a:ext cx="1175761" cy="2233319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433 </a:t>
              </a: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Qubits</a:t>
              </a:r>
            </a:p>
          </p:txBody>
        </p:sp>
        <p:sp>
          <p:nvSpPr>
            <p:cNvPr id="154" name="Текст 19">
              <a:extLst>
                <a:ext uri="{FF2B5EF4-FFF2-40B4-BE49-F238E27FC236}">
                  <a16:creationId xmlns:a16="http://schemas.microsoft.com/office/drawing/2014/main" id="{151A66F5-B26C-C420-A861-3C5E76361672}"/>
                </a:ext>
              </a:extLst>
            </p:cNvPr>
            <p:cNvSpPr txBox="1">
              <a:spLocks/>
            </p:cNvSpPr>
            <p:nvPr/>
          </p:nvSpPr>
          <p:spPr>
            <a:xfrm>
              <a:off x="9806885" y="2798841"/>
              <a:ext cx="1175761" cy="722747"/>
            </a:xfrm>
            <a:prstGeom prst="rect">
              <a:avLst/>
            </a:prstGeom>
          </p:spPr>
          <p:txBody>
            <a:bodyPr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202</a:t>
              </a: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2</a:t>
              </a:r>
              <a:endPara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Овал 23">
              <a:extLst>
                <a:ext uri="{FF2B5EF4-FFF2-40B4-BE49-F238E27FC236}">
                  <a16:creationId xmlns:a16="http://schemas.microsoft.com/office/drawing/2014/main" id="{563B9777-AA27-4DD5-45AF-31779C24147D}"/>
                </a:ext>
              </a:extLst>
            </p:cNvPr>
            <p:cNvSpPr/>
            <p:nvPr/>
          </p:nvSpPr>
          <p:spPr>
            <a:xfrm>
              <a:off x="9888746" y="3670050"/>
              <a:ext cx="302266" cy="30226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156" name="Прямая соединительная линия 25">
            <a:extLst>
              <a:ext uri="{FF2B5EF4-FFF2-40B4-BE49-F238E27FC236}">
                <a16:creationId xmlns:a16="http://schemas.microsoft.com/office/drawing/2014/main" id="{5D609432-3C47-39FF-D78F-D545EDFB91AF}"/>
              </a:ext>
            </a:extLst>
          </p:cNvPr>
          <p:cNvCxnSpPr>
            <a:cxnSpLocks/>
            <a:stCxn id="150" idx="6"/>
            <a:endCxn id="155" idx="2"/>
          </p:cNvCxnSpPr>
          <p:nvPr/>
        </p:nvCxnSpPr>
        <p:spPr>
          <a:xfrm>
            <a:off x="7983801" y="3821183"/>
            <a:ext cx="2964047" cy="0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Текст 19">
            <a:extLst>
              <a:ext uri="{FF2B5EF4-FFF2-40B4-BE49-F238E27FC236}">
                <a16:creationId xmlns:a16="http://schemas.microsoft.com/office/drawing/2014/main" id="{66DAC1C5-64F0-7AA2-0CD0-4140181DA4E4}"/>
              </a:ext>
            </a:extLst>
          </p:cNvPr>
          <p:cNvSpPr txBox="1">
            <a:spLocks/>
          </p:cNvSpPr>
          <p:nvPr/>
        </p:nvSpPr>
        <p:spPr>
          <a:xfrm>
            <a:off x="9257009" y="3404483"/>
            <a:ext cx="566693" cy="722747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</a:rPr>
              <a:t>…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cxnSp>
        <p:nvCxnSpPr>
          <p:cNvPr id="158" name="Прямая соединительная линия 37">
            <a:extLst>
              <a:ext uri="{FF2B5EF4-FFF2-40B4-BE49-F238E27FC236}">
                <a16:creationId xmlns:a16="http://schemas.microsoft.com/office/drawing/2014/main" id="{10F6CB3E-5AD6-438B-5507-491BB88DB6C7}"/>
              </a:ext>
            </a:extLst>
          </p:cNvPr>
          <p:cNvCxnSpPr>
            <a:cxnSpLocks/>
            <a:endCxn id="142" idx="2"/>
          </p:cNvCxnSpPr>
          <p:nvPr/>
        </p:nvCxnSpPr>
        <p:spPr>
          <a:xfrm>
            <a:off x="3053965" y="3821183"/>
            <a:ext cx="19901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724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6E9A0-6D2B-CC01-E26B-757FCC76C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9CDC60-BC4C-5A45-2DD3-B4D4A3CAE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317" y="2029737"/>
            <a:ext cx="11005365" cy="2798526"/>
          </a:xfrm>
        </p:spPr>
        <p:txBody>
          <a:bodyPr>
            <a:noAutofit/>
          </a:bodyPr>
          <a:lstStyle/>
          <a:p>
            <a:pPr algn="ctr"/>
            <a:r>
              <a:rPr lang="ru-RU" sz="13800" dirty="0">
                <a:solidFill>
                  <a:schemeClr val="lt1"/>
                </a:solidFill>
              </a:rPr>
              <a:t>Мини-теория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2347737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1F85C-3CAF-0E9B-309E-DE68F9BB5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Скругленный прямоугольник 10">
            <a:extLst>
              <a:ext uri="{FF2B5EF4-FFF2-40B4-BE49-F238E27FC236}">
                <a16:creationId xmlns:a16="http://schemas.microsoft.com/office/drawing/2014/main" id="{B44D9579-B9E2-3331-C734-249332A0B79F}"/>
              </a:ext>
            </a:extLst>
          </p:cNvPr>
          <p:cNvSpPr/>
          <p:nvPr/>
        </p:nvSpPr>
        <p:spPr>
          <a:xfrm>
            <a:off x="412751" y="1548620"/>
            <a:ext cx="5510378" cy="5015955"/>
          </a:xfrm>
          <a:prstGeom prst="roundRect">
            <a:avLst>
              <a:gd name="adj" fmla="val 4055"/>
            </a:avLst>
          </a:prstGeom>
          <a:solidFill>
            <a:srgbClr val="F6F6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C30AB70D-B438-86B6-EF3C-D6E9F0CAAE78}"/>
              </a:ext>
            </a:extLst>
          </p:cNvPr>
          <p:cNvSpPr/>
          <p:nvPr/>
        </p:nvSpPr>
        <p:spPr>
          <a:xfrm>
            <a:off x="6235629" y="1548621"/>
            <a:ext cx="5510378" cy="5015955"/>
          </a:xfrm>
          <a:prstGeom prst="roundRect">
            <a:avLst>
              <a:gd name="adj" fmla="val 405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B4560A-118A-669C-B7C3-BD9C2010B658}"/>
              </a:ext>
            </a:extLst>
          </p:cNvPr>
          <p:cNvSpPr txBox="1">
            <a:spLocks/>
          </p:cNvSpPr>
          <p:nvPr/>
        </p:nvSpPr>
        <p:spPr>
          <a:xfrm>
            <a:off x="771512" y="1824271"/>
            <a:ext cx="3918822" cy="70376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Бинарная логика</a:t>
            </a:r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8EE14191-F9B7-54FE-E57D-B3552BB94B4C}"/>
              </a:ext>
            </a:extLst>
          </p:cNvPr>
          <p:cNvSpPr txBox="1">
            <a:spLocks/>
          </p:cNvSpPr>
          <p:nvPr/>
        </p:nvSpPr>
        <p:spPr>
          <a:xfrm>
            <a:off x="1164093" y="3361765"/>
            <a:ext cx="4759036" cy="548187"/>
          </a:xfrm>
          <a:prstGeom prst="rect">
            <a:avLst/>
          </a:prstGeom>
        </p:spPr>
        <p:txBody>
          <a:bodyPr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 dirty="0"/>
              <a:t>Классический бит — 0 или 1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657F419E-6B7D-189B-4B83-9871DE60F2E6}"/>
              </a:ext>
            </a:extLst>
          </p:cNvPr>
          <p:cNvSpPr txBox="1">
            <a:spLocks/>
          </p:cNvSpPr>
          <p:nvPr/>
        </p:nvSpPr>
        <p:spPr>
          <a:xfrm>
            <a:off x="1164093" y="4450564"/>
            <a:ext cx="4759036" cy="548187"/>
          </a:xfrm>
          <a:prstGeom prst="rect">
            <a:avLst/>
          </a:prstGeom>
        </p:spPr>
        <p:txBody>
          <a:bodyPr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 dirty="0"/>
              <a:t>Напряжение — есть или нет</a:t>
            </a:r>
          </a:p>
        </p:txBody>
      </p:sp>
      <p:sp>
        <p:nvSpPr>
          <p:cNvPr id="19" name="Текст 5">
            <a:extLst>
              <a:ext uri="{FF2B5EF4-FFF2-40B4-BE49-F238E27FC236}">
                <a16:creationId xmlns:a16="http://schemas.microsoft.com/office/drawing/2014/main" id="{DA2FB826-2C61-C099-BE6D-E0502E86BB3E}"/>
              </a:ext>
            </a:extLst>
          </p:cNvPr>
          <p:cNvSpPr txBox="1">
            <a:spLocks/>
          </p:cNvSpPr>
          <p:nvPr/>
        </p:nvSpPr>
        <p:spPr>
          <a:xfrm>
            <a:off x="1164093" y="5539363"/>
            <a:ext cx="4759036" cy="548187"/>
          </a:xfrm>
          <a:prstGeom prst="rect">
            <a:avLst/>
          </a:prstGeom>
        </p:spPr>
        <p:txBody>
          <a:bodyPr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 dirty="0"/>
              <a:t>Тумблер — вкл. или выкл.</a:t>
            </a:r>
          </a:p>
        </p:txBody>
      </p:sp>
      <p:cxnSp>
        <p:nvCxnSpPr>
          <p:cNvPr id="20" name="Прямая соединительная линия 4">
            <a:extLst>
              <a:ext uri="{FF2B5EF4-FFF2-40B4-BE49-F238E27FC236}">
                <a16:creationId xmlns:a16="http://schemas.microsoft.com/office/drawing/2014/main" id="{580D8400-1996-42E3-ACC1-E3EBB24CE41B}"/>
              </a:ext>
            </a:extLst>
          </p:cNvPr>
          <p:cNvCxnSpPr>
            <a:cxnSpLocks/>
          </p:cNvCxnSpPr>
          <p:nvPr/>
        </p:nvCxnSpPr>
        <p:spPr>
          <a:xfrm>
            <a:off x="720283" y="4180258"/>
            <a:ext cx="48557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5">
            <a:extLst>
              <a:ext uri="{FF2B5EF4-FFF2-40B4-BE49-F238E27FC236}">
                <a16:creationId xmlns:a16="http://schemas.microsoft.com/office/drawing/2014/main" id="{BF35F8A2-4E1E-A75A-F4CA-AFCDB51E55E2}"/>
              </a:ext>
            </a:extLst>
          </p:cNvPr>
          <p:cNvCxnSpPr>
            <a:cxnSpLocks/>
          </p:cNvCxnSpPr>
          <p:nvPr/>
        </p:nvCxnSpPr>
        <p:spPr>
          <a:xfrm>
            <a:off x="720283" y="5269057"/>
            <a:ext cx="48557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object 51">
            <a:extLst>
              <a:ext uri="{FF2B5EF4-FFF2-40B4-BE49-F238E27FC236}">
                <a16:creationId xmlns:a16="http://schemas.microsoft.com/office/drawing/2014/main" id="{F78F4E0F-0130-8269-58C0-D57BBA636BC6}"/>
              </a:ext>
            </a:extLst>
          </p:cNvPr>
          <p:cNvSpPr/>
          <p:nvPr/>
        </p:nvSpPr>
        <p:spPr>
          <a:xfrm>
            <a:off x="720283" y="4544660"/>
            <a:ext cx="359994" cy="3599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63">
            <a:extLst>
              <a:ext uri="{FF2B5EF4-FFF2-40B4-BE49-F238E27FC236}">
                <a16:creationId xmlns:a16="http://schemas.microsoft.com/office/drawing/2014/main" id="{4EE4450D-147D-8249-91EE-E468DE5BFBA9}"/>
              </a:ext>
            </a:extLst>
          </p:cNvPr>
          <p:cNvSpPr/>
          <p:nvPr/>
        </p:nvSpPr>
        <p:spPr>
          <a:xfrm>
            <a:off x="695818" y="5630083"/>
            <a:ext cx="359994" cy="360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51">
            <a:extLst>
              <a:ext uri="{FF2B5EF4-FFF2-40B4-BE49-F238E27FC236}">
                <a16:creationId xmlns:a16="http://schemas.microsoft.com/office/drawing/2014/main" id="{BC4AFABC-B09F-82B2-BC67-C8DEA4FC7133}"/>
              </a:ext>
            </a:extLst>
          </p:cNvPr>
          <p:cNvSpPr/>
          <p:nvPr/>
        </p:nvSpPr>
        <p:spPr>
          <a:xfrm>
            <a:off x="720283" y="3453075"/>
            <a:ext cx="359994" cy="3599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Google Shape;693;p64" descr="A black switch with a white letter on the side&#10;&#10;Description automatically generated">
            <a:extLst>
              <a:ext uri="{FF2B5EF4-FFF2-40B4-BE49-F238E27FC236}">
                <a16:creationId xmlns:a16="http://schemas.microsoft.com/office/drawing/2014/main" id="{DC174B84-6570-854D-4C2A-6973B308A08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25601" y="1642385"/>
            <a:ext cx="4930433" cy="4828424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690;p64">
            <a:extLst>
              <a:ext uri="{FF2B5EF4-FFF2-40B4-BE49-F238E27FC236}">
                <a16:creationId xmlns:a16="http://schemas.microsoft.com/office/drawing/2014/main" id="{DA6FC58E-834A-8446-4B2C-C167358B99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ru-RU" sz="4000" dirty="0"/>
              <a:t>Классические компьютеры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2827588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EF259-01A0-3263-F3FB-B7E2BD433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7A5F26C8-D16B-045D-1C6D-E249E3069686}"/>
              </a:ext>
            </a:extLst>
          </p:cNvPr>
          <p:cNvSpPr/>
          <p:nvPr/>
        </p:nvSpPr>
        <p:spPr>
          <a:xfrm>
            <a:off x="304800" y="1226371"/>
            <a:ext cx="11441207" cy="5338205"/>
          </a:xfrm>
          <a:prstGeom prst="roundRect">
            <a:avLst>
              <a:gd name="adj" fmla="val 405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7" name="Google Shape;690;p64">
            <a:extLst>
              <a:ext uri="{FF2B5EF4-FFF2-40B4-BE49-F238E27FC236}">
                <a16:creationId xmlns:a16="http://schemas.microsoft.com/office/drawing/2014/main" id="{AD6ECFCA-AED2-B2A9-5658-A8299C2058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ru-RU" sz="4000" dirty="0"/>
              <a:t>Классические компьютеры</a:t>
            </a:r>
            <a:endParaRPr sz="4000" dirty="0"/>
          </a:p>
        </p:txBody>
      </p:sp>
      <p:pic>
        <p:nvPicPr>
          <p:cNvPr id="3" name="Google Shape;700;p65">
            <a:extLst>
              <a:ext uri="{FF2B5EF4-FFF2-40B4-BE49-F238E27FC236}">
                <a16:creationId xmlns:a16="http://schemas.microsoft.com/office/drawing/2014/main" id="{77B7A92C-2978-7F4A-D3D5-38D7391F36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397" y="1442767"/>
            <a:ext cx="10758011" cy="49054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8756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90E57-71F3-D7F8-D0FE-FDB99FA7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Скругленный прямоугольник 10">
            <a:extLst>
              <a:ext uri="{FF2B5EF4-FFF2-40B4-BE49-F238E27FC236}">
                <a16:creationId xmlns:a16="http://schemas.microsoft.com/office/drawing/2014/main" id="{FC72D3DA-DC77-7E5D-165B-5E4A8F4EC7D9}"/>
              </a:ext>
            </a:extLst>
          </p:cNvPr>
          <p:cNvSpPr/>
          <p:nvPr/>
        </p:nvSpPr>
        <p:spPr>
          <a:xfrm>
            <a:off x="5943600" y="1129551"/>
            <a:ext cx="5976110" cy="4930355"/>
          </a:xfrm>
          <a:prstGeom prst="roundRect">
            <a:avLst>
              <a:gd name="adj" fmla="val 4055"/>
            </a:avLst>
          </a:prstGeom>
          <a:solidFill>
            <a:srgbClr val="F6F6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Скругленный прямоугольник 10">
            <a:extLst>
              <a:ext uri="{FF2B5EF4-FFF2-40B4-BE49-F238E27FC236}">
                <a16:creationId xmlns:a16="http://schemas.microsoft.com/office/drawing/2014/main" id="{39777796-77E3-93F8-BD04-AB5A3495DDCB}"/>
              </a:ext>
            </a:extLst>
          </p:cNvPr>
          <p:cNvSpPr/>
          <p:nvPr/>
        </p:nvSpPr>
        <p:spPr>
          <a:xfrm>
            <a:off x="272290" y="1129551"/>
            <a:ext cx="5510378" cy="5015955"/>
          </a:xfrm>
          <a:prstGeom prst="roundRect">
            <a:avLst>
              <a:gd name="adj" fmla="val 405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Google Shape;690;p64">
            <a:extLst>
              <a:ext uri="{FF2B5EF4-FFF2-40B4-BE49-F238E27FC236}">
                <a16:creationId xmlns:a16="http://schemas.microsoft.com/office/drawing/2014/main" id="{7D01D6C1-BB13-9A92-7257-4A8A549F54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ru-RU" sz="4000" dirty="0"/>
              <a:t>Квантовые компьютеры</a:t>
            </a:r>
            <a:endParaRPr sz="4000" dirty="0"/>
          </a:p>
        </p:txBody>
      </p:sp>
      <p:grpSp>
        <p:nvGrpSpPr>
          <p:cNvPr id="29" name="Группа 37">
            <a:extLst>
              <a:ext uri="{FF2B5EF4-FFF2-40B4-BE49-F238E27FC236}">
                <a16:creationId xmlns:a16="http://schemas.microsoft.com/office/drawing/2014/main" id="{F47AD5ED-5CEE-88A5-1DED-219DE6DAA0C9}"/>
              </a:ext>
            </a:extLst>
          </p:cNvPr>
          <p:cNvGrpSpPr/>
          <p:nvPr/>
        </p:nvGrpSpPr>
        <p:grpSpPr>
          <a:xfrm>
            <a:off x="7091007" y="1129551"/>
            <a:ext cx="4673529" cy="5125570"/>
            <a:chOff x="2223912" y="1600669"/>
            <a:chExt cx="3932053" cy="4312376"/>
          </a:xfrm>
        </p:grpSpPr>
        <p:sp>
          <p:nvSpPr>
            <p:cNvPr id="30" name="Овал 1">
              <a:extLst>
                <a:ext uri="{FF2B5EF4-FFF2-40B4-BE49-F238E27FC236}">
                  <a16:creationId xmlns:a16="http://schemas.microsoft.com/office/drawing/2014/main" id="{0C54CDD8-1B8E-8FC0-EC6A-7DD3C725BA59}"/>
                </a:ext>
              </a:extLst>
            </p:cNvPr>
            <p:cNvSpPr/>
            <p:nvPr/>
          </p:nvSpPr>
          <p:spPr>
            <a:xfrm>
              <a:off x="2227818" y="3573344"/>
              <a:ext cx="3133818" cy="781235"/>
            </a:xfrm>
            <a:prstGeom prst="ellipse">
              <a:avLst/>
            </a:prstGeom>
            <a:noFill/>
            <a:ln w="3492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31" name="Прямая со стрелкой 3">
              <a:extLst>
                <a:ext uri="{FF2B5EF4-FFF2-40B4-BE49-F238E27FC236}">
                  <a16:creationId xmlns:a16="http://schemas.microsoft.com/office/drawing/2014/main" id="{6A3C915C-C3C6-C143-D78D-C8ABB3C32FAE}"/>
                </a:ext>
              </a:extLst>
            </p:cNvPr>
            <p:cNvCxnSpPr/>
            <p:nvPr/>
          </p:nvCxnSpPr>
          <p:spPr>
            <a:xfrm>
              <a:off x="3790765" y="1824443"/>
              <a:ext cx="0" cy="2081732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 стрелкой 4">
              <a:extLst>
                <a:ext uri="{FF2B5EF4-FFF2-40B4-BE49-F238E27FC236}">
                  <a16:creationId xmlns:a16="http://schemas.microsoft.com/office/drawing/2014/main" id="{C801CA27-7859-0466-9FBA-097D01551F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90765" y="3906175"/>
              <a:ext cx="205961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 стрелкой 7">
              <a:extLst>
                <a:ext uri="{FF2B5EF4-FFF2-40B4-BE49-F238E27FC236}">
                  <a16:creationId xmlns:a16="http://schemas.microsoft.com/office/drawing/2014/main" id="{9C15B1D0-AAC5-E4FE-62BD-7D454C4432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1573" y="3906175"/>
              <a:ext cx="639192" cy="634234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 стрелкой 10">
              <a:extLst>
                <a:ext uri="{FF2B5EF4-FFF2-40B4-BE49-F238E27FC236}">
                  <a16:creationId xmlns:a16="http://schemas.microsoft.com/office/drawing/2014/main" id="{6A1215BB-7A45-8977-DC7E-529750F143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90765" y="2725445"/>
              <a:ext cx="541538" cy="1180729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oval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 стрелкой 13">
              <a:extLst>
                <a:ext uri="{FF2B5EF4-FFF2-40B4-BE49-F238E27FC236}">
                  <a16:creationId xmlns:a16="http://schemas.microsoft.com/office/drawing/2014/main" id="{3243877D-7B42-52D0-C55B-8FC18D16A0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2302" y="2725444"/>
              <a:ext cx="1" cy="1424347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headEnd type="none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 стрелкой 16">
              <a:extLst>
                <a:ext uri="{FF2B5EF4-FFF2-40B4-BE49-F238E27FC236}">
                  <a16:creationId xmlns:a16="http://schemas.microsoft.com/office/drawing/2014/main" id="{3DA977EA-4A6C-0287-19E8-CD4117107DCB}"/>
                </a:ext>
              </a:extLst>
            </p:cNvPr>
            <p:cNvCxnSpPr>
              <a:cxnSpLocks/>
            </p:cNvCxnSpPr>
            <p:nvPr/>
          </p:nvCxnSpPr>
          <p:spPr>
            <a:xfrm>
              <a:off x="3790765" y="3906174"/>
              <a:ext cx="541537" cy="243617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headEnd type="none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Дуга 19">
              <a:extLst>
                <a:ext uri="{FF2B5EF4-FFF2-40B4-BE49-F238E27FC236}">
                  <a16:creationId xmlns:a16="http://schemas.microsoft.com/office/drawing/2014/main" id="{F252D1C8-065D-6AE8-AE80-088CB0069418}"/>
                </a:ext>
              </a:extLst>
            </p:cNvPr>
            <p:cNvSpPr/>
            <p:nvPr/>
          </p:nvSpPr>
          <p:spPr>
            <a:xfrm>
              <a:off x="3544187" y="3285257"/>
              <a:ext cx="541538" cy="409251"/>
            </a:xfrm>
            <a:prstGeom prst="arc">
              <a:avLst>
                <a:gd name="adj1" fmla="val 15848335"/>
                <a:gd name="adj2" fmla="val 19761692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Дуга 20">
              <a:extLst>
                <a:ext uri="{FF2B5EF4-FFF2-40B4-BE49-F238E27FC236}">
                  <a16:creationId xmlns:a16="http://schemas.microsoft.com/office/drawing/2014/main" id="{BC42289B-7E46-31D3-C423-871EC278651C}"/>
                </a:ext>
              </a:extLst>
            </p:cNvPr>
            <p:cNvSpPr/>
            <p:nvPr/>
          </p:nvSpPr>
          <p:spPr>
            <a:xfrm rot="9389100">
              <a:off x="3525499" y="3493579"/>
              <a:ext cx="633794" cy="606279"/>
            </a:xfrm>
            <a:prstGeom prst="arc">
              <a:avLst>
                <a:gd name="adj1" fmla="val 15123678"/>
                <a:gd name="adj2" fmla="val 19849232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Овал 21">
              <a:extLst>
                <a:ext uri="{FF2B5EF4-FFF2-40B4-BE49-F238E27FC236}">
                  <a16:creationId xmlns:a16="http://schemas.microsoft.com/office/drawing/2014/main" id="{786F60C0-F71F-4538-3B2E-0FFA689869C8}"/>
                </a:ext>
              </a:extLst>
            </p:cNvPr>
            <p:cNvSpPr/>
            <p:nvPr/>
          </p:nvSpPr>
          <p:spPr>
            <a:xfrm>
              <a:off x="2223912" y="2356851"/>
              <a:ext cx="3137724" cy="3098649"/>
            </a:xfrm>
            <a:prstGeom prst="ellipse">
              <a:avLst/>
            </a:prstGeom>
            <a:noFill/>
            <a:ln w="349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E6AFB63-3BB1-5340-7AC7-AE1BE71C7AE9}"/>
                </a:ext>
              </a:extLst>
            </p:cNvPr>
            <p:cNvSpPr txBox="1"/>
            <p:nvPr/>
          </p:nvSpPr>
          <p:spPr>
            <a:xfrm>
              <a:off x="3850593" y="1600669"/>
              <a:ext cx="247078" cy="2589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Z</a:t>
              </a:r>
              <a:endParaRPr lang="ru-RU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CCB5E55-1328-4DD4-64ED-119212573071}"/>
                </a:ext>
              </a:extLst>
            </p:cNvPr>
            <p:cNvSpPr txBox="1"/>
            <p:nvPr/>
          </p:nvSpPr>
          <p:spPr>
            <a:xfrm>
              <a:off x="3004738" y="4568368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  <a:endParaRPr lang="ru-RU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216BA6A-B0B7-9E13-5E1F-3D310CC0CC50}"/>
                </a:ext>
              </a:extLst>
            </p:cNvPr>
            <p:cNvSpPr txBox="1"/>
            <p:nvPr/>
          </p:nvSpPr>
          <p:spPr>
            <a:xfrm>
              <a:off x="5851073" y="3762019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  <a:endParaRPr lang="ru-RU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A644CED-E849-4BDE-9A2E-FC2DD4823773}"/>
                </a:ext>
              </a:extLst>
            </p:cNvPr>
            <p:cNvSpPr txBox="1"/>
            <p:nvPr/>
          </p:nvSpPr>
          <p:spPr>
            <a:xfrm>
              <a:off x="4319674" y="2658835"/>
              <a:ext cx="5453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|</a:t>
              </a:r>
              <a:r>
                <a:rPr lang="el-GR" b="0" i="0" u="none" strike="noStrike" dirty="0">
                  <a:solidFill>
                    <a:srgbClr val="040C28"/>
                  </a:solidFill>
                  <a:effectLst/>
                  <a:latin typeface="Google Sans"/>
                </a:rPr>
                <a:t>Ψ</a:t>
              </a:r>
              <a:r>
                <a:rPr lang="en-US" b="0" i="0" u="none" strike="noStrike" dirty="0">
                  <a:solidFill>
                    <a:srgbClr val="040C28"/>
                  </a:solidFill>
                  <a:effectLst/>
                  <a:latin typeface="Google Sans"/>
                </a:rPr>
                <a:t>〉</a:t>
              </a:r>
              <a:endParaRPr lang="ru-RU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C42144C-62F5-4188-3C87-702F5D702EDB}"/>
                </a:ext>
              </a:extLst>
            </p:cNvPr>
            <p:cNvSpPr txBox="1"/>
            <p:nvPr/>
          </p:nvSpPr>
          <p:spPr>
            <a:xfrm>
              <a:off x="3358523" y="1953465"/>
              <a:ext cx="5293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|</a:t>
              </a:r>
              <a:r>
                <a:rPr lang="en" b="0" i="0" u="none" strike="noStrike" dirty="0">
                  <a:solidFill>
                    <a:srgbClr val="040C28"/>
                  </a:solidFill>
                  <a:effectLst/>
                  <a:latin typeface="Google Sans"/>
                </a:rPr>
                <a:t>O</a:t>
              </a:r>
              <a:r>
                <a:rPr lang="en-US" b="0" i="0" u="none" strike="noStrike" dirty="0">
                  <a:solidFill>
                    <a:srgbClr val="040C28"/>
                  </a:solidFill>
                  <a:effectLst/>
                  <a:latin typeface="Google Sans"/>
                </a:rPr>
                <a:t>〉</a:t>
              </a:r>
              <a:endParaRPr lang="ru-RU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987F696-23B4-D531-0C9D-C286BB7244DC}"/>
                </a:ext>
              </a:extLst>
            </p:cNvPr>
            <p:cNvSpPr txBox="1"/>
            <p:nvPr/>
          </p:nvSpPr>
          <p:spPr>
            <a:xfrm>
              <a:off x="3757583" y="2907166"/>
              <a:ext cx="31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⍬</a:t>
              </a:r>
              <a:endParaRPr lang="ru-RU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B01096B-3FD8-7877-74DD-4012866AC513}"/>
                </a:ext>
              </a:extLst>
            </p:cNvPr>
            <p:cNvSpPr txBox="1"/>
            <p:nvPr/>
          </p:nvSpPr>
          <p:spPr>
            <a:xfrm>
              <a:off x="3709439" y="4066976"/>
              <a:ext cx="2718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0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Ф</a:t>
              </a:r>
              <a:endParaRPr lang="ru-RU" dirty="0"/>
            </a:p>
          </p:txBody>
        </p:sp>
        <p:sp>
          <p:nvSpPr>
            <p:cNvPr id="47" name="Овал 32">
              <a:extLst>
                <a:ext uri="{FF2B5EF4-FFF2-40B4-BE49-F238E27FC236}">
                  <a16:creationId xmlns:a16="http://schemas.microsoft.com/office/drawing/2014/main" id="{2670A3DF-9F6A-1487-75E7-0CFD13631D89}"/>
                </a:ext>
              </a:extLst>
            </p:cNvPr>
            <p:cNvSpPr/>
            <p:nvPr/>
          </p:nvSpPr>
          <p:spPr>
            <a:xfrm>
              <a:off x="3695781" y="2254930"/>
              <a:ext cx="189968" cy="18996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Овал 33">
              <a:extLst>
                <a:ext uri="{FF2B5EF4-FFF2-40B4-BE49-F238E27FC236}">
                  <a16:creationId xmlns:a16="http://schemas.microsoft.com/office/drawing/2014/main" id="{50AA37BA-858D-3E97-6AC8-FFE79F740436}"/>
                </a:ext>
              </a:extLst>
            </p:cNvPr>
            <p:cNvSpPr/>
            <p:nvPr/>
          </p:nvSpPr>
          <p:spPr>
            <a:xfrm>
              <a:off x="3695781" y="5370603"/>
              <a:ext cx="189968" cy="18996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AB2E086-07A5-ECBF-11EC-47EC295C8668}"/>
                </a:ext>
              </a:extLst>
            </p:cNvPr>
            <p:cNvSpPr txBox="1"/>
            <p:nvPr/>
          </p:nvSpPr>
          <p:spPr>
            <a:xfrm>
              <a:off x="3634719" y="5605268"/>
              <a:ext cx="5020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|</a:t>
              </a:r>
              <a:r>
                <a:rPr lang="en" b="0" i="0" u="none" strike="noStrike" dirty="0">
                  <a:solidFill>
                    <a:srgbClr val="040C28"/>
                  </a:solidFill>
                  <a:effectLst/>
                  <a:latin typeface="Google Sans"/>
                </a:rPr>
                <a:t>1</a:t>
              </a:r>
              <a:r>
                <a:rPr lang="en-US" b="0" i="0" u="none" strike="noStrike" dirty="0">
                  <a:solidFill>
                    <a:srgbClr val="040C28"/>
                  </a:solidFill>
                  <a:effectLst/>
                  <a:latin typeface="Google Sans"/>
                </a:rPr>
                <a:t>〉</a:t>
              </a:r>
              <a:endParaRPr lang="ru-RU" dirty="0"/>
            </a:p>
          </p:txBody>
        </p:sp>
      </p:grpSp>
      <p:sp>
        <p:nvSpPr>
          <p:cNvPr id="50" name="Google Shape;692;p64">
            <a:extLst>
              <a:ext uri="{FF2B5EF4-FFF2-40B4-BE49-F238E27FC236}">
                <a16:creationId xmlns:a16="http://schemas.microsoft.com/office/drawing/2014/main" id="{40583232-1CEB-6D4C-6919-11239246F854}"/>
              </a:ext>
            </a:extLst>
          </p:cNvPr>
          <p:cNvSpPr txBox="1"/>
          <p:nvPr/>
        </p:nvSpPr>
        <p:spPr>
          <a:xfrm>
            <a:off x="572129" y="1488035"/>
            <a:ext cx="3129576" cy="64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2000"/>
              <a:buFont typeface="Arial"/>
              <a:buNone/>
            </a:pPr>
            <a:r>
              <a:rPr lang="ru-RU" sz="32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Кубит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51" name="Текст 3">
            <a:extLst>
              <a:ext uri="{FF2B5EF4-FFF2-40B4-BE49-F238E27FC236}">
                <a16:creationId xmlns:a16="http://schemas.microsoft.com/office/drawing/2014/main" id="{AC36F357-D016-FA56-6678-4DB773062527}"/>
              </a:ext>
            </a:extLst>
          </p:cNvPr>
          <p:cNvSpPr txBox="1">
            <a:spLocks/>
          </p:cNvSpPr>
          <p:nvPr/>
        </p:nvSpPr>
        <p:spPr>
          <a:xfrm>
            <a:off x="572129" y="2279778"/>
            <a:ext cx="4759036" cy="548187"/>
          </a:xfrm>
          <a:prstGeom prst="rect">
            <a:avLst/>
          </a:prstGeom>
        </p:spPr>
        <p:txBody>
          <a:bodyPr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 dirty="0">
                <a:solidFill>
                  <a:schemeClr val="bg1"/>
                </a:solidFill>
              </a:rPr>
              <a:t>Квантовый бит — Кубит</a:t>
            </a:r>
          </a:p>
        </p:txBody>
      </p:sp>
      <p:sp>
        <p:nvSpPr>
          <p:cNvPr id="52" name="Текст 4">
            <a:extLst>
              <a:ext uri="{FF2B5EF4-FFF2-40B4-BE49-F238E27FC236}">
                <a16:creationId xmlns:a16="http://schemas.microsoft.com/office/drawing/2014/main" id="{8817802C-2A36-D923-741C-D75600C0932D}"/>
              </a:ext>
            </a:extLst>
          </p:cNvPr>
          <p:cNvSpPr txBox="1">
            <a:spLocks/>
          </p:cNvSpPr>
          <p:nvPr/>
        </p:nvSpPr>
        <p:spPr>
          <a:xfrm>
            <a:off x="572129" y="3368577"/>
            <a:ext cx="4759036" cy="548187"/>
          </a:xfrm>
          <a:prstGeom prst="rect">
            <a:avLst/>
          </a:prstGeom>
        </p:spPr>
        <p:txBody>
          <a:bodyPr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B2D33"/>
              </a:buClr>
              <a:buSzPts val="1600"/>
              <a:buFont typeface="Arial"/>
              <a:buNone/>
            </a:pPr>
            <a:r>
              <a:rPr lang="ru-RU" sz="2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Может находиться в состоянии куда больше</a:t>
            </a:r>
            <a:r>
              <a:rPr lang="ru-RU" sz="2400" dirty="0">
                <a:solidFill>
                  <a:schemeClr val="bg1"/>
                </a:solidFill>
              </a:rPr>
              <a:t>й</a:t>
            </a:r>
            <a:r>
              <a:rPr lang="ru-RU" sz="2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емкости (Суперпозиция)</a:t>
            </a:r>
            <a:endParaRPr lang="ru-RU" sz="2400" dirty="0">
              <a:solidFill>
                <a:schemeClr val="bg1"/>
              </a:solidFill>
            </a:endParaRPr>
          </a:p>
        </p:txBody>
      </p:sp>
      <p:cxnSp>
        <p:nvCxnSpPr>
          <p:cNvPr id="53" name="Прямая соединительная линия 41">
            <a:extLst>
              <a:ext uri="{FF2B5EF4-FFF2-40B4-BE49-F238E27FC236}">
                <a16:creationId xmlns:a16="http://schemas.microsoft.com/office/drawing/2014/main" id="{79392229-EBEE-299A-1AA2-9855B693D5EC}"/>
              </a:ext>
            </a:extLst>
          </p:cNvPr>
          <p:cNvCxnSpPr>
            <a:cxnSpLocks/>
          </p:cNvCxnSpPr>
          <p:nvPr/>
        </p:nvCxnSpPr>
        <p:spPr>
          <a:xfrm>
            <a:off x="572129" y="3098271"/>
            <a:ext cx="441198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7FDEDF3-3683-BA2C-3AB6-30B5C6E55C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750"/>
          <a:stretch/>
        </p:blipFill>
        <p:spPr>
          <a:xfrm>
            <a:off x="6039375" y="1249726"/>
            <a:ext cx="1152212" cy="8599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5208E9-8681-08B7-9D8F-40712FF4D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123" y="5066480"/>
            <a:ext cx="1130265" cy="85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77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1">
            <a:extLst>
              <a:ext uri="{FF2B5EF4-FFF2-40B4-BE49-F238E27FC236}">
                <a16:creationId xmlns:a16="http://schemas.microsoft.com/office/drawing/2014/main" id="{05973600-B46D-CE33-CBED-E5B4943432F1}"/>
              </a:ext>
            </a:extLst>
          </p:cNvPr>
          <p:cNvSpPr/>
          <p:nvPr/>
        </p:nvSpPr>
        <p:spPr>
          <a:xfrm>
            <a:off x="304800" y="1226371"/>
            <a:ext cx="11441207" cy="5338205"/>
          </a:xfrm>
          <a:prstGeom prst="roundRect">
            <a:avLst>
              <a:gd name="adj" fmla="val 405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717" name="Google Shape;71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575" y="1991160"/>
            <a:ext cx="10287000" cy="36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67"/>
          <p:cNvSpPr/>
          <p:nvPr/>
        </p:nvSpPr>
        <p:spPr>
          <a:xfrm>
            <a:off x="937575" y="1968897"/>
            <a:ext cx="10287000" cy="3689400"/>
          </a:xfrm>
          <a:prstGeom prst="rect">
            <a:avLst/>
          </a:prstGeom>
          <a:solidFill>
            <a:srgbClr val="2B2D32">
              <a:alpha val="8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9" name="Google Shape;719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8625" y="2372135"/>
            <a:ext cx="1038225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6663" y="2205460"/>
            <a:ext cx="1552575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58025" y="2656547"/>
            <a:ext cx="8572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6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44000" y="2134022"/>
            <a:ext cx="1866900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90;p64">
            <a:extLst>
              <a:ext uri="{FF2B5EF4-FFF2-40B4-BE49-F238E27FC236}">
                <a16:creationId xmlns:a16="http://schemas.microsoft.com/office/drawing/2014/main" id="{ECBABBE2-7586-CE7D-0F04-78FB189E02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ru-RU" sz="4000" dirty="0"/>
              <a:t>Квантовые компьютеры</a:t>
            </a:r>
            <a:endParaRPr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>
          <a:extLst>
            <a:ext uri="{FF2B5EF4-FFF2-40B4-BE49-F238E27FC236}">
              <a16:creationId xmlns:a16="http://schemas.microsoft.com/office/drawing/2014/main" id="{A96E6BCA-DF4B-752B-4594-FD60EE95A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1">
            <a:extLst>
              <a:ext uri="{FF2B5EF4-FFF2-40B4-BE49-F238E27FC236}">
                <a16:creationId xmlns:a16="http://schemas.microsoft.com/office/drawing/2014/main" id="{6781C0DC-CC41-0609-7FF1-1EE7F8B97A4F}"/>
              </a:ext>
            </a:extLst>
          </p:cNvPr>
          <p:cNvSpPr/>
          <p:nvPr/>
        </p:nvSpPr>
        <p:spPr>
          <a:xfrm>
            <a:off x="304800" y="1217904"/>
            <a:ext cx="11441207" cy="5338205"/>
          </a:xfrm>
          <a:prstGeom prst="roundRect">
            <a:avLst>
              <a:gd name="adj" fmla="val 405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Скругленный прямоугольник 10">
            <a:extLst>
              <a:ext uri="{FF2B5EF4-FFF2-40B4-BE49-F238E27FC236}">
                <a16:creationId xmlns:a16="http://schemas.microsoft.com/office/drawing/2014/main" id="{8950D0FE-002C-1ED7-AF7D-4B5D00520729}"/>
              </a:ext>
            </a:extLst>
          </p:cNvPr>
          <p:cNvSpPr/>
          <p:nvPr/>
        </p:nvSpPr>
        <p:spPr>
          <a:xfrm>
            <a:off x="3505200" y="1421828"/>
            <a:ext cx="8066167" cy="4930355"/>
          </a:xfrm>
          <a:prstGeom prst="roundRect">
            <a:avLst>
              <a:gd name="adj" fmla="val 4055"/>
            </a:avLst>
          </a:prstGeom>
          <a:solidFill>
            <a:srgbClr val="F6F6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5F07D5-07A3-42A6-F1E7-DCBDA2542FF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4634105" y="2020105"/>
            <a:ext cx="2501900" cy="1117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8D1D2DB-DB51-377B-EC3F-28BECB36090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4634105" y="4334714"/>
            <a:ext cx="2501900" cy="1104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ABE4764-C760-BB7B-31B4-4A126F17E32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rcRect r="13750"/>
          <a:stretch/>
        </p:blipFill>
        <p:spPr>
          <a:xfrm>
            <a:off x="1328894" y="2754277"/>
            <a:ext cx="1152212" cy="8599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F0995B-D806-2DE1-6607-BA85FC503AD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1328894" y="4335194"/>
            <a:ext cx="1152212" cy="85998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7279DC2-2A0E-31B3-EC9F-5015C669DE2F}"/>
              </a:ext>
            </a:extLst>
          </p:cNvPr>
          <p:cNvGrpSpPr/>
          <p:nvPr/>
        </p:nvGrpSpPr>
        <p:grpSpPr>
          <a:xfrm>
            <a:off x="7720203" y="1855005"/>
            <a:ext cx="3069167" cy="1447800"/>
            <a:chOff x="2856753" y="893233"/>
            <a:chExt cx="3069167" cy="14478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414F66E-6821-16C5-5E31-423C2FAC1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85000"/>
            </a:blip>
            <a:srcRect r="84424"/>
            <a:stretch/>
          </p:blipFill>
          <p:spPr>
            <a:xfrm>
              <a:off x="2856753" y="893233"/>
              <a:ext cx="987114" cy="14478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38E650A-2FD1-FF03-BA86-A8F2386EB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85000"/>
            </a:blip>
            <a:srcRect l="67146"/>
            <a:stretch/>
          </p:blipFill>
          <p:spPr>
            <a:xfrm>
              <a:off x="3843867" y="893233"/>
              <a:ext cx="2082053" cy="14478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B67A123-B1E8-1776-28D7-746CBAA77FF4}"/>
              </a:ext>
            </a:extLst>
          </p:cNvPr>
          <p:cNvGrpSpPr/>
          <p:nvPr/>
        </p:nvGrpSpPr>
        <p:grpSpPr>
          <a:xfrm>
            <a:off x="7767303" y="3861606"/>
            <a:ext cx="3095803" cy="2046974"/>
            <a:chOff x="1888066" y="418527"/>
            <a:chExt cx="4119780" cy="237520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65079B3-E97B-2997-01B8-9B42316422E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85000"/>
            </a:blip>
            <a:srcRect r="88171"/>
            <a:stretch/>
          </p:blipFill>
          <p:spPr>
            <a:xfrm>
              <a:off x="1888066" y="418527"/>
              <a:ext cx="919381" cy="2375209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A085597-9163-9D49-A614-9784666D2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85000"/>
            </a:blip>
            <a:srcRect l="58824"/>
            <a:stretch/>
          </p:blipFill>
          <p:spPr>
            <a:xfrm>
              <a:off x="2807448" y="418527"/>
              <a:ext cx="3200398" cy="23752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7509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35694-BBFE-B79D-3198-228F34905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E42C56-9C28-7D98-B653-22E47E8D0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317" y="2212617"/>
            <a:ext cx="11005365" cy="2432766"/>
          </a:xfrm>
        </p:spPr>
        <p:txBody>
          <a:bodyPr>
            <a:noAutofit/>
          </a:bodyPr>
          <a:lstStyle/>
          <a:p>
            <a:pPr algn="ctr"/>
            <a:r>
              <a:rPr lang="ru-RU" sz="13800" dirty="0"/>
              <a:t>Практика</a:t>
            </a:r>
          </a:p>
        </p:txBody>
      </p:sp>
    </p:spTree>
    <p:extLst>
      <p:ext uri="{BB962C8B-B14F-4D97-AF65-F5344CB8AC3E}">
        <p14:creationId xmlns:p14="http://schemas.microsoft.com/office/powerpoint/2010/main" val="3705096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CA2E2-0D48-1F8F-27E1-55BDD642C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Скругленный прямоугольник 10">
            <a:extLst>
              <a:ext uri="{FF2B5EF4-FFF2-40B4-BE49-F238E27FC236}">
                <a16:creationId xmlns:a16="http://schemas.microsoft.com/office/drawing/2014/main" id="{D7970496-AE30-880D-A328-DD560EDB308A}"/>
              </a:ext>
            </a:extLst>
          </p:cNvPr>
          <p:cNvSpPr/>
          <p:nvPr/>
        </p:nvSpPr>
        <p:spPr>
          <a:xfrm>
            <a:off x="7348606" y="1129551"/>
            <a:ext cx="4571104" cy="4930355"/>
          </a:xfrm>
          <a:prstGeom prst="roundRect">
            <a:avLst>
              <a:gd name="adj" fmla="val 4055"/>
            </a:avLst>
          </a:prstGeom>
          <a:solidFill>
            <a:srgbClr val="F6F6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Скругленный прямоугольник 10">
            <a:extLst>
              <a:ext uri="{FF2B5EF4-FFF2-40B4-BE49-F238E27FC236}">
                <a16:creationId xmlns:a16="http://schemas.microsoft.com/office/drawing/2014/main" id="{A8F721FD-E55A-571A-CC99-341572B0A39D}"/>
              </a:ext>
            </a:extLst>
          </p:cNvPr>
          <p:cNvSpPr/>
          <p:nvPr/>
        </p:nvSpPr>
        <p:spPr>
          <a:xfrm>
            <a:off x="272290" y="1129551"/>
            <a:ext cx="6964404" cy="5015955"/>
          </a:xfrm>
          <a:prstGeom prst="roundRect">
            <a:avLst>
              <a:gd name="adj" fmla="val 405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Google Shape;690;p64">
            <a:extLst>
              <a:ext uri="{FF2B5EF4-FFF2-40B4-BE49-F238E27FC236}">
                <a16:creationId xmlns:a16="http://schemas.microsoft.com/office/drawing/2014/main" id="{B2C8F924-AE9C-12FD-8977-9E046EA90A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en-US" sz="4000" dirty="0"/>
              <a:t>Quantum 50/50</a:t>
            </a:r>
            <a:endParaRPr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E09925-EBF5-6865-4DD4-80938C2A0104}"/>
              </a:ext>
            </a:extLst>
          </p:cNvPr>
          <p:cNvSpPr txBox="1"/>
          <p:nvPr/>
        </p:nvSpPr>
        <p:spPr>
          <a:xfrm>
            <a:off x="384202" y="1308648"/>
            <a:ext cx="6852492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rgbClr val="C586C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from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qiskit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C586C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import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QuantumCircuit</a:t>
            </a:r>
            <a:endParaRPr lang="en-US" sz="24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b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</a:br>
            <a:b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</a:br>
            <a:r>
              <a:rPr lang="en-US" sz="2400" b="0" dirty="0">
                <a:solidFill>
                  <a:srgbClr val="7CA66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# Circuit</a:t>
            </a:r>
            <a:endParaRPr lang="en-US" sz="24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2400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qc</a:t>
            </a:r>
            <a:r>
              <a:rPr lang="ru-RU" sz="2400" dirty="0">
                <a:solidFill>
                  <a:srgbClr val="FFFFFF"/>
                </a:solidFill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QuantumCircuit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2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</a:t>
            </a:r>
          </a:p>
          <a:p>
            <a:b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</a:br>
            <a:r>
              <a:rPr lang="en-US" sz="24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qc</a:t>
            </a:r>
            <a:r>
              <a:rPr lang="en-US" sz="24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h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0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sz="24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qc</a:t>
            </a:r>
            <a:r>
              <a:rPr lang="en-US" sz="24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cx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0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1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sz="24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qc</a:t>
            </a:r>
            <a:r>
              <a:rPr lang="en-US" sz="24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measure_all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()</a:t>
            </a:r>
          </a:p>
          <a:p>
            <a:b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</a:br>
            <a:r>
              <a:rPr lang="en-US" sz="24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qc</a:t>
            </a:r>
            <a:r>
              <a:rPr lang="en-US" sz="24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draw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()</a:t>
            </a:r>
          </a:p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5EC26D-DB5B-05DA-7ECB-49DBFF397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974" y="2667896"/>
            <a:ext cx="4161431" cy="201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655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19FF8-FB12-5DA8-C110-DFE6C4813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Скругленный прямоугольник 10">
            <a:extLst>
              <a:ext uri="{FF2B5EF4-FFF2-40B4-BE49-F238E27FC236}">
                <a16:creationId xmlns:a16="http://schemas.microsoft.com/office/drawing/2014/main" id="{0C676549-184B-E4AF-E0AD-835FC0495A9E}"/>
              </a:ext>
            </a:extLst>
          </p:cNvPr>
          <p:cNvSpPr/>
          <p:nvPr/>
        </p:nvSpPr>
        <p:spPr>
          <a:xfrm>
            <a:off x="304800" y="1172350"/>
            <a:ext cx="4571104" cy="4930355"/>
          </a:xfrm>
          <a:prstGeom prst="roundRect">
            <a:avLst>
              <a:gd name="adj" fmla="val 4055"/>
            </a:avLst>
          </a:prstGeom>
          <a:solidFill>
            <a:srgbClr val="F6F6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Скругленный прямоугольник 10">
            <a:extLst>
              <a:ext uri="{FF2B5EF4-FFF2-40B4-BE49-F238E27FC236}">
                <a16:creationId xmlns:a16="http://schemas.microsoft.com/office/drawing/2014/main" id="{697776FE-CE0F-CEAF-7D8C-736690F906FC}"/>
              </a:ext>
            </a:extLst>
          </p:cNvPr>
          <p:cNvSpPr/>
          <p:nvPr/>
        </p:nvSpPr>
        <p:spPr>
          <a:xfrm>
            <a:off x="5037928" y="1129549"/>
            <a:ext cx="6964404" cy="5015955"/>
          </a:xfrm>
          <a:prstGeom prst="roundRect">
            <a:avLst>
              <a:gd name="adj" fmla="val 405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Google Shape;690;p64">
            <a:extLst>
              <a:ext uri="{FF2B5EF4-FFF2-40B4-BE49-F238E27FC236}">
                <a16:creationId xmlns:a16="http://schemas.microsoft.com/office/drawing/2014/main" id="{CBABB81C-25FB-33DF-2B5C-362D20F3D0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en-US" sz="4000" dirty="0"/>
              <a:t>Quantum 50/50</a:t>
            </a:r>
            <a:endParaRPr sz="4000" dirty="0"/>
          </a:p>
        </p:txBody>
      </p:sp>
      <p:pic>
        <p:nvPicPr>
          <p:cNvPr id="6" name="Picture 5" descr="A graph with blue rectangular bars&#10;&#10;Description automatically generated">
            <a:extLst>
              <a:ext uri="{FF2B5EF4-FFF2-40B4-BE49-F238E27FC236}">
                <a16:creationId xmlns:a16="http://schemas.microsoft.com/office/drawing/2014/main" id="{612F394B-E38E-B661-0DE7-FD9428C0C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91" y="2040675"/>
            <a:ext cx="4378122" cy="31937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BF2301-985F-FFA8-2AA9-9A0B5F83677B}"/>
              </a:ext>
            </a:extLst>
          </p:cNvPr>
          <p:cNvSpPr txBox="1"/>
          <p:nvPr/>
        </p:nvSpPr>
        <p:spPr>
          <a:xfrm>
            <a:off x="5037928" y="1837033"/>
            <a:ext cx="715407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0" dirty="0">
                <a:solidFill>
                  <a:srgbClr val="C586C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from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 err="1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qiskit</a:t>
            </a:r>
            <a:r>
              <a:rPr lang="en-US" sz="19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</a:t>
            </a:r>
            <a:r>
              <a:rPr lang="en-US" sz="1900" b="0" dirty="0" err="1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visualization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>
                <a:solidFill>
                  <a:srgbClr val="C586C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import</a:t>
            </a:r>
            <a:r>
              <a:rPr lang="en-US" sz="1900" dirty="0">
                <a:solidFill>
                  <a:srgbClr val="FFFFFF"/>
                </a:solidFill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plot_histogram</a:t>
            </a:r>
            <a:endParaRPr lang="en-US" sz="19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1900" b="0" dirty="0">
                <a:solidFill>
                  <a:srgbClr val="C586C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from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 err="1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qiskit_aer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>
                <a:solidFill>
                  <a:srgbClr val="C586C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import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Aer</a:t>
            </a:r>
            <a:endParaRPr lang="en-US" sz="19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endParaRPr lang="en-US" sz="19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b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</a:br>
            <a:r>
              <a:rPr lang="en-US" sz="1900" b="0" dirty="0">
                <a:solidFill>
                  <a:srgbClr val="7CA66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# SIMULATOR</a:t>
            </a:r>
            <a:endParaRPr lang="en-US" sz="19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19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backend_sim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dirty="0">
                <a:solidFill>
                  <a:srgbClr val="D4D4D4"/>
                </a:solidFill>
                <a:highlight>
                  <a:srgbClr val="000000"/>
                </a:highlight>
                <a:latin typeface="Menlo" panose="020B0609030804020204" pitchFamily="49" charset="0"/>
              </a:rPr>
              <a:t>=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Aer</a:t>
            </a:r>
            <a:r>
              <a:rPr lang="en-US" sz="19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</a:t>
            </a:r>
            <a:r>
              <a:rPr lang="en-US" sz="19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get_backend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19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'</a:t>
            </a:r>
            <a:r>
              <a:rPr lang="en-US" sz="1900" b="0" dirty="0" err="1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qasm_simulator</a:t>
            </a:r>
            <a:r>
              <a:rPr lang="en-US" sz="19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'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sz="19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job_sim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=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backend_sim</a:t>
            </a:r>
            <a:r>
              <a:rPr lang="en-US" sz="19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.run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1900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qc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, </a:t>
            </a:r>
            <a:r>
              <a:rPr lang="en-US" sz="1900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shots</a:t>
            </a:r>
            <a:r>
              <a:rPr lang="en-US" sz="1900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=</a:t>
            </a:r>
            <a:r>
              <a:rPr lang="en-US" sz="1900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1024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</a:t>
            </a:r>
            <a:b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</a:br>
            <a:r>
              <a:rPr lang="en-US" sz="19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result_sim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=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job_sim</a:t>
            </a:r>
            <a:r>
              <a:rPr lang="en-US" sz="19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.result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()</a:t>
            </a:r>
          </a:p>
          <a:p>
            <a:endParaRPr lang="en-US" sz="19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endParaRPr lang="en-US" sz="19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1900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counts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=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result_sim</a:t>
            </a:r>
            <a:r>
              <a:rPr lang="en-US" sz="19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.get_counts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1900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qc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</a:t>
            </a:r>
            <a:b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</a:br>
            <a:r>
              <a:rPr lang="en-US" sz="19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plot_histogram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1900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counts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2022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946B5-31EC-C41E-FB03-E9B2CC4D0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87DEE0-55B0-842C-BBC0-2C284FF94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317" y="1054376"/>
            <a:ext cx="11005365" cy="121638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VQE / VCR / QML / QNN</a:t>
            </a:r>
            <a:endParaRPr lang="ru-RU" sz="7200" dirty="0"/>
          </a:p>
        </p:txBody>
      </p:sp>
      <p:pic>
        <p:nvPicPr>
          <p:cNvPr id="4" name="Picture 3" descr="A diagram of a data processing process&#10;&#10;Description automatically generated">
            <a:extLst>
              <a:ext uri="{FF2B5EF4-FFF2-40B4-BE49-F238E27FC236}">
                <a16:creationId xmlns:a16="http://schemas.microsoft.com/office/drawing/2014/main" id="{2F4F083F-8F57-5F41-3476-9A039662B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373" y="2643481"/>
            <a:ext cx="6503309" cy="34813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9BA462-74E0-7165-2A5A-3FFE954BF7F6}"/>
              </a:ext>
            </a:extLst>
          </p:cNvPr>
          <p:cNvSpPr txBox="1"/>
          <p:nvPr/>
        </p:nvSpPr>
        <p:spPr>
          <a:xfrm>
            <a:off x="5934973" y="6218792"/>
            <a:ext cx="5771773" cy="261610"/>
          </a:xfrm>
          <a:prstGeom prst="rect">
            <a:avLst/>
          </a:prstGeom>
        </p:spPr>
        <p:txBody>
          <a:bodyPr vert="horz" wrap="none" lIns="0" tIns="45720" rIns="91440" bIns="45720" rtlCol="0">
            <a:spAutoFit/>
          </a:bodyPr>
          <a:lstStyle/>
          <a:p>
            <a:pPr algn="l"/>
            <a:r>
              <a:rPr lang="en-US" sz="1100" dirty="0">
                <a:solidFill>
                  <a:schemeClr val="bg1"/>
                </a:solidFill>
              </a:rPr>
              <a:t>https://</a:t>
            </a:r>
            <a:r>
              <a:rPr lang="en-US" sz="1100" dirty="0" err="1">
                <a:solidFill>
                  <a:schemeClr val="bg1"/>
                </a:solidFill>
              </a:rPr>
              <a:t>qiskit-community.github.io</a:t>
            </a:r>
            <a:r>
              <a:rPr lang="en-US" sz="1100" dirty="0">
                <a:solidFill>
                  <a:schemeClr val="bg1"/>
                </a:solidFill>
              </a:rPr>
              <a:t>/</a:t>
            </a:r>
            <a:r>
              <a:rPr lang="en-US" sz="1100" dirty="0" err="1">
                <a:solidFill>
                  <a:schemeClr val="bg1"/>
                </a:solidFill>
              </a:rPr>
              <a:t>qiskit</a:t>
            </a:r>
            <a:r>
              <a:rPr lang="en-US" sz="1100" dirty="0">
                <a:solidFill>
                  <a:schemeClr val="bg1"/>
                </a:solidFill>
              </a:rPr>
              <a:t>-machine-learning/tutorials/01_neural_networks.html</a:t>
            </a:r>
          </a:p>
        </p:txBody>
      </p:sp>
    </p:spTree>
    <p:extLst>
      <p:ext uri="{BB962C8B-B14F-4D97-AF65-F5344CB8AC3E}">
        <p14:creationId xmlns:p14="http://schemas.microsoft.com/office/powerpoint/2010/main" val="1362445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3F982-7792-A9F2-D317-7B15A1078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4C68B4F-42B3-A759-FB23-D51B4CADFF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10222" r="15923" b="13492"/>
          <a:stretch/>
        </p:blipFill>
        <p:spPr>
          <a:xfrm>
            <a:off x="0" y="18871"/>
            <a:ext cx="12192000" cy="412133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939ACC-842A-8673-4752-865346A07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633" y="4192869"/>
            <a:ext cx="6932602" cy="1381467"/>
          </a:xfrm>
          <a:prstGeom prst="rect">
            <a:avLst/>
          </a:prstGeom>
        </p:spPr>
        <p:txBody>
          <a:bodyPr/>
          <a:lstStyle/>
          <a:p>
            <a:r>
              <a:rPr lang="en-US" sz="5400" b="1" i="0" dirty="0">
                <a:solidFill>
                  <a:srgbClr val="DDDFE4"/>
                </a:solidFill>
                <a:effectLst/>
                <a:latin typeface="+mj-lt"/>
              </a:rPr>
              <a:t>Python </a:t>
            </a:r>
            <a:r>
              <a:rPr lang="ru-RU" sz="5400" b="1" i="0" dirty="0">
                <a:solidFill>
                  <a:srgbClr val="DDDFE4"/>
                </a:solidFill>
                <a:effectLst/>
                <a:latin typeface="+mj-lt"/>
              </a:rPr>
              <a:t>и квантовая счетная машина</a:t>
            </a:r>
            <a:endParaRPr lang="ru-RU" sz="5400" dirty="0">
              <a:latin typeface="+mj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D258B4-536E-4F25-64CE-EC88D444690E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25035" y="5627005"/>
            <a:ext cx="6489216" cy="833766"/>
          </a:xfrm>
        </p:spPr>
        <p:txBody>
          <a:bodyPr/>
          <a:lstStyle/>
          <a:p>
            <a:r>
              <a:rPr lang="ru-RU" dirty="0" err="1"/>
              <a:t>Бейлак</a:t>
            </a:r>
            <a:r>
              <a:rPr lang="ru-RU" dirty="0"/>
              <a:t> Алиев</a:t>
            </a:r>
            <a:r>
              <a:rPr lang="en-US" dirty="0"/>
              <a:t> </a:t>
            </a:r>
          </a:p>
          <a:p>
            <a:r>
              <a:rPr lang="en-US" sz="2000" dirty="0"/>
              <a:t>Expert Software Engineer</a:t>
            </a:r>
            <a:r>
              <a:rPr lang="ru-RU" sz="2000" dirty="0"/>
              <a:t> </a:t>
            </a:r>
            <a:r>
              <a:rPr lang="ru-RU" dirty="0"/>
              <a:t>/ </a:t>
            </a:r>
            <a:r>
              <a:rPr lang="en-US" dirty="0"/>
              <a:t>Python Community Lead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AA530A1-91D6-572A-79C7-E5E921203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0539" y="315709"/>
            <a:ext cx="506621" cy="50662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19B1546-8B3B-08F0-83A4-E1EF7588F6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412" y="371077"/>
            <a:ext cx="961588" cy="4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187122"/>
      </p:ext>
    </p:extLst>
  </p:cSld>
  <p:clrMapOvr>
    <a:masterClrMapping/>
  </p:clrMapOvr>
</p:sld>
</file>

<file path=ppt/theme/theme1.xml><?xml version="1.0" encoding="utf-8"?>
<a:theme xmlns:a="http://schemas.openxmlformats.org/drawingml/2006/main" name="Титульный слайд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8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45720" rIns="91440" bIns="4572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 name="181C2B">
      <a:srgbClr val="181C2B"/>
    </a:custClr>
    <a:custClr name="36414D">
      <a:srgbClr val="36414D"/>
    </a:custClr>
    <a:custClr name="283A3D">
      <a:srgbClr val="283A3D"/>
    </a:custClr>
    <a:custClr name="536070">
      <a:srgbClr val="536070"/>
    </a:custClr>
    <a:custClr name="4D6067">
      <a:srgbClr val="4D6067"/>
    </a:custClr>
    <a:custClr name="304245">
      <a:srgbClr val="304245"/>
    </a:custClr>
    <a:custClr name="3A3D46">
      <a:srgbClr val="3A3D46"/>
    </a:custClr>
    <a:custClr name="35B37E">
      <a:srgbClr val="35B37E"/>
    </a:custClr>
    <a:custClr name="E61E33">
      <a:srgbClr val="E61E33"/>
    </a:custClr>
  </a:custClrLst>
  <a:extLst>
    <a:ext uri="{05A4C25C-085E-4340-85A3-A5531E510DB2}">
      <thm15:themeFamily xmlns:thm15="http://schemas.microsoft.com/office/thememl/2012/main" name="Райффайзенбанк КИБ" id="{3B0856CF-9915-4F9C-A885-67595632A8A4}" vid="{68230C01-72B7-4D55-93FF-5FD1092C36F7}"/>
    </a:ext>
  </a:extLst>
</a:theme>
</file>

<file path=ppt/theme/theme2.xml><?xml version="1.0" encoding="utf-8"?>
<a:theme xmlns:a="http://schemas.openxmlformats.org/drawingml/2006/main" name="Рубрикаторы_Разделители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8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45720" rIns="91440" bIns="4572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 name="181C2B">
      <a:srgbClr val="181C2B"/>
    </a:custClr>
    <a:custClr name="36414D">
      <a:srgbClr val="36414D"/>
    </a:custClr>
    <a:custClr name="283A3D">
      <a:srgbClr val="283A3D"/>
    </a:custClr>
    <a:custClr name="536070">
      <a:srgbClr val="536070"/>
    </a:custClr>
    <a:custClr name="4D6067">
      <a:srgbClr val="4D6067"/>
    </a:custClr>
    <a:custClr name="304245">
      <a:srgbClr val="304245"/>
    </a:custClr>
    <a:custClr name="3A3D46">
      <a:srgbClr val="3A3D46"/>
    </a:custClr>
    <a:custClr name="35B37E">
      <a:srgbClr val="35B37E"/>
    </a:custClr>
    <a:custClr name="E61E33">
      <a:srgbClr val="E61E33"/>
    </a:custClr>
  </a:custClrLst>
  <a:extLst>
    <a:ext uri="{05A4C25C-085E-4340-85A3-A5531E510DB2}">
      <thm15:themeFamily xmlns:thm15="http://schemas.microsoft.com/office/thememl/2012/main" name="Райффайзенбанк КИБ" id="{3B0856CF-9915-4F9C-A885-67595632A8A4}" vid="{68230C01-72B7-4D55-93FF-5FD1092C36F7}"/>
    </a:ext>
  </a:extLst>
</a:theme>
</file>

<file path=ppt/theme/theme3.xml><?xml version="1.0" encoding="utf-8"?>
<a:theme xmlns:a="http://schemas.openxmlformats.org/drawingml/2006/main" name="Контент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8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45720" rIns="91440" bIns="4572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 name="181C2B">
      <a:srgbClr val="181C2B"/>
    </a:custClr>
    <a:custClr name="36414D">
      <a:srgbClr val="36414D"/>
    </a:custClr>
    <a:custClr name="283A3D">
      <a:srgbClr val="283A3D"/>
    </a:custClr>
    <a:custClr name="536070">
      <a:srgbClr val="536070"/>
    </a:custClr>
    <a:custClr name="4D6067">
      <a:srgbClr val="4D6067"/>
    </a:custClr>
    <a:custClr name="304245">
      <a:srgbClr val="304245"/>
    </a:custClr>
    <a:custClr name="3A3D46">
      <a:srgbClr val="3A3D46"/>
    </a:custClr>
    <a:custClr name="35B37E">
      <a:srgbClr val="35B37E"/>
    </a:custClr>
    <a:custClr name="E61E33">
      <a:srgbClr val="E61E33"/>
    </a:custClr>
  </a:custClrLst>
  <a:extLst>
    <a:ext uri="{05A4C25C-085E-4340-85A3-A5531E510DB2}">
      <thm15:themeFamily xmlns:thm15="http://schemas.microsoft.com/office/thememl/2012/main" name="Райффайзенбанк КИБ" id="{3B0856CF-9915-4F9C-A885-67595632A8A4}" vid="{68230C01-72B7-4D55-93FF-5FD1092C36F7}"/>
    </a:ext>
  </a:extLst>
</a:theme>
</file>

<file path=ppt/theme/theme4.xml><?xml version="1.0" encoding="utf-8"?>
<a:theme xmlns:a="http://schemas.openxmlformats.org/drawingml/2006/main" name="Цифры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8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45720" rIns="91440" bIns="4572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 name="181C2B">
      <a:srgbClr val="181C2B"/>
    </a:custClr>
    <a:custClr name="36414D">
      <a:srgbClr val="36414D"/>
    </a:custClr>
    <a:custClr name="283A3D">
      <a:srgbClr val="283A3D"/>
    </a:custClr>
    <a:custClr name="536070">
      <a:srgbClr val="536070"/>
    </a:custClr>
    <a:custClr name="4D6067">
      <a:srgbClr val="4D6067"/>
    </a:custClr>
    <a:custClr name="304245">
      <a:srgbClr val="304245"/>
    </a:custClr>
    <a:custClr name="3A3D46">
      <a:srgbClr val="3A3D46"/>
    </a:custClr>
    <a:custClr name="35B37E">
      <a:srgbClr val="35B37E"/>
    </a:custClr>
    <a:custClr name="E61E33">
      <a:srgbClr val="E61E33"/>
    </a:custClr>
  </a:custClrLst>
  <a:extLst>
    <a:ext uri="{05A4C25C-085E-4340-85A3-A5531E510DB2}">
      <thm15:themeFamily xmlns:thm15="http://schemas.microsoft.com/office/thememl/2012/main" name="Райффайзенбанк КИБ" id="{3B0856CF-9915-4F9C-A885-67595632A8A4}" vid="{68230C01-72B7-4D55-93FF-5FD1092C36F7}"/>
    </a:ext>
  </a:extLst>
</a:theme>
</file>

<file path=ppt/theme/theme5.xml><?xml version="1.0" encoding="utf-8"?>
<a:theme xmlns:a="http://schemas.openxmlformats.org/drawingml/2006/main" name="Команда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8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45720" rIns="91440" bIns="4572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 name="181C2B">
      <a:srgbClr val="181C2B"/>
    </a:custClr>
    <a:custClr name="36414D">
      <a:srgbClr val="36414D"/>
    </a:custClr>
    <a:custClr name="283A3D">
      <a:srgbClr val="283A3D"/>
    </a:custClr>
    <a:custClr name="536070">
      <a:srgbClr val="536070"/>
    </a:custClr>
    <a:custClr name="4D6067">
      <a:srgbClr val="4D6067"/>
    </a:custClr>
    <a:custClr name="304245">
      <a:srgbClr val="304245"/>
    </a:custClr>
    <a:custClr name="3A3D46">
      <a:srgbClr val="3A3D46"/>
    </a:custClr>
    <a:custClr name="35B37E">
      <a:srgbClr val="35B37E"/>
    </a:custClr>
    <a:custClr name="E61E33">
      <a:srgbClr val="E61E33"/>
    </a:custClr>
  </a:custClrLst>
  <a:extLst>
    <a:ext uri="{05A4C25C-085E-4340-85A3-A5531E510DB2}">
      <thm15:themeFamily xmlns:thm15="http://schemas.microsoft.com/office/thememl/2012/main" name="Райффайзенбанк КИБ" id="{3B0856CF-9915-4F9C-A885-67595632A8A4}" vid="{68230C01-72B7-4D55-93FF-5FD1092C36F7}"/>
    </a:ext>
  </a:extLst>
</a:theme>
</file>

<file path=ppt/theme/theme6.xml><?xml version="1.0" encoding="utf-8"?>
<a:theme xmlns:a="http://schemas.openxmlformats.org/drawingml/2006/main" name="Содержание | Списки_текстовыми блоками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8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45720" rIns="91440" bIns="4572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 name="181C2B">
      <a:srgbClr val="181C2B"/>
    </a:custClr>
    <a:custClr name="36414D">
      <a:srgbClr val="36414D"/>
    </a:custClr>
    <a:custClr name="283A3D">
      <a:srgbClr val="283A3D"/>
    </a:custClr>
    <a:custClr name="536070">
      <a:srgbClr val="536070"/>
    </a:custClr>
    <a:custClr name="4D6067">
      <a:srgbClr val="4D6067"/>
    </a:custClr>
    <a:custClr name="304245">
      <a:srgbClr val="304245"/>
    </a:custClr>
    <a:custClr name="3A3D46">
      <a:srgbClr val="3A3D46"/>
    </a:custClr>
    <a:custClr name="35B37E">
      <a:srgbClr val="35B37E"/>
    </a:custClr>
    <a:custClr name="E61E33">
      <a:srgbClr val="E61E33"/>
    </a:custClr>
  </a:custClrLst>
  <a:extLst>
    <a:ext uri="{05A4C25C-085E-4340-85A3-A5531E510DB2}">
      <thm15:themeFamily xmlns:thm15="http://schemas.microsoft.com/office/thememl/2012/main" name="Райффайзенбанк КИБ" id="{3B0856CF-9915-4F9C-A885-67595632A8A4}" vid="{68230C01-72B7-4D55-93FF-5FD1092C36F7}"/>
    </a:ext>
  </a:extLst>
</a:theme>
</file>

<file path=ppt/theme/theme7.xml><?xml version="1.0" encoding="utf-8"?>
<a:theme xmlns:a="http://schemas.openxmlformats.org/drawingml/2006/main" name="Списки со встроенными буллитами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Финальный слайд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8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45720" rIns="91440" bIns="4572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 name="181C2B">
      <a:srgbClr val="181C2B"/>
    </a:custClr>
    <a:custClr name="36414D">
      <a:srgbClr val="36414D"/>
    </a:custClr>
    <a:custClr name="283A3D">
      <a:srgbClr val="283A3D"/>
    </a:custClr>
    <a:custClr name="536070">
      <a:srgbClr val="536070"/>
    </a:custClr>
    <a:custClr name="4D6067">
      <a:srgbClr val="4D6067"/>
    </a:custClr>
    <a:custClr name="304245">
      <a:srgbClr val="304245"/>
    </a:custClr>
    <a:custClr name="3A3D46">
      <a:srgbClr val="3A3D46"/>
    </a:custClr>
    <a:custClr name="35B37E">
      <a:srgbClr val="35B37E"/>
    </a:custClr>
    <a:custClr name="E61E33">
      <a:srgbClr val="E61E33"/>
    </a:custClr>
  </a:custClrLst>
  <a:extLst>
    <a:ext uri="{05A4C25C-085E-4340-85A3-A5531E510DB2}">
      <thm15:themeFamily xmlns:thm15="http://schemas.microsoft.com/office/thememl/2012/main" name="Райффайзенбанк КИБ" id="{3B0856CF-9915-4F9C-A885-67595632A8A4}" vid="{68230C01-72B7-4D55-93FF-5FD1092C36F7}"/>
    </a:ext>
  </a:extLst>
</a:theme>
</file>

<file path=ppt/theme/theme9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79982</TotalTime>
  <Words>271</Words>
  <Application>Microsoft Macintosh PowerPoint</Application>
  <PresentationFormat>Widescreen</PresentationFormat>
  <Paragraphs>66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14</vt:i4>
      </vt:variant>
    </vt:vector>
  </HeadingPairs>
  <TitlesOfParts>
    <vt:vector size="28" baseType="lpstr">
      <vt:lpstr>-webkit-standard</vt:lpstr>
      <vt:lpstr>Aptos</vt:lpstr>
      <vt:lpstr>Arial</vt:lpstr>
      <vt:lpstr>Google Sans</vt:lpstr>
      <vt:lpstr>Menlo</vt:lpstr>
      <vt:lpstr>Wingdings</vt:lpstr>
      <vt:lpstr>Титульный слайд</vt:lpstr>
      <vt:lpstr>Рубрикаторы_Разделители</vt:lpstr>
      <vt:lpstr>Контент</vt:lpstr>
      <vt:lpstr>Цифры</vt:lpstr>
      <vt:lpstr>Команда</vt:lpstr>
      <vt:lpstr>Содержание | Списки_текстовыми блоками</vt:lpstr>
      <vt:lpstr>Списки со встроенными буллитами</vt:lpstr>
      <vt:lpstr>Финальный слайд</vt:lpstr>
      <vt:lpstr>Python и квантовая счетная машина</vt:lpstr>
      <vt:lpstr>История квантовых вычислений</vt:lpstr>
      <vt:lpstr>История квантовых вычислений</vt:lpstr>
      <vt:lpstr>Мини-теория</vt:lpstr>
      <vt:lpstr>Классические компьютеры</vt:lpstr>
      <vt:lpstr>Классические компьютеры</vt:lpstr>
      <vt:lpstr>Квантовые компьютеры</vt:lpstr>
      <vt:lpstr>Квантовые компьютеры</vt:lpstr>
      <vt:lpstr>PowerPoint Presentation</vt:lpstr>
      <vt:lpstr>Практика</vt:lpstr>
      <vt:lpstr>Quantum 50/50</vt:lpstr>
      <vt:lpstr>Quantum 50/50</vt:lpstr>
      <vt:lpstr>VQE / VCR / QML / QNN</vt:lpstr>
      <vt:lpstr>Python и квантовая счетная машина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SERDTSEVA Inga</dc:creator>
  <cp:lastModifiedBy>ALIEV Beylak</cp:lastModifiedBy>
  <cp:revision>91</cp:revision>
  <dcterms:created xsi:type="dcterms:W3CDTF">2024-03-11T13:09:30Z</dcterms:created>
  <dcterms:modified xsi:type="dcterms:W3CDTF">2024-11-22T14:17:55Z</dcterms:modified>
</cp:coreProperties>
</file>