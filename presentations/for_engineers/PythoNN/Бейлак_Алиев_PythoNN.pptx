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6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1" r:id="rId4"/>
    <p:sldMasterId id="2147483702" r:id="rId5"/>
    <p:sldMasterId id="2147483703" r:id="rId6"/>
    <p:sldMasterId id="2147483704" r:id="rId7"/>
    <p:sldMasterId id="2147483705" r:id="rId8"/>
    <p:sldMasterId id="2147483706" r:id="rId9"/>
    <p:sldMasterId id="2147483707" r:id="rId10"/>
  </p:sldMasterIdLst>
  <p:notesMasterIdLst>
    <p:notesMasterId r:id="rId29"/>
  </p:notesMasterIdLst>
  <p:sldIdLst>
    <p:sldId id="256" r:id="rId11"/>
    <p:sldId id="257" r:id="rId12"/>
    <p:sldId id="2145707560" r:id="rId13"/>
    <p:sldId id="259" r:id="rId14"/>
    <p:sldId id="260" r:id="rId15"/>
    <p:sldId id="261" r:id="rId16"/>
    <p:sldId id="262" r:id="rId17"/>
    <p:sldId id="263" r:id="rId18"/>
    <p:sldId id="2145707561" r:id="rId19"/>
    <p:sldId id="268" r:id="rId20"/>
    <p:sldId id="269" r:id="rId21"/>
    <p:sldId id="272" r:id="rId22"/>
    <p:sldId id="271" r:id="rId23"/>
    <p:sldId id="275" r:id="rId24"/>
    <p:sldId id="2145707563" r:id="rId25"/>
    <p:sldId id="278" r:id="rId26"/>
    <p:sldId id="2145707562" r:id="rId27"/>
    <p:sldId id="264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06">
          <p15:clr>
            <a:srgbClr val="A4A3A4"/>
          </p15:clr>
        </p15:guide>
        <p15:guide id="2" pos="4005">
          <p15:clr>
            <a:srgbClr val="A4A3A4"/>
          </p15:clr>
        </p15:guide>
        <p15:guide id="3" orient="horz" pos="1994">
          <p15:clr>
            <a:srgbClr val="747775"/>
          </p15:clr>
        </p15:guide>
        <p15:guide id="4" pos="50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3"/>
    <p:restoredTop sz="94762"/>
  </p:normalViewPr>
  <p:slideViewPr>
    <p:cSldViewPr snapToGrid="0">
      <p:cViewPr varScale="1">
        <p:scale>
          <a:sx n="117" d="100"/>
          <a:sy n="117" d="100"/>
        </p:scale>
        <p:origin x="880" y="168"/>
      </p:cViewPr>
      <p:guideLst>
        <p:guide orient="horz" pos="3206"/>
        <p:guide pos="4005"/>
        <p:guide orient="horz" pos="1994"/>
        <p:guide pos="50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stasia" userId="9c34d056-f9d2-4236-b40b-bc5b142928ad" providerId="ADAL" clId="{782A6D94-23D5-4681-8A7E-4462071E7AEC}"/>
    <pc:docChg chg="custSel modSld">
      <pc:chgData name="Anastasia" userId="9c34d056-f9d2-4236-b40b-bc5b142928ad" providerId="ADAL" clId="{782A6D94-23D5-4681-8A7E-4462071E7AEC}" dt="2024-08-13T07:47:53.957" v="9" actId="313"/>
      <pc:docMkLst>
        <pc:docMk/>
      </pc:docMkLst>
      <pc:sldChg chg="modSp mod">
        <pc:chgData name="Anastasia" userId="9c34d056-f9d2-4236-b40b-bc5b142928ad" providerId="ADAL" clId="{782A6D94-23D5-4681-8A7E-4462071E7AEC}" dt="2024-08-13T07:47:05.901" v="3" actId="313"/>
        <pc:sldMkLst>
          <pc:docMk/>
          <pc:sldMk cId="0" sldId="256"/>
        </pc:sldMkLst>
        <pc:spChg chg="mod">
          <ac:chgData name="Anastasia" userId="9c34d056-f9d2-4236-b40b-bc5b142928ad" providerId="ADAL" clId="{782A6D94-23D5-4681-8A7E-4462071E7AEC}" dt="2024-08-13T07:47:05.901" v="3" actId="313"/>
          <ac:spMkLst>
            <pc:docMk/>
            <pc:sldMk cId="0" sldId="256"/>
            <ac:spMk id="628" creationId="{00000000-0000-0000-0000-000000000000}"/>
          </ac:spMkLst>
        </pc:spChg>
      </pc:sldChg>
      <pc:sldChg chg="modSp mod">
        <pc:chgData name="Anastasia" userId="9c34d056-f9d2-4236-b40b-bc5b142928ad" providerId="ADAL" clId="{782A6D94-23D5-4681-8A7E-4462071E7AEC}" dt="2024-08-13T07:47:22.743" v="5" actId="20577"/>
        <pc:sldMkLst>
          <pc:docMk/>
          <pc:sldMk cId="0" sldId="259"/>
        </pc:sldMkLst>
        <pc:spChg chg="mod">
          <ac:chgData name="Anastasia" userId="9c34d056-f9d2-4236-b40b-bc5b142928ad" providerId="ADAL" clId="{782A6D94-23D5-4681-8A7E-4462071E7AEC}" dt="2024-08-13T07:47:22.743" v="5" actId="20577"/>
          <ac:spMkLst>
            <pc:docMk/>
            <pc:sldMk cId="0" sldId="259"/>
            <ac:spMk id="682" creationId="{00000000-0000-0000-0000-000000000000}"/>
          </ac:spMkLst>
        </pc:spChg>
      </pc:sldChg>
      <pc:sldChg chg="modSp mod">
        <pc:chgData name="Anastasia" userId="9c34d056-f9d2-4236-b40b-bc5b142928ad" providerId="ADAL" clId="{782A6D94-23D5-4681-8A7E-4462071E7AEC}" dt="2024-08-13T07:47:53.957" v="9" actId="313"/>
        <pc:sldMkLst>
          <pc:docMk/>
          <pc:sldMk cId="0" sldId="264"/>
        </pc:sldMkLst>
        <pc:spChg chg="mod">
          <ac:chgData name="Anastasia" userId="9c34d056-f9d2-4236-b40b-bc5b142928ad" providerId="ADAL" clId="{782A6D94-23D5-4681-8A7E-4462071E7AEC}" dt="2024-08-13T07:47:53.957" v="9" actId="313"/>
          <ac:spMkLst>
            <pc:docMk/>
            <pc:sldMk cId="0" sldId="264"/>
            <ac:spMk id="7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3298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334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3422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2410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8227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3935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8474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0152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8938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4" Type="http://schemas.microsoft.com/office/2007/relationships/hdphoto" Target="../media/hdphoto4.wdp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4" Type="http://schemas.microsoft.com/office/2007/relationships/hdphoto" Target="../media/hdphoto4.wdp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рисунок сверху_1">
  <p:cSld name="Титульный слайд_рисунок сверху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814763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3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4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есть блоков с кнопками">
  <p:cSld name="Шесть блоков с кнопками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" name="Google Shape;27;p4"/>
          <p:cNvSpPr>
            <a:spLocks noGrp="1"/>
          </p:cNvSpPr>
          <p:nvPr>
            <p:ph type="body" idx="1"/>
          </p:nvPr>
        </p:nvSpPr>
        <p:spPr>
          <a:xfrm>
            <a:off x="628506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>
            <a:spLocks noGrp="1"/>
          </p:cNvSpPr>
          <p:nvPr>
            <p:ph type="body" idx="2"/>
          </p:nvPr>
        </p:nvSpPr>
        <p:spPr>
          <a:xfrm>
            <a:off x="4464000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>
            <a:spLocks noGrp="1"/>
          </p:cNvSpPr>
          <p:nvPr>
            <p:ph type="body" idx="3"/>
          </p:nvPr>
        </p:nvSpPr>
        <p:spPr>
          <a:xfrm>
            <a:off x="8357552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>
            <a:spLocks noGrp="1"/>
          </p:cNvSpPr>
          <p:nvPr>
            <p:ph type="body" idx="4"/>
          </p:nvPr>
        </p:nvSpPr>
        <p:spPr>
          <a:xfrm>
            <a:off x="628506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>
            <a:spLocks noGrp="1"/>
          </p:cNvSpPr>
          <p:nvPr>
            <p:ph type="body" idx="5"/>
          </p:nvPr>
        </p:nvSpPr>
        <p:spPr>
          <a:xfrm>
            <a:off x="4464000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>
            <a:spLocks noGrp="1"/>
          </p:cNvSpPr>
          <p:nvPr>
            <p:ph type="body" idx="6"/>
          </p:nvPr>
        </p:nvSpPr>
        <p:spPr>
          <a:xfrm>
            <a:off x="8357552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body" idx="7"/>
          </p:nvPr>
        </p:nvSpPr>
        <p:spPr>
          <a:xfrm>
            <a:off x="628650" y="152082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8"/>
          </p:nvPr>
        </p:nvSpPr>
        <p:spPr>
          <a:xfrm>
            <a:off x="4473948" y="152082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9"/>
          </p:nvPr>
        </p:nvSpPr>
        <p:spPr>
          <a:xfrm>
            <a:off x="8357552" y="152082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3"/>
          </p:nvPr>
        </p:nvSpPr>
        <p:spPr>
          <a:xfrm>
            <a:off x="628650" y="4144956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4"/>
          </p:nvPr>
        </p:nvSpPr>
        <p:spPr>
          <a:xfrm>
            <a:off x="4473948" y="4144956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5"/>
          </p:nvPr>
        </p:nvSpPr>
        <p:spPr>
          <a:xfrm>
            <a:off x="8357552" y="4144956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евять блоков с подзаголовками">
  <p:cSld name="Девять блоков с подзаголовками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544570" y="167900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2"/>
          </p:nvPr>
        </p:nvSpPr>
        <p:spPr>
          <a:xfrm>
            <a:off x="4389868" y="167900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3"/>
          </p:nvPr>
        </p:nvSpPr>
        <p:spPr>
          <a:xfrm>
            <a:off x="8273472" y="167900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4"/>
          </p:nvPr>
        </p:nvSpPr>
        <p:spPr>
          <a:xfrm>
            <a:off x="544570" y="349957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5"/>
          </p:nvPr>
        </p:nvSpPr>
        <p:spPr>
          <a:xfrm>
            <a:off x="4389868" y="349957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6"/>
          </p:nvPr>
        </p:nvSpPr>
        <p:spPr>
          <a:xfrm>
            <a:off x="8273472" y="349957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7"/>
          </p:nvPr>
        </p:nvSpPr>
        <p:spPr>
          <a:xfrm>
            <a:off x="539808" y="5334000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8"/>
          </p:nvPr>
        </p:nvSpPr>
        <p:spPr>
          <a:xfrm>
            <a:off x="4385106" y="5334000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9"/>
          </p:nvPr>
        </p:nvSpPr>
        <p:spPr>
          <a:xfrm>
            <a:off x="8268710" y="5334000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3"/>
          </p:nvPr>
        </p:nvSpPr>
        <p:spPr>
          <a:xfrm>
            <a:off x="539808" y="106637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4"/>
          </p:nvPr>
        </p:nvSpPr>
        <p:spPr>
          <a:xfrm>
            <a:off x="4385106" y="106637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body" idx="15"/>
          </p:nvPr>
        </p:nvSpPr>
        <p:spPr>
          <a:xfrm>
            <a:off x="8268710" y="106637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6"/>
          </p:nvPr>
        </p:nvSpPr>
        <p:spPr>
          <a:xfrm>
            <a:off x="539808" y="288694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body" idx="17"/>
          </p:nvPr>
        </p:nvSpPr>
        <p:spPr>
          <a:xfrm>
            <a:off x="4385106" y="288694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18"/>
          </p:nvPr>
        </p:nvSpPr>
        <p:spPr>
          <a:xfrm>
            <a:off x="8268710" y="288694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19"/>
          </p:nvPr>
        </p:nvSpPr>
        <p:spPr>
          <a:xfrm>
            <a:off x="535046" y="4721367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20"/>
          </p:nvPr>
        </p:nvSpPr>
        <p:spPr>
          <a:xfrm>
            <a:off x="4380344" y="4721367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1"/>
          </p:nvPr>
        </p:nvSpPr>
        <p:spPr>
          <a:xfrm>
            <a:off x="8263948" y="4721367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евять блоков">
  <p:cSld name="Девять блоков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>
            <a:spLocks noGrp="1"/>
          </p:cNvSpPr>
          <p:nvPr>
            <p:ph type="body" idx="1"/>
          </p:nvPr>
        </p:nvSpPr>
        <p:spPr>
          <a:xfrm>
            <a:off x="544568" y="125758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body" idx="2"/>
          </p:nvPr>
        </p:nvSpPr>
        <p:spPr>
          <a:xfrm>
            <a:off x="4389866" y="125758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body" idx="3"/>
          </p:nvPr>
        </p:nvSpPr>
        <p:spPr>
          <a:xfrm>
            <a:off x="8273470" y="125758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4"/>
          </p:nvPr>
        </p:nvSpPr>
        <p:spPr>
          <a:xfrm>
            <a:off x="544568" y="307815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5"/>
          </p:nvPr>
        </p:nvSpPr>
        <p:spPr>
          <a:xfrm>
            <a:off x="4389866" y="307815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6"/>
          </p:nvPr>
        </p:nvSpPr>
        <p:spPr>
          <a:xfrm>
            <a:off x="8273470" y="307815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body" idx="7"/>
          </p:nvPr>
        </p:nvSpPr>
        <p:spPr>
          <a:xfrm>
            <a:off x="539806" y="491257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body" idx="8"/>
          </p:nvPr>
        </p:nvSpPr>
        <p:spPr>
          <a:xfrm>
            <a:off x="4385104" y="491257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body" idx="9"/>
          </p:nvPr>
        </p:nvSpPr>
        <p:spPr>
          <a:xfrm>
            <a:off x="8268708" y="491257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объект_ссылка">
  <p:cSld name="Текст_объект_ссылка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>
            <a:spLocks noGrp="1"/>
          </p:cNvSpPr>
          <p:nvPr>
            <p:ph type="body" idx="1"/>
          </p:nvPr>
        </p:nvSpPr>
        <p:spPr>
          <a:xfrm>
            <a:off x="6124575" y="1333500"/>
            <a:ext cx="5681125" cy="4953000"/>
          </a:xfrm>
          <a:prstGeom prst="roundRect">
            <a:avLst>
              <a:gd name="adj" fmla="val 5408"/>
            </a:avLst>
          </a:prstGeom>
          <a:noFill/>
          <a:ln>
            <a:noFill/>
          </a:ln>
        </p:spPr>
        <p:txBody>
          <a:bodyPr spcFirstLastPara="1" wrap="square" lIns="251975" tIns="251975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sldNum" idx="12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 txBox="1">
            <a:spLocks noGrp="1"/>
          </p:cNvSpPr>
          <p:nvPr>
            <p:ph type="body" idx="2"/>
          </p:nvPr>
        </p:nvSpPr>
        <p:spPr>
          <a:xfrm>
            <a:off x="325803" y="1064483"/>
            <a:ext cx="5408612" cy="4269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>
            <a:spLocks noGrp="1"/>
          </p:cNvSpPr>
          <p:nvPr>
            <p:ph type="body" idx="3"/>
          </p:nvPr>
        </p:nvSpPr>
        <p:spPr>
          <a:xfrm>
            <a:off x="414338" y="5734050"/>
            <a:ext cx="3395662" cy="5524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80000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и иллюстрация">
  <p:cSld name="Текст и иллюстрация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>
            <a:spLocks noGrp="1"/>
          </p:cNvSpPr>
          <p:nvPr>
            <p:ph type="pic" idx="2"/>
          </p:nvPr>
        </p:nvSpPr>
        <p:spPr>
          <a:xfrm>
            <a:off x="6728346" y="1"/>
            <a:ext cx="546365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8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sldNum" idx="12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body" idx="3"/>
          </p:nvPr>
        </p:nvSpPr>
        <p:spPr>
          <a:xfrm>
            <a:off x="319930" y="1700213"/>
            <a:ext cx="6000952" cy="45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1" name="Google Shape;9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(для таблицы или графика)">
  <p:cSld name="Объект (для таблицы или графика)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1"/>
          </p:nvPr>
        </p:nvSpPr>
        <p:spPr>
          <a:xfrm>
            <a:off x="371475" y="1143000"/>
            <a:ext cx="11515725" cy="516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ldNum" idx="12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7" name="Google Shape;9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(для таблиц или графиков)">
  <p:cSld name="Два объекта (для таблиц или графиков)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"/>
          <p:cNvSpPr>
            <a:spLocks noGrp="1"/>
          </p:cNvSpPr>
          <p:nvPr>
            <p:ph type="body" idx="1"/>
          </p:nvPr>
        </p:nvSpPr>
        <p:spPr>
          <a:xfrm>
            <a:off x="414339" y="1045030"/>
            <a:ext cx="5554662" cy="5431970"/>
          </a:xfrm>
          <a:prstGeom prst="roundRect">
            <a:avLst>
              <a:gd name="adj" fmla="val 3933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0"/>
          <p:cNvSpPr>
            <a:spLocks noGrp="1"/>
          </p:cNvSpPr>
          <p:nvPr>
            <p:ph type="body" idx="2"/>
          </p:nvPr>
        </p:nvSpPr>
        <p:spPr>
          <a:xfrm>
            <a:off x="6223000" y="1045030"/>
            <a:ext cx="5591174" cy="5431970"/>
          </a:xfrm>
          <a:prstGeom prst="roundRect">
            <a:avLst>
              <a:gd name="adj" fmla="val 449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sldNum" idx="12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04" name="Google Shape;104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_темная тема">
  <p:cSld name="Только заголовок_темная тема">
    <p:bg>
      <p:bgPr>
        <a:solidFill>
          <a:schemeClr val="dk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1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с фоном_1">
  <p:cSld name="Два объекта с фоном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1" name="Google Shape;111;p12"/>
          <p:cNvSpPr>
            <a:spLocks noGrp="1"/>
          </p:cNvSpPr>
          <p:nvPr>
            <p:ph type="body" idx="1"/>
          </p:nvPr>
        </p:nvSpPr>
        <p:spPr>
          <a:xfrm>
            <a:off x="7445208" y="1700213"/>
            <a:ext cx="4387493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12"/>
          <p:cNvSpPr>
            <a:spLocks noGrp="1"/>
          </p:cNvSpPr>
          <p:nvPr>
            <p:ph type="body" idx="2"/>
          </p:nvPr>
        </p:nvSpPr>
        <p:spPr>
          <a:xfrm>
            <a:off x="407988" y="1700214"/>
            <a:ext cx="6872543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3" name="Google Shape;11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2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body" idx="3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с фоном_2">
  <p:cSld name="Два объекта с фоном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8" name="Google Shape;118;p13"/>
          <p:cNvSpPr>
            <a:spLocks noGrp="1"/>
          </p:cNvSpPr>
          <p:nvPr>
            <p:ph type="body" idx="1"/>
          </p:nvPr>
        </p:nvSpPr>
        <p:spPr>
          <a:xfrm>
            <a:off x="4762500" y="1700213"/>
            <a:ext cx="7070201" cy="4564639"/>
          </a:xfrm>
          <a:prstGeom prst="roundRect">
            <a:avLst>
              <a:gd name="adj" fmla="val 4195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>
            <a:spLocks noGrp="1"/>
          </p:cNvSpPr>
          <p:nvPr>
            <p:ph type="body" idx="2"/>
          </p:nvPr>
        </p:nvSpPr>
        <p:spPr>
          <a:xfrm>
            <a:off x="407989" y="1700214"/>
            <a:ext cx="4164012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0" name="Google Shape;12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3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с фоном _3">
  <p:cSld name="Два объекта с фоном _3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5" name="Google Shape;125;p14"/>
          <p:cNvSpPr>
            <a:spLocks noGrp="1"/>
          </p:cNvSpPr>
          <p:nvPr>
            <p:ph type="body" idx="1"/>
          </p:nvPr>
        </p:nvSpPr>
        <p:spPr>
          <a:xfrm>
            <a:off x="407988" y="1700213"/>
            <a:ext cx="5688012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14"/>
          <p:cNvSpPr>
            <a:spLocks noGrp="1"/>
          </p:cNvSpPr>
          <p:nvPr>
            <p:ph type="body" idx="2"/>
          </p:nvPr>
        </p:nvSpPr>
        <p:spPr>
          <a:xfrm>
            <a:off x="6211902" y="1700214"/>
            <a:ext cx="5620801" cy="4564640"/>
          </a:xfrm>
          <a:prstGeom prst="roundRect">
            <a:avLst>
              <a:gd name="adj" fmla="val 5738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3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_темная тема">
  <p:cSld name="Два объекта_темная тема">
    <p:bg>
      <p:bgPr>
        <a:solidFill>
          <a:srgbClr val="3C3C4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2" name="Google Shape;132;p15"/>
          <p:cNvSpPr>
            <a:spLocks noGrp="1"/>
          </p:cNvSpPr>
          <p:nvPr>
            <p:ph type="body" idx="1"/>
          </p:nvPr>
        </p:nvSpPr>
        <p:spPr>
          <a:xfrm>
            <a:off x="407988" y="1836526"/>
            <a:ext cx="5688013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>
            <a:spLocks noGrp="1"/>
          </p:cNvSpPr>
          <p:nvPr>
            <p:ph type="body" idx="2"/>
          </p:nvPr>
        </p:nvSpPr>
        <p:spPr>
          <a:xfrm>
            <a:off x="6211902" y="1836526"/>
            <a:ext cx="5620801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3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дин объект с фоном">
  <p:cSld name="Один объект с фоном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9" name="Google Shape;139;p16"/>
          <p:cNvSpPr>
            <a:spLocks noGrp="1"/>
          </p:cNvSpPr>
          <p:nvPr>
            <p:ph type="body" idx="1"/>
          </p:nvPr>
        </p:nvSpPr>
        <p:spPr>
          <a:xfrm>
            <a:off x="407988" y="1836526"/>
            <a:ext cx="11424715" cy="4428327"/>
          </a:xfrm>
          <a:prstGeom prst="roundRect">
            <a:avLst>
              <a:gd name="adj" fmla="val 5738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0" name="Google Shape;14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body" idx="2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Иллюстрация и блок текста">
  <p:cSld name="Иллюстрация и блок текста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E93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609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>
            <a:spLocks noGrp="1"/>
          </p:cNvSpPr>
          <p:nvPr>
            <p:ph type="sldNum" idx="12"/>
          </p:nvPr>
        </p:nvSpPr>
        <p:spPr>
          <a:xfrm>
            <a:off x="11153832" y="6431111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ctrTitle"/>
          </p:nvPr>
        </p:nvSpPr>
        <p:spPr>
          <a:xfrm>
            <a:off x="213730" y="1954766"/>
            <a:ext cx="512027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>
            <a:spLocks noGrp="1"/>
          </p:cNvSpPr>
          <p:nvPr>
            <p:ph type="body" idx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body" idx="2"/>
          </p:nvPr>
        </p:nvSpPr>
        <p:spPr>
          <a:xfrm>
            <a:off x="6388100" y="963827"/>
            <a:ext cx="5494338" cy="52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Иллюстрация и объект">
  <p:cSld name="Иллюстрация и объект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318260" y="1552639"/>
            <a:ext cx="3932237" cy="190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body" idx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body" idx="2"/>
          </p:nvPr>
        </p:nvSpPr>
        <p:spPr>
          <a:xfrm>
            <a:off x="318260" y="3565524"/>
            <a:ext cx="4857898" cy="230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убрикатор без иллюстрации_темная тема">
  <p:cSld name="Рубрикатор без иллюстрации_темная тема">
    <p:bg>
      <p:bgPr>
        <a:solidFill>
          <a:srgbClr val="59BFBE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7" name="Google Shape;16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229D57-89DA-E069-EF8F-0F0E1DA46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41322" y="380030"/>
            <a:ext cx="1723453" cy="38414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F5C578-D8E0-4BC1-E311-91426228466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65618" y="380030"/>
            <a:ext cx="903256" cy="384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рисунок сверху_1">
  <p:cSld name="Титульный слайд_рисунок сверху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814763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body" idx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body" idx="3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4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убрикатор с иллюстрацией_светлая тема">
  <p:cSld name="Рубрикатор с иллюстрацией_светлая тема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4263" y="6085489"/>
            <a:ext cx="487737" cy="48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>
            <a:spLocks noGrp="1"/>
          </p:cNvSpPr>
          <p:nvPr>
            <p:ph type="title"/>
          </p:nvPr>
        </p:nvSpPr>
        <p:spPr>
          <a:xfrm>
            <a:off x="263414" y="1764434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body" idx="1"/>
          </p:nvPr>
        </p:nvSpPr>
        <p:spPr>
          <a:xfrm>
            <a:off x="279727" y="3429000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body" idx="2"/>
          </p:nvPr>
        </p:nvSpPr>
        <p:spPr>
          <a:xfrm>
            <a:off x="5638193" y="3235543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>
            <a:spLocks noGrp="1"/>
          </p:cNvSpPr>
          <p:nvPr>
            <p:ph type="pic" idx="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3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убрикатор с иллюстрацией_светлая тема">
  <p:cSld name="1_Рубрикатор с иллюстрацией_светлая тема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263414" y="1764434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279727" y="3429000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2"/>
          </p:nvPr>
        </p:nvSpPr>
        <p:spPr>
          <a:xfrm>
            <a:off x="258383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24"/>
          <p:cNvSpPr>
            <a:spLocks noGrp="1"/>
          </p:cNvSpPr>
          <p:nvPr>
            <p:ph type="pic" idx="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4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убрикатор без иллюстрации">
  <p:cSld name="Рубрикатор без иллюстрации"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25"/>
          <p:cNvSpPr/>
          <p:nvPr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Рубрикатор без иллюстрации_темная тема">
  <p:cSld name="3_Рубрикатор без иллюстрации_темная тема">
    <p:bg>
      <p:bgPr>
        <a:solidFill>
          <a:schemeClr val="accent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2" name="Google Shape;202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/>
          <p:nvPr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убрикатор без иллюстрации_темная тема">
  <p:cSld name="1_Рубрикатор без иллюстрации_темная тема">
    <p:bg>
      <p:bgPr>
        <a:solidFill>
          <a:srgbClr val="BE93F9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8" name="Google Shape;20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/>
          <p:nvPr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Рубрикатор без иллюстрации_темная тема">
  <p:cSld name="4_Рубрикатор без иллюстрации_темная тема">
    <p:bg>
      <p:bgPr>
        <a:solidFill>
          <a:srgbClr val="FB915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28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4" name="Google Shape;21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/>
          <p:nvPr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Светлая тема_2">
  <p:cSld name="Титульный слайд_Светлая тема_2"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>
            <a:spLocks noGrp="1"/>
          </p:cNvSpPr>
          <p:nvPr>
            <p:ph type="pic" idx="2"/>
          </p:nvPr>
        </p:nvSpPr>
        <p:spPr>
          <a:xfrm>
            <a:off x="0" y="2"/>
            <a:ext cx="12192000" cy="3815122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0"/>
          <p:cNvSpPr txBox="1">
            <a:spLocks noGrp="1"/>
          </p:cNvSpPr>
          <p:nvPr>
            <p:ph type="body" idx="1"/>
          </p:nvPr>
        </p:nvSpPr>
        <p:spPr>
          <a:xfrm>
            <a:off x="269875" y="6146800"/>
            <a:ext cx="38195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body" idx="3"/>
          </p:nvPr>
        </p:nvSpPr>
        <p:spPr>
          <a:xfrm>
            <a:off x="10388600" y="6210300"/>
            <a:ext cx="153352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2" name="Google Shape;22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0"/>
          <p:cNvSpPr txBox="1">
            <a:spLocks noGrp="1"/>
          </p:cNvSpPr>
          <p:nvPr>
            <p:ph type="ctrTitle"/>
          </p:nvPr>
        </p:nvSpPr>
        <p:spPr>
          <a:xfrm>
            <a:off x="169500" y="3944752"/>
            <a:ext cx="5076760" cy="20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Темная тема_1">
  <p:cSld name="Титульный слайд_Темная тема_1">
    <p:bg>
      <p:bgPr>
        <a:solidFill>
          <a:srgbClr val="3C3C4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>
            <a:spLocks noGrp="1"/>
          </p:cNvSpPr>
          <p:nvPr>
            <p:ph type="body" idx="1"/>
          </p:nvPr>
        </p:nvSpPr>
        <p:spPr>
          <a:xfrm>
            <a:off x="385400" y="5961800"/>
            <a:ext cx="4860860" cy="498970"/>
          </a:xfrm>
          <a:prstGeom prst="roundRect">
            <a:avLst>
              <a:gd name="adj" fmla="val 50000"/>
            </a:avLst>
          </a:prstGeom>
          <a:solidFill>
            <a:schemeClr val="lt1">
              <a:alpha val="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31"/>
          <p:cNvSpPr>
            <a:spLocks noGrp="1"/>
          </p:cNvSpPr>
          <p:nvPr>
            <p:ph type="body" idx="2"/>
          </p:nvPr>
        </p:nvSpPr>
        <p:spPr>
          <a:xfrm>
            <a:off x="9334500" y="5961800"/>
            <a:ext cx="2494455" cy="498970"/>
          </a:xfrm>
          <a:prstGeom prst="roundRect">
            <a:avLst>
              <a:gd name="adj" fmla="val 50000"/>
            </a:avLst>
          </a:prstGeom>
          <a:solidFill>
            <a:schemeClr val="lt1">
              <a:alpha val="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31"/>
          <p:cNvSpPr>
            <a:spLocks noGrp="1"/>
          </p:cNvSpPr>
          <p:nvPr>
            <p:ph type="pic" idx="3"/>
          </p:nvPr>
        </p:nvSpPr>
        <p:spPr>
          <a:xfrm>
            <a:off x="0" y="2"/>
            <a:ext cx="12192000" cy="3815122"/>
          </a:xfrm>
          <a:prstGeom prst="rect">
            <a:avLst/>
          </a:prstGeom>
          <a:noFill/>
          <a:ln>
            <a:noFill/>
          </a:ln>
        </p:spPr>
      </p:sp>
      <p:pic>
        <p:nvPicPr>
          <p:cNvPr id="229" name="Google Shape;22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>
            <a:spLocks noGrp="1"/>
          </p:cNvSpPr>
          <p:nvPr>
            <p:ph type="ctrTitle"/>
          </p:nvPr>
        </p:nvSpPr>
        <p:spPr>
          <a:xfrm>
            <a:off x="169500" y="3939498"/>
            <a:ext cx="5076760" cy="20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1" name="Google Shape;231;p31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Светлая тема_Фото спикера">
  <p:cSld name="Титульный слайд_Светлая тема_Фото спикера">
    <p:bg>
      <p:bgPr>
        <a:solidFill>
          <a:srgbClr val="BE93F9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>
            <a:spLocks noGrp="1"/>
          </p:cNvSpPr>
          <p:nvPr>
            <p:ph type="pic" idx="2"/>
          </p:nvPr>
        </p:nvSpPr>
        <p:spPr>
          <a:xfrm>
            <a:off x="6096000" y="1"/>
            <a:ext cx="609600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2"/>
          <p:cNvSpPr txBox="1">
            <a:spLocks noGrp="1"/>
          </p:cNvSpPr>
          <p:nvPr>
            <p:ph type="ctrTitle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>
            <a:spLocks noGrp="1"/>
          </p:cNvSpPr>
          <p:nvPr>
            <p:ph type="body" idx="1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" name="Google Shape;237;p32"/>
          <p:cNvSpPr>
            <a:spLocks noGrp="1"/>
          </p:cNvSpPr>
          <p:nvPr>
            <p:ph type="pic" idx="3"/>
          </p:nvPr>
        </p:nvSpPr>
        <p:spPr>
          <a:xfrm>
            <a:off x="359999" y="4953000"/>
            <a:ext cx="1038992" cy="1541899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32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2"/>
          <p:cNvSpPr txBox="1">
            <a:spLocks noGrp="1"/>
          </p:cNvSpPr>
          <p:nvPr>
            <p:ph type="body" idx="4"/>
          </p:nvPr>
        </p:nvSpPr>
        <p:spPr>
          <a:xfrm>
            <a:off x="1385976" y="5475097"/>
            <a:ext cx="4525427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32"/>
          <p:cNvSpPr txBox="1">
            <a:spLocks noGrp="1"/>
          </p:cNvSpPr>
          <p:nvPr>
            <p:ph type="body" idx="5"/>
          </p:nvPr>
        </p:nvSpPr>
        <p:spPr>
          <a:xfrm>
            <a:off x="1385976" y="5905620"/>
            <a:ext cx="4525427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Светлая тема_5_рисунок справа">
  <p:cSld name="Титульный слайд_Светлая тема_5_рисунок справа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>
            <a:spLocks noGrp="1"/>
          </p:cNvSpPr>
          <p:nvPr>
            <p:ph type="pic" idx="2"/>
          </p:nvPr>
        </p:nvSpPr>
        <p:spPr>
          <a:xfrm>
            <a:off x="6096000" y="1"/>
            <a:ext cx="6096000" cy="6857999"/>
          </a:xfrm>
          <a:prstGeom prst="rect">
            <a:avLst/>
          </a:prstGeom>
          <a:noFill/>
          <a:ln>
            <a:noFill/>
          </a:ln>
        </p:spPr>
      </p:sp>
      <p:pic>
        <p:nvPicPr>
          <p:cNvPr id="243" name="Google Shape;243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3"/>
          <p:cNvSpPr txBox="1">
            <a:spLocks noGrp="1"/>
          </p:cNvSpPr>
          <p:nvPr>
            <p:ph type="body" idx="1"/>
          </p:nvPr>
        </p:nvSpPr>
        <p:spPr>
          <a:xfrm>
            <a:off x="270344" y="5726668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p33"/>
          <p:cNvSpPr txBox="1">
            <a:spLocks noGrp="1"/>
          </p:cNvSpPr>
          <p:nvPr>
            <p:ph type="body" idx="3"/>
          </p:nvPr>
        </p:nvSpPr>
        <p:spPr>
          <a:xfrm>
            <a:off x="277812" y="6196812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33"/>
          <p:cNvSpPr txBox="1">
            <a:spLocks noGrp="1"/>
          </p:cNvSpPr>
          <p:nvPr>
            <p:ph type="ctrTitle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7" name="Google Shape;247;p33"/>
          <p:cNvSpPr txBox="1">
            <a:spLocks noGrp="1"/>
          </p:cNvSpPr>
          <p:nvPr>
            <p:ph type="body" idx="4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8" name="Google Shape;248;p33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Темная тема_2_рисунок справа">
  <p:cSld name="Титульный слайд_Темная тема_2_рисунок справа">
    <p:bg>
      <p:bgPr>
        <a:solidFill>
          <a:srgbClr val="59BFBE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/>
          <p:nvPr/>
        </p:nvSpPr>
        <p:spPr>
          <a:xfrm>
            <a:off x="6096001" y="1"/>
            <a:ext cx="6095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4"/>
          <p:cNvSpPr>
            <a:spLocks noGrp="1"/>
          </p:cNvSpPr>
          <p:nvPr>
            <p:ph type="pic" idx="2"/>
          </p:nvPr>
        </p:nvSpPr>
        <p:spPr>
          <a:xfrm>
            <a:off x="6096000" y="1"/>
            <a:ext cx="609600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4"/>
          <p:cNvSpPr>
            <a:spLocks noGrp="1"/>
          </p:cNvSpPr>
          <p:nvPr>
            <p:ph type="body" idx="1"/>
          </p:nvPr>
        </p:nvSpPr>
        <p:spPr>
          <a:xfrm>
            <a:off x="372700" y="5885645"/>
            <a:ext cx="4873560" cy="575125"/>
          </a:xfrm>
          <a:prstGeom prst="roundRect">
            <a:avLst>
              <a:gd name="adj" fmla="val 50000"/>
            </a:avLst>
          </a:prstGeom>
          <a:solidFill>
            <a:schemeClr val="lt1">
              <a:alpha val="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53" name="Google Shape;25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4"/>
          <p:cNvSpPr txBox="1">
            <a:spLocks noGrp="1"/>
          </p:cNvSpPr>
          <p:nvPr>
            <p:ph type="ctrTitle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body" idx="3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с фото спикера_без рисунка">
  <p:cSld name="Титульный слайд с фото спикера_без рисунка">
    <p:bg>
      <p:bgPr>
        <a:solidFill>
          <a:schemeClr val="l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>
            <a:spLocks noGrp="1"/>
          </p:cNvSpPr>
          <p:nvPr>
            <p:ph type="ctrTitle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9" name="Google Shape;259;p35"/>
          <p:cNvSpPr>
            <a:spLocks noGrp="1"/>
          </p:cNvSpPr>
          <p:nvPr>
            <p:ph type="pic" idx="2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60" name="Google Shape;26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5"/>
          <p:cNvSpPr txBox="1">
            <a:spLocks noGrp="1"/>
          </p:cNvSpPr>
          <p:nvPr>
            <p:ph type="body" idx="1"/>
          </p:nvPr>
        </p:nvSpPr>
        <p:spPr>
          <a:xfrm>
            <a:off x="1385976" y="5475097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3" name="Google Shape;263;p35"/>
          <p:cNvSpPr txBox="1">
            <a:spLocks noGrp="1"/>
          </p:cNvSpPr>
          <p:nvPr>
            <p:ph type="body" idx="3"/>
          </p:nvPr>
        </p:nvSpPr>
        <p:spPr>
          <a:xfrm>
            <a:off x="1385976" y="5905620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фото спикера_без рисунка_темная тема">
  <p:cSld name="Титульный слайд_фото спикера_без рисунка_темная тема">
    <p:bg>
      <p:bgPr>
        <a:solidFill>
          <a:schemeClr val="accent2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>
            <a:spLocks noGrp="1"/>
          </p:cNvSpPr>
          <p:nvPr>
            <p:ph type="ctrTitle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6" name="Google Shape;266;p36"/>
          <p:cNvSpPr txBox="1">
            <a:spLocks noGrp="1"/>
          </p:cNvSpPr>
          <p:nvPr>
            <p:ph type="body" idx="1"/>
          </p:nvPr>
        </p:nvSpPr>
        <p:spPr>
          <a:xfrm>
            <a:off x="1385976" y="5475097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body" idx="2"/>
          </p:nvPr>
        </p:nvSpPr>
        <p:spPr>
          <a:xfrm>
            <a:off x="1385976" y="5905620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36"/>
          <p:cNvSpPr>
            <a:spLocks noGrp="1"/>
          </p:cNvSpPr>
          <p:nvPr>
            <p:ph type="pic" idx="3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69" name="Google Shape;269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6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_фото спикера_без рисунка_темная тема">
  <p:cSld name="1_Титульный слайд_фото спикера_без рисунка_темная тема">
    <p:bg>
      <p:bgPr>
        <a:solidFill>
          <a:srgbClr val="FB915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ctrTitle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body" idx="1"/>
          </p:nvPr>
        </p:nvSpPr>
        <p:spPr>
          <a:xfrm>
            <a:off x="1385976" y="5475097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4" name="Google Shape;274;p37"/>
          <p:cNvSpPr txBox="1">
            <a:spLocks noGrp="1"/>
          </p:cNvSpPr>
          <p:nvPr>
            <p:ph type="body" idx="2"/>
          </p:nvPr>
        </p:nvSpPr>
        <p:spPr>
          <a:xfrm>
            <a:off x="1385976" y="5905620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5" name="Google Shape;275;p37"/>
          <p:cNvSpPr>
            <a:spLocks noGrp="1"/>
          </p:cNvSpPr>
          <p:nvPr>
            <p:ph type="pic" idx="3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76" name="Google Shape;27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рисунок сверху_1">
  <p:cSld name="Титульный слайд_рисунок сверху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814763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body" idx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body" idx="3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body" idx="4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84" name="Google Shape;284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8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_Шесть блоков">
  <p:cSld name="Цифры_Шесть блоков">
    <p:bg>
      <p:bgPr>
        <a:solidFill>
          <a:schemeClr val="lt1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0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4" name="Google Shape;29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body" idx="1"/>
          </p:nvPr>
        </p:nvSpPr>
        <p:spPr>
          <a:xfrm>
            <a:off x="628650" y="1520824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body" idx="2"/>
          </p:nvPr>
        </p:nvSpPr>
        <p:spPr>
          <a:xfrm>
            <a:off x="4473948" y="1520824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body" idx="3"/>
          </p:nvPr>
        </p:nvSpPr>
        <p:spPr>
          <a:xfrm>
            <a:off x="8357552" y="1520824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body" idx="4"/>
          </p:nvPr>
        </p:nvSpPr>
        <p:spPr>
          <a:xfrm>
            <a:off x="628650" y="4144957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body" idx="5"/>
          </p:nvPr>
        </p:nvSpPr>
        <p:spPr>
          <a:xfrm>
            <a:off x="4473948" y="4144957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body" idx="6"/>
          </p:nvPr>
        </p:nvSpPr>
        <p:spPr>
          <a:xfrm>
            <a:off x="8357552" y="4144957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body" idx="7"/>
          </p:nvPr>
        </p:nvSpPr>
        <p:spPr>
          <a:xfrm>
            <a:off x="628650" y="229296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40"/>
          <p:cNvSpPr txBox="1">
            <a:spLocks noGrp="1"/>
          </p:cNvSpPr>
          <p:nvPr>
            <p:ph type="body" idx="8"/>
          </p:nvPr>
        </p:nvSpPr>
        <p:spPr>
          <a:xfrm>
            <a:off x="4473948" y="229296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40"/>
          <p:cNvSpPr txBox="1">
            <a:spLocks noGrp="1"/>
          </p:cNvSpPr>
          <p:nvPr>
            <p:ph type="body" idx="9"/>
          </p:nvPr>
        </p:nvSpPr>
        <p:spPr>
          <a:xfrm>
            <a:off x="8357552" y="229296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40"/>
          <p:cNvSpPr txBox="1">
            <a:spLocks noGrp="1"/>
          </p:cNvSpPr>
          <p:nvPr>
            <p:ph type="body" idx="13"/>
          </p:nvPr>
        </p:nvSpPr>
        <p:spPr>
          <a:xfrm>
            <a:off x="628650" y="4917098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40"/>
          <p:cNvSpPr txBox="1">
            <a:spLocks noGrp="1"/>
          </p:cNvSpPr>
          <p:nvPr>
            <p:ph type="body" idx="14"/>
          </p:nvPr>
        </p:nvSpPr>
        <p:spPr>
          <a:xfrm>
            <a:off x="4473948" y="4917098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40"/>
          <p:cNvSpPr txBox="1">
            <a:spLocks noGrp="1"/>
          </p:cNvSpPr>
          <p:nvPr>
            <p:ph type="body" idx="15"/>
          </p:nvPr>
        </p:nvSpPr>
        <p:spPr>
          <a:xfrm>
            <a:off x="8357552" y="4917098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_четыре блока">
  <p:cSld name="Цифры_четыре блока"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1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 txBox="1">
            <a:spLocks noGrp="1"/>
          </p:cNvSpPr>
          <p:nvPr>
            <p:ph type="body" idx="1"/>
          </p:nvPr>
        </p:nvSpPr>
        <p:spPr>
          <a:xfrm>
            <a:off x="628649" y="1505834"/>
            <a:ext cx="511969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3" name="Google Shape;313;p41"/>
          <p:cNvSpPr txBox="1">
            <a:spLocks noGrp="1"/>
          </p:cNvSpPr>
          <p:nvPr>
            <p:ph type="body" idx="2"/>
          </p:nvPr>
        </p:nvSpPr>
        <p:spPr>
          <a:xfrm>
            <a:off x="6406867" y="1512731"/>
            <a:ext cx="511969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4" name="Google Shape;314;p41"/>
          <p:cNvSpPr txBox="1">
            <a:spLocks noGrp="1"/>
          </p:cNvSpPr>
          <p:nvPr>
            <p:ph type="body" idx="3"/>
          </p:nvPr>
        </p:nvSpPr>
        <p:spPr>
          <a:xfrm>
            <a:off x="628649" y="4129967"/>
            <a:ext cx="511969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5" name="Google Shape;315;p41"/>
          <p:cNvSpPr txBox="1">
            <a:spLocks noGrp="1"/>
          </p:cNvSpPr>
          <p:nvPr>
            <p:ph type="body" idx="4"/>
          </p:nvPr>
        </p:nvSpPr>
        <p:spPr>
          <a:xfrm>
            <a:off x="6406867" y="4136864"/>
            <a:ext cx="511969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6" name="Google Shape;316;p41"/>
          <p:cNvSpPr txBox="1">
            <a:spLocks noGrp="1"/>
          </p:cNvSpPr>
          <p:nvPr>
            <p:ph type="body" idx="5"/>
          </p:nvPr>
        </p:nvSpPr>
        <p:spPr>
          <a:xfrm>
            <a:off x="628649" y="2331602"/>
            <a:ext cx="511969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41"/>
          <p:cNvSpPr txBox="1">
            <a:spLocks noGrp="1"/>
          </p:cNvSpPr>
          <p:nvPr>
            <p:ph type="body" idx="6"/>
          </p:nvPr>
        </p:nvSpPr>
        <p:spPr>
          <a:xfrm>
            <a:off x="6406867" y="2338499"/>
            <a:ext cx="511969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body" idx="7"/>
          </p:nvPr>
        </p:nvSpPr>
        <p:spPr>
          <a:xfrm>
            <a:off x="628649" y="4955735"/>
            <a:ext cx="511969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body" idx="8"/>
          </p:nvPr>
        </p:nvSpPr>
        <p:spPr>
          <a:xfrm>
            <a:off x="6406867" y="4962632"/>
            <a:ext cx="511969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_три блока">
  <p:cSld name="Цифры_три блока">
    <p:bg>
      <p:bgPr>
        <a:solidFill>
          <a:schemeClr val="lt1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42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24" name="Google Shape;324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 txBox="1">
            <a:spLocks noGrp="1"/>
          </p:cNvSpPr>
          <p:nvPr>
            <p:ph type="body" idx="1"/>
          </p:nvPr>
        </p:nvSpPr>
        <p:spPr>
          <a:xfrm>
            <a:off x="302075" y="3824288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6" name="Google Shape;326;p42"/>
          <p:cNvSpPr txBox="1">
            <a:spLocks noGrp="1"/>
          </p:cNvSpPr>
          <p:nvPr>
            <p:ph type="body" idx="2"/>
          </p:nvPr>
        </p:nvSpPr>
        <p:spPr>
          <a:xfrm>
            <a:off x="4506606" y="3824288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42"/>
          <p:cNvSpPr txBox="1">
            <a:spLocks noGrp="1"/>
          </p:cNvSpPr>
          <p:nvPr>
            <p:ph type="body" idx="3"/>
          </p:nvPr>
        </p:nvSpPr>
        <p:spPr>
          <a:xfrm>
            <a:off x="8635142" y="3824288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8" name="Google Shape;328;p42"/>
          <p:cNvSpPr txBox="1">
            <a:spLocks noGrp="1"/>
          </p:cNvSpPr>
          <p:nvPr>
            <p:ph type="body" idx="4"/>
          </p:nvPr>
        </p:nvSpPr>
        <p:spPr>
          <a:xfrm>
            <a:off x="302075" y="495573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42"/>
          <p:cNvSpPr txBox="1">
            <a:spLocks noGrp="1"/>
          </p:cNvSpPr>
          <p:nvPr>
            <p:ph type="body" idx="5"/>
          </p:nvPr>
        </p:nvSpPr>
        <p:spPr>
          <a:xfrm>
            <a:off x="4506606" y="495573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42"/>
          <p:cNvSpPr txBox="1">
            <a:spLocks noGrp="1"/>
          </p:cNvSpPr>
          <p:nvPr>
            <p:ph type="body" idx="6"/>
          </p:nvPr>
        </p:nvSpPr>
        <p:spPr>
          <a:xfrm>
            <a:off x="8635142" y="495573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_три блока_2">
  <p:cSld name="Цифры_три блока_2">
    <p:bg>
      <p:bgPr>
        <a:solidFill>
          <a:schemeClr val="lt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3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35" name="Google Shape;335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3"/>
          <p:cNvSpPr txBox="1">
            <a:spLocks noGrp="1"/>
          </p:cNvSpPr>
          <p:nvPr>
            <p:ph type="body" idx="1"/>
          </p:nvPr>
        </p:nvSpPr>
        <p:spPr>
          <a:xfrm>
            <a:off x="302075" y="2877227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43"/>
          <p:cNvSpPr txBox="1">
            <a:spLocks noGrp="1"/>
          </p:cNvSpPr>
          <p:nvPr>
            <p:ph type="body" idx="2"/>
          </p:nvPr>
        </p:nvSpPr>
        <p:spPr>
          <a:xfrm>
            <a:off x="4506606" y="2877227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8" name="Google Shape;338;p43"/>
          <p:cNvSpPr txBox="1">
            <a:spLocks noGrp="1"/>
          </p:cNvSpPr>
          <p:nvPr>
            <p:ph type="body" idx="3"/>
          </p:nvPr>
        </p:nvSpPr>
        <p:spPr>
          <a:xfrm>
            <a:off x="8635142" y="2877227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43"/>
          <p:cNvSpPr txBox="1">
            <a:spLocks noGrp="1"/>
          </p:cNvSpPr>
          <p:nvPr>
            <p:ph type="body" idx="4"/>
          </p:nvPr>
        </p:nvSpPr>
        <p:spPr>
          <a:xfrm>
            <a:off x="302075" y="4021553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43"/>
          <p:cNvSpPr txBox="1">
            <a:spLocks noGrp="1"/>
          </p:cNvSpPr>
          <p:nvPr>
            <p:ph type="body" idx="5"/>
          </p:nvPr>
        </p:nvSpPr>
        <p:spPr>
          <a:xfrm>
            <a:off x="4506606" y="4021553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1" name="Google Shape;341;p43"/>
          <p:cNvSpPr txBox="1">
            <a:spLocks noGrp="1"/>
          </p:cNvSpPr>
          <p:nvPr>
            <p:ph type="body" idx="6"/>
          </p:nvPr>
        </p:nvSpPr>
        <p:spPr>
          <a:xfrm>
            <a:off x="8635142" y="4021553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ять блоков и иллюстрация">
  <p:cSld name="Пять блоков и иллюстрация">
    <p:bg>
      <p:bgPr>
        <a:solidFill>
          <a:schemeClr val="lt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4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4"/>
          <p:cNvSpPr txBox="1">
            <a:spLocks noGrp="1"/>
          </p:cNvSpPr>
          <p:nvPr>
            <p:ph type="title"/>
          </p:nvPr>
        </p:nvSpPr>
        <p:spPr>
          <a:xfrm>
            <a:off x="305881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47" name="Google Shape;347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4"/>
          <p:cNvSpPr txBox="1">
            <a:spLocks noGrp="1"/>
          </p:cNvSpPr>
          <p:nvPr>
            <p:ph type="body" idx="1"/>
          </p:nvPr>
        </p:nvSpPr>
        <p:spPr>
          <a:xfrm>
            <a:off x="293834" y="1121222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body" idx="3"/>
          </p:nvPr>
        </p:nvSpPr>
        <p:spPr>
          <a:xfrm>
            <a:off x="1334814" y="1121222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body" idx="4"/>
          </p:nvPr>
        </p:nvSpPr>
        <p:spPr>
          <a:xfrm>
            <a:off x="293834" y="2265506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44"/>
          <p:cNvSpPr txBox="1">
            <a:spLocks noGrp="1"/>
          </p:cNvSpPr>
          <p:nvPr>
            <p:ph type="body" idx="5"/>
          </p:nvPr>
        </p:nvSpPr>
        <p:spPr>
          <a:xfrm>
            <a:off x="1334814" y="2265506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44"/>
          <p:cNvSpPr txBox="1">
            <a:spLocks noGrp="1"/>
          </p:cNvSpPr>
          <p:nvPr>
            <p:ph type="body" idx="6"/>
          </p:nvPr>
        </p:nvSpPr>
        <p:spPr>
          <a:xfrm>
            <a:off x="293834" y="3409790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44"/>
          <p:cNvSpPr txBox="1">
            <a:spLocks noGrp="1"/>
          </p:cNvSpPr>
          <p:nvPr>
            <p:ph type="body" idx="7"/>
          </p:nvPr>
        </p:nvSpPr>
        <p:spPr>
          <a:xfrm>
            <a:off x="1334814" y="3402985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4" name="Google Shape;354;p44"/>
          <p:cNvSpPr txBox="1">
            <a:spLocks noGrp="1"/>
          </p:cNvSpPr>
          <p:nvPr>
            <p:ph type="body" idx="8"/>
          </p:nvPr>
        </p:nvSpPr>
        <p:spPr>
          <a:xfrm>
            <a:off x="293834" y="4554074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5" name="Google Shape;355;p44"/>
          <p:cNvSpPr txBox="1">
            <a:spLocks noGrp="1"/>
          </p:cNvSpPr>
          <p:nvPr>
            <p:ph type="body" idx="9"/>
          </p:nvPr>
        </p:nvSpPr>
        <p:spPr>
          <a:xfrm>
            <a:off x="1334814" y="4548977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6" name="Google Shape;356;p44"/>
          <p:cNvSpPr txBox="1">
            <a:spLocks noGrp="1"/>
          </p:cNvSpPr>
          <p:nvPr>
            <p:ph type="body" idx="13"/>
          </p:nvPr>
        </p:nvSpPr>
        <p:spPr>
          <a:xfrm>
            <a:off x="293834" y="5698357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7" name="Google Shape;357;p44"/>
          <p:cNvSpPr txBox="1">
            <a:spLocks noGrp="1"/>
          </p:cNvSpPr>
          <p:nvPr>
            <p:ph type="body" idx="14"/>
          </p:nvPr>
        </p:nvSpPr>
        <p:spPr>
          <a:xfrm>
            <a:off x="1334814" y="5698357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етыре блока и иллюстрация_2">
  <p:cSld name="Четыре блока и иллюстрация_2"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45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5"/>
          <p:cNvSpPr txBox="1">
            <a:spLocks noGrp="1"/>
          </p:cNvSpPr>
          <p:nvPr>
            <p:ph type="title"/>
          </p:nvPr>
        </p:nvSpPr>
        <p:spPr>
          <a:xfrm>
            <a:off x="305881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63" name="Google Shape;363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5"/>
          <p:cNvSpPr txBox="1">
            <a:spLocks noGrp="1"/>
          </p:cNvSpPr>
          <p:nvPr>
            <p:ph type="body" idx="1"/>
          </p:nvPr>
        </p:nvSpPr>
        <p:spPr>
          <a:xfrm>
            <a:off x="293834" y="1300838"/>
            <a:ext cx="12301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body" idx="3"/>
          </p:nvPr>
        </p:nvSpPr>
        <p:spPr>
          <a:xfrm>
            <a:off x="1524000" y="1300838"/>
            <a:ext cx="414473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body" idx="4"/>
          </p:nvPr>
        </p:nvSpPr>
        <p:spPr>
          <a:xfrm>
            <a:off x="293834" y="2695076"/>
            <a:ext cx="12301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body" idx="5"/>
          </p:nvPr>
        </p:nvSpPr>
        <p:spPr>
          <a:xfrm>
            <a:off x="1524000" y="2695075"/>
            <a:ext cx="414473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body" idx="6"/>
          </p:nvPr>
        </p:nvSpPr>
        <p:spPr>
          <a:xfrm>
            <a:off x="293834" y="4089314"/>
            <a:ext cx="12301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body" idx="7"/>
          </p:nvPr>
        </p:nvSpPr>
        <p:spPr>
          <a:xfrm>
            <a:off x="1524000" y="4089313"/>
            <a:ext cx="414473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0" name="Google Shape;370;p45"/>
          <p:cNvSpPr txBox="1">
            <a:spLocks noGrp="1"/>
          </p:cNvSpPr>
          <p:nvPr>
            <p:ph type="body" idx="8"/>
          </p:nvPr>
        </p:nvSpPr>
        <p:spPr>
          <a:xfrm>
            <a:off x="293834" y="5483552"/>
            <a:ext cx="12301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1" name="Google Shape;371;p45"/>
          <p:cNvSpPr txBox="1">
            <a:spLocks noGrp="1"/>
          </p:cNvSpPr>
          <p:nvPr>
            <p:ph type="body" idx="9"/>
          </p:nvPr>
        </p:nvSpPr>
        <p:spPr>
          <a:xfrm>
            <a:off x="1524000" y="5478455"/>
            <a:ext cx="414473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ри блока и иллюстрация">
  <p:cSld name="Три блока и иллюстрация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6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6"/>
          <p:cNvSpPr txBox="1">
            <a:spLocks noGrp="1"/>
          </p:cNvSpPr>
          <p:nvPr>
            <p:ph type="title"/>
          </p:nvPr>
        </p:nvSpPr>
        <p:spPr>
          <a:xfrm>
            <a:off x="305881" y="286353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77" name="Google Shape;37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6"/>
          <p:cNvSpPr txBox="1">
            <a:spLocks noGrp="1"/>
          </p:cNvSpPr>
          <p:nvPr>
            <p:ph type="body" idx="1"/>
          </p:nvPr>
        </p:nvSpPr>
        <p:spPr>
          <a:xfrm>
            <a:off x="295194" y="2017487"/>
            <a:ext cx="122880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body" idx="3"/>
          </p:nvPr>
        </p:nvSpPr>
        <p:spPr>
          <a:xfrm>
            <a:off x="1524000" y="2017487"/>
            <a:ext cx="414609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body" idx="4"/>
          </p:nvPr>
        </p:nvSpPr>
        <p:spPr>
          <a:xfrm>
            <a:off x="295194" y="3411725"/>
            <a:ext cx="122880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body" idx="5"/>
          </p:nvPr>
        </p:nvSpPr>
        <p:spPr>
          <a:xfrm>
            <a:off x="1524000" y="3411724"/>
            <a:ext cx="414609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body" idx="6"/>
          </p:nvPr>
        </p:nvSpPr>
        <p:spPr>
          <a:xfrm>
            <a:off x="295194" y="4805963"/>
            <a:ext cx="122880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3" name="Google Shape;383;p46"/>
          <p:cNvSpPr txBox="1">
            <a:spLocks noGrp="1"/>
          </p:cNvSpPr>
          <p:nvPr>
            <p:ph type="body" idx="7"/>
          </p:nvPr>
        </p:nvSpPr>
        <p:spPr>
          <a:xfrm>
            <a:off x="1524000" y="4805962"/>
            <a:ext cx="414609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есть блоков_3">
  <p:cSld name="Шесть блоков_3">
    <p:bg>
      <p:bgPr>
        <a:solidFill>
          <a:schemeClr val="l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 txBox="1">
            <a:spLocks noGrp="1"/>
          </p:cNvSpPr>
          <p:nvPr>
            <p:ph type="body" idx="1"/>
          </p:nvPr>
        </p:nvSpPr>
        <p:spPr>
          <a:xfrm>
            <a:off x="6453500" y="2862605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body" idx="2"/>
          </p:nvPr>
        </p:nvSpPr>
        <p:spPr>
          <a:xfrm>
            <a:off x="7674014" y="2862605"/>
            <a:ext cx="4011981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body" idx="3"/>
          </p:nvPr>
        </p:nvSpPr>
        <p:spPr>
          <a:xfrm>
            <a:off x="6453500" y="4175261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body" idx="4"/>
          </p:nvPr>
        </p:nvSpPr>
        <p:spPr>
          <a:xfrm>
            <a:off x="7674014" y="4175261"/>
            <a:ext cx="4011981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body" idx="5"/>
          </p:nvPr>
        </p:nvSpPr>
        <p:spPr>
          <a:xfrm>
            <a:off x="608865" y="2862605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body" idx="6"/>
          </p:nvPr>
        </p:nvSpPr>
        <p:spPr>
          <a:xfrm>
            <a:off x="1829379" y="2862605"/>
            <a:ext cx="3963867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body" idx="7"/>
          </p:nvPr>
        </p:nvSpPr>
        <p:spPr>
          <a:xfrm>
            <a:off x="608865" y="4175261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body" idx="8"/>
          </p:nvPr>
        </p:nvSpPr>
        <p:spPr>
          <a:xfrm>
            <a:off x="1829379" y="4175261"/>
            <a:ext cx="3963867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47"/>
          <p:cNvSpPr txBox="1">
            <a:spLocks noGrp="1"/>
          </p:cNvSpPr>
          <p:nvPr>
            <p:ph type="body" idx="9"/>
          </p:nvPr>
        </p:nvSpPr>
        <p:spPr>
          <a:xfrm>
            <a:off x="608865" y="5500618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4" name="Google Shape;394;p47"/>
          <p:cNvSpPr txBox="1">
            <a:spLocks noGrp="1"/>
          </p:cNvSpPr>
          <p:nvPr>
            <p:ph type="body" idx="13"/>
          </p:nvPr>
        </p:nvSpPr>
        <p:spPr>
          <a:xfrm>
            <a:off x="1829379" y="5500618"/>
            <a:ext cx="3963867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5" name="Google Shape;395;p47"/>
          <p:cNvSpPr txBox="1">
            <a:spLocks noGrp="1"/>
          </p:cNvSpPr>
          <p:nvPr>
            <p:ph type="body" idx="14"/>
          </p:nvPr>
        </p:nvSpPr>
        <p:spPr>
          <a:xfrm>
            <a:off x="6453500" y="5500618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47"/>
          <p:cNvSpPr txBox="1">
            <a:spLocks noGrp="1"/>
          </p:cNvSpPr>
          <p:nvPr>
            <p:ph type="body" idx="15"/>
          </p:nvPr>
        </p:nvSpPr>
        <p:spPr>
          <a:xfrm>
            <a:off x="7672700" y="5500618"/>
            <a:ext cx="4011981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7" name="Google Shape;397;p47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7"/>
          <p:cNvSpPr txBox="1">
            <a:spLocks noGrp="1"/>
          </p:cNvSpPr>
          <p:nvPr>
            <p:ph type="title"/>
          </p:nvPr>
        </p:nvSpPr>
        <p:spPr>
          <a:xfrm>
            <a:off x="305881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47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00" name="Google Shape;400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есть человек">
  <p:cSld name="Шесть человек">
    <p:bg>
      <p:bgPr>
        <a:solidFill>
          <a:schemeClr val="lt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9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9"/>
          <p:cNvSpPr txBox="1">
            <a:spLocks noGrp="1"/>
          </p:cNvSpPr>
          <p:nvPr>
            <p:ph type="title"/>
          </p:nvPr>
        </p:nvSpPr>
        <p:spPr>
          <a:xfrm>
            <a:off x="300062" y="286354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49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09" name="Google Shape;409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9"/>
          <p:cNvSpPr txBox="1">
            <a:spLocks noGrp="1"/>
          </p:cNvSpPr>
          <p:nvPr>
            <p:ph type="body" idx="1"/>
          </p:nvPr>
        </p:nvSpPr>
        <p:spPr>
          <a:xfrm>
            <a:off x="1593850" y="1520824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p49"/>
          <p:cNvSpPr txBox="1">
            <a:spLocks noGrp="1"/>
          </p:cNvSpPr>
          <p:nvPr>
            <p:ph type="body" idx="2"/>
          </p:nvPr>
        </p:nvSpPr>
        <p:spPr>
          <a:xfrm>
            <a:off x="5616948" y="1520824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49"/>
          <p:cNvSpPr txBox="1">
            <a:spLocks noGrp="1"/>
          </p:cNvSpPr>
          <p:nvPr>
            <p:ph type="body" idx="3"/>
          </p:nvPr>
        </p:nvSpPr>
        <p:spPr>
          <a:xfrm>
            <a:off x="9614852" y="1520824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49"/>
          <p:cNvSpPr txBox="1">
            <a:spLocks noGrp="1"/>
          </p:cNvSpPr>
          <p:nvPr>
            <p:ph type="body" idx="4"/>
          </p:nvPr>
        </p:nvSpPr>
        <p:spPr>
          <a:xfrm>
            <a:off x="1593850" y="4144957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" name="Google Shape;414;p49"/>
          <p:cNvSpPr txBox="1">
            <a:spLocks noGrp="1"/>
          </p:cNvSpPr>
          <p:nvPr>
            <p:ph type="body" idx="5"/>
          </p:nvPr>
        </p:nvSpPr>
        <p:spPr>
          <a:xfrm>
            <a:off x="5616948" y="4144957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5" name="Google Shape;415;p49"/>
          <p:cNvSpPr txBox="1">
            <a:spLocks noGrp="1"/>
          </p:cNvSpPr>
          <p:nvPr>
            <p:ph type="body" idx="6"/>
          </p:nvPr>
        </p:nvSpPr>
        <p:spPr>
          <a:xfrm>
            <a:off x="9614852" y="4144957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body" idx="7"/>
          </p:nvPr>
        </p:nvSpPr>
        <p:spPr>
          <a:xfrm>
            <a:off x="1593850" y="2334269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49"/>
          <p:cNvSpPr txBox="1">
            <a:spLocks noGrp="1"/>
          </p:cNvSpPr>
          <p:nvPr>
            <p:ph type="body" idx="8"/>
          </p:nvPr>
        </p:nvSpPr>
        <p:spPr>
          <a:xfrm>
            <a:off x="5616948" y="2334269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body" idx="9"/>
          </p:nvPr>
        </p:nvSpPr>
        <p:spPr>
          <a:xfrm>
            <a:off x="9614852" y="2334269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49"/>
          <p:cNvSpPr txBox="1">
            <a:spLocks noGrp="1"/>
          </p:cNvSpPr>
          <p:nvPr>
            <p:ph type="body" idx="13"/>
          </p:nvPr>
        </p:nvSpPr>
        <p:spPr>
          <a:xfrm>
            <a:off x="1593850" y="4958402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0" name="Google Shape;420;p49"/>
          <p:cNvSpPr txBox="1">
            <a:spLocks noGrp="1"/>
          </p:cNvSpPr>
          <p:nvPr>
            <p:ph type="body" idx="14"/>
          </p:nvPr>
        </p:nvSpPr>
        <p:spPr>
          <a:xfrm>
            <a:off x="5616948" y="4958402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1" name="Google Shape;421;p49"/>
          <p:cNvSpPr txBox="1">
            <a:spLocks noGrp="1"/>
          </p:cNvSpPr>
          <p:nvPr>
            <p:ph type="body" idx="15"/>
          </p:nvPr>
        </p:nvSpPr>
        <p:spPr>
          <a:xfrm>
            <a:off x="9614852" y="4958402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2" name="Google Shape;422;p49"/>
          <p:cNvSpPr>
            <a:spLocks noGrp="1"/>
          </p:cNvSpPr>
          <p:nvPr>
            <p:ph type="pic" idx="16"/>
          </p:nvPr>
        </p:nvSpPr>
        <p:spPr>
          <a:xfrm>
            <a:off x="423966" y="1520823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3" name="Google Shape;423;p49"/>
          <p:cNvSpPr>
            <a:spLocks noGrp="1"/>
          </p:cNvSpPr>
          <p:nvPr>
            <p:ph type="pic" idx="17"/>
          </p:nvPr>
        </p:nvSpPr>
        <p:spPr>
          <a:xfrm>
            <a:off x="423966" y="4144957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4" name="Google Shape;424;p49"/>
          <p:cNvSpPr>
            <a:spLocks noGrp="1"/>
          </p:cNvSpPr>
          <p:nvPr>
            <p:ph type="pic" idx="18"/>
          </p:nvPr>
        </p:nvSpPr>
        <p:spPr>
          <a:xfrm>
            <a:off x="4447064" y="1520823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5" name="Google Shape;425;p49"/>
          <p:cNvSpPr>
            <a:spLocks noGrp="1"/>
          </p:cNvSpPr>
          <p:nvPr>
            <p:ph type="pic" idx="19"/>
          </p:nvPr>
        </p:nvSpPr>
        <p:spPr>
          <a:xfrm>
            <a:off x="4447064" y="4144957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6" name="Google Shape;426;p49"/>
          <p:cNvSpPr>
            <a:spLocks noGrp="1"/>
          </p:cNvSpPr>
          <p:nvPr>
            <p:ph type="pic" idx="20"/>
          </p:nvPr>
        </p:nvSpPr>
        <p:spPr>
          <a:xfrm>
            <a:off x="8448040" y="1558921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7" name="Google Shape;427;p49"/>
          <p:cNvSpPr>
            <a:spLocks noGrp="1"/>
          </p:cNvSpPr>
          <p:nvPr>
            <p:ph type="pic" idx="21"/>
          </p:nvPr>
        </p:nvSpPr>
        <p:spPr>
          <a:xfrm>
            <a:off x="8448040" y="4183055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евять человек">
  <p:cSld name="Девять человек">
    <p:bg>
      <p:bgPr>
        <a:solidFill>
          <a:schemeClr val="lt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0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0"/>
          <p:cNvSpPr txBox="1">
            <a:spLocks noGrp="1"/>
          </p:cNvSpPr>
          <p:nvPr>
            <p:ph type="title"/>
          </p:nvPr>
        </p:nvSpPr>
        <p:spPr>
          <a:xfrm>
            <a:off x="300062" y="286354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50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32" name="Google Shape;432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0"/>
          <p:cNvSpPr txBox="1">
            <a:spLocks noGrp="1"/>
          </p:cNvSpPr>
          <p:nvPr>
            <p:ph type="body" idx="1"/>
          </p:nvPr>
        </p:nvSpPr>
        <p:spPr>
          <a:xfrm>
            <a:off x="1578554" y="13659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4" name="Google Shape;434;p50"/>
          <p:cNvSpPr txBox="1">
            <a:spLocks noGrp="1"/>
          </p:cNvSpPr>
          <p:nvPr>
            <p:ph type="body" idx="2"/>
          </p:nvPr>
        </p:nvSpPr>
        <p:spPr>
          <a:xfrm>
            <a:off x="5601652" y="13659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5" name="Google Shape;435;p50"/>
          <p:cNvSpPr txBox="1">
            <a:spLocks noGrp="1"/>
          </p:cNvSpPr>
          <p:nvPr>
            <p:ph type="body" idx="3"/>
          </p:nvPr>
        </p:nvSpPr>
        <p:spPr>
          <a:xfrm>
            <a:off x="9599556" y="13659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6" name="Google Shape;436;p50"/>
          <p:cNvSpPr txBox="1">
            <a:spLocks noGrp="1"/>
          </p:cNvSpPr>
          <p:nvPr>
            <p:ph type="body" idx="4"/>
          </p:nvPr>
        </p:nvSpPr>
        <p:spPr>
          <a:xfrm>
            <a:off x="1578554" y="308842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7" name="Google Shape;437;p50"/>
          <p:cNvSpPr txBox="1">
            <a:spLocks noGrp="1"/>
          </p:cNvSpPr>
          <p:nvPr>
            <p:ph type="body" idx="5"/>
          </p:nvPr>
        </p:nvSpPr>
        <p:spPr>
          <a:xfrm>
            <a:off x="5601652" y="308842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8" name="Google Shape;438;p50"/>
          <p:cNvSpPr txBox="1">
            <a:spLocks noGrp="1"/>
          </p:cNvSpPr>
          <p:nvPr>
            <p:ph type="body" idx="6"/>
          </p:nvPr>
        </p:nvSpPr>
        <p:spPr>
          <a:xfrm>
            <a:off x="9599556" y="308842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9" name="Google Shape;439;p50"/>
          <p:cNvSpPr txBox="1">
            <a:spLocks noGrp="1"/>
          </p:cNvSpPr>
          <p:nvPr>
            <p:ph type="body" idx="7"/>
          </p:nvPr>
        </p:nvSpPr>
        <p:spPr>
          <a:xfrm>
            <a:off x="1578554" y="19904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50"/>
          <p:cNvSpPr txBox="1">
            <a:spLocks noGrp="1"/>
          </p:cNvSpPr>
          <p:nvPr>
            <p:ph type="body" idx="8"/>
          </p:nvPr>
        </p:nvSpPr>
        <p:spPr>
          <a:xfrm>
            <a:off x="5601652" y="19904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1" name="Google Shape;441;p50"/>
          <p:cNvSpPr txBox="1">
            <a:spLocks noGrp="1"/>
          </p:cNvSpPr>
          <p:nvPr>
            <p:ph type="body" idx="9"/>
          </p:nvPr>
        </p:nvSpPr>
        <p:spPr>
          <a:xfrm>
            <a:off x="9599556" y="19904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13"/>
          </p:nvPr>
        </p:nvSpPr>
        <p:spPr>
          <a:xfrm>
            <a:off x="1578554" y="371292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3" name="Google Shape;443;p50"/>
          <p:cNvSpPr txBox="1">
            <a:spLocks noGrp="1"/>
          </p:cNvSpPr>
          <p:nvPr>
            <p:ph type="body" idx="14"/>
          </p:nvPr>
        </p:nvSpPr>
        <p:spPr>
          <a:xfrm>
            <a:off x="5601652" y="371292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4" name="Google Shape;444;p50"/>
          <p:cNvSpPr txBox="1">
            <a:spLocks noGrp="1"/>
          </p:cNvSpPr>
          <p:nvPr>
            <p:ph type="body" idx="15"/>
          </p:nvPr>
        </p:nvSpPr>
        <p:spPr>
          <a:xfrm>
            <a:off x="9599556" y="371292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5" name="Google Shape;445;p50"/>
          <p:cNvSpPr>
            <a:spLocks noGrp="1"/>
          </p:cNvSpPr>
          <p:nvPr>
            <p:ph type="pic" idx="16"/>
          </p:nvPr>
        </p:nvSpPr>
        <p:spPr>
          <a:xfrm>
            <a:off x="416318" y="13430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6" name="Google Shape;446;p50"/>
          <p:cNvSpPr>
            <a:spLocks noGrp="1"/>
          </p:cNvSpPr>
          <p:nvPr>
            <p:ph type="pic" idx="17"/>
          </p:nvPr>
        </p:nvSpPr>
        <p:spPr>
          <a:xfrm>
            <a:off x="416318" y="3065457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7" name="Google Shape;447;p50"/>
          <p:cNvSpPr>
            <a:spLocks noGrp="1"/>
          </p:cNvSpPr>
          <p:nvPr>
            <p:ph type="pic" idx="18"/>
          </p:nvPr>
        </p:nvSpPr>
        <p:spPr>
          <a:xfrm>
            <a:off x="4431768" y="13430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19"/>
          </p:nvPr>
        </p:nvSpPr>
        <p:spPr>
          <a:xfrm>
            <a:off x="4431768" y="3065457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9" name="Google Shape;449;p50"/>
          <p:cNvSpPr>
            <a:spLocks noGrp="1"/>
          </p:cNvSpPr>
          <p:nvPr>
            <p:ph type="pic" idx="20"/>
          </p:nvPr>
        </p:nvSpPr>
        <p:spPr>
          <a:xfrm>
            <a:off x="8440392" y="1381121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50" name="Google Shape;450;p50"/>
          <p:cNvSpPr>
            <a:spLocks noGrp="1"/>
          </p:cNvSpPr>
          <p:nvPr>
            <p:ph type="pic" idx="21"/>
          </p:nvPr>
        </p:nvSpPr>
        <p:spPr>
          <a:xfrm>
            <a:off x="8440392" y="3103555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51" name="Google Shape;451;p50"/>
          <p:cNvSpPr txBox="1">
            <a:spLocks noGrp="1"/>
          </p:cNvSpPr>
          <p:nvPr>
            <p:ph type="body" idx="22"/>
          </p:nvPr>
        </p:nvSpPr>
        <p:spPr>
          <a:xfrm>
            <a:off x="1578554" y="4779252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2" name="Google Shape;452;p50"/>
          <p:cNvSpPr txBox="1">
            <a:spLocks noGrp="1"/>
          </p:cNvSpPr>
          <p:nvPr>
            <p:ph type="body" idx="23"/>
          </p:nvPr>
        </p:nvSpPr>
        <p:spPr>
          <a:xfrm>
            <a:off x="5601652" y="4779252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body" idx="24"/>
          </p:nvPr>
        </p:nvSpPr>
        <p:spPr>
          <a:xfrm>
            <a:off x="9599556" y="4779252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body" idx="25"/>
          </p:nvPr>
        </p:nvSpPr>
        <p:spPr>
          <a:xfrm>
            <a:off x="1578554" y="5403757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5" name="Google Shape;455;p50"/>
          <p:cNvSpPr txBox="1">
            <a:spLocks noGrp="1"/>
          </p:cNvSpPr>
          <p:nvPr>
            <p:ph type="body" idx="26"/>
          </p:nvPr>
        </p:nvSpPr>
        <p:spPr>
          <a:xfrm>
            <a:off x="5601652" y="5403757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6" name="Google Shape;456;p50"/>
          <p:cNvSpPr txBox="1">
            <a:spLocks noGrp="1"/>
          </p:cNvSpPr>
          <p:nvPr>
            <p:ph type="body" idx="27"/>
          </p:nvPr>
        </p:nvSpPr>
        <p:spPr>
          <a:xfrm>
            <a:off x="9599556" y="5403757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50"/>
          <p:cNvSpPr>
            <a:spLocks noGrp="1"/>
          </p:cNvSpPr>
          <p:nvPr>
            <p:ph type="pic" idx="28"/>
          </p:nvPr>
        </p:nvSpPr>
        <p:spPr>
          <a:xfrm>
            <a:off x="416318" y="4756288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58" name="Google Shape;458;p50"/>
          <p:cNvSpPr>
            <a:spLocks noGrp="1"/>
          </p:cNvSpPr>
          <p:nvPr>
            <p:ph type="pic" idx="29"/>
          </p:nvPr>
        </p:nvSpPr>
        <p:spPr>
          <a:xfrm>
            <a:off x="4431768" y="4756288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59" name="Google Shape;459;p50"/>
          <p:cNvSpPr>
            <a:spLocks noGrp="1"/>
          </p:cNvSpPr>
          <p:nvPr>
            <p:ph type="pic" idx="30"/>
          </p:nvPr>
        </p:nvSpPr>
        <p:spPr>
          <a:xfrm>
            <a:off x="8440392" y="4794386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человек">
  <p:cSld name="12 человек">
    <p:bg>
      <p:bgPr>
        <a:solidFill>
          <a:schemeClr val="lt1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1"/>
          <p:cNvSpPr txBox="1">
            <a:spLocks noGrp="1"/>
          </p:cNvSpPr>
          <p:nvPr>
            <p:ph type="title"/>
          </p:nvPr>
        </p:nvSpPr>
        <p:spPr>
          <a:xfrm>
            <a:off x="300062" y="286354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64" name="Google Shape;464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1"/>
          <p:cNvSpPr txBox="1">
            <a:spLocks noGrp="1"/>
          </p:cNvSpPr>
          <p:nvPr>
            <p:ph type="body" idx="1"/>
          </p:nvPr>
        </p:nvSpPr>
        <p:spPr>
          <a:xfrm>
            <a:off x="1578554" y="11754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6" name="Google Shape;466;p51"/>
          <p:cNvSpPr txBox="1">
            <a:spLocks noGrp="1"/>
          </p:cNvSpPr>
          <p:nvPr>
            <p:ph type="body" idx="2"/>
          </p:nvPr>
        </p:nvSpPr>
        <p:spPr>
          <a:xfrm>
            <a:off x="5601652" y="11754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7" name="Google Shape;467;p51"/>
          <p:cNvSpPr txBox="1">
            <a:spLocks noGrp="1"/>
          </p:cNvSpPr>
          <p:nvPr>
            <p:ph type="body" idx="3"/>
          </p:nvPr>
        </p:nvSpPr>
        <p:spPr>
          <a:xfrm>
            <a:off x="9599556" y="11754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8" name="Google Shape;468;p51"/>
          <p:cNvSpPr txBox="1">
            <a:spLocks noGrp="1"/>
          </p:cNvSpPr>
          <p:nvPr>
            <p:ph type="body" idx="4"/>
          </p:nvPr>
        </p:nvSpPr>
        <p:spPr>
          <a:xfrm>
            <a:off x="1578554" y="257974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9" name="Google Shape;469;p51"/>
          <p:cNvSpPr txBox="1">
            <a:spLocks noGrp="1"/>
          </p:cNvSpPr>
          <p:nvPr>
            <p:ph type="body" idx="5"/>
          </p:nvPr>
        </p:nvSpPr>
        <p:spPr>
          <a:xfrm>
            <a:off x="5601652" y="257974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0" name="Google Shape;470;p51"/>
          <p:cNvSpPr txBox="1">
            <a:spLocks noGrp="1"/>
          </p:cNvSpPr>
          <p:nvPr>
            <p:ph type="body" idx="6"/>
          </p:nvPr>
        </p:nvSpPr>
        <p:spPr>
          <a:xfrm>
            <a:off x="9599556" y="257974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1" name="Google Shape;471;p51"/>
          <p:cNvSpPr txBox="1">
            <a:spLocks noGrp="1"/>
          </p:cNvSpPr>
          <p:nvPr>
            <p:ph type="body" idx="7"/>
          </p:nvPr>
        </p:nvSpPr>
        <p:spPr>
          <a:xfrm>
            <a:off x="1578554" y="17999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2" name="Google Shape;472;p51"/>
          <p:cNvSpPr txBox="1">
            <a:spLocks noGrp="1"/>
          </p:cNvSpPr>
          <p:nvPr>
            <p:ph type="body" idx="8"/>
          </p:nvPr>
        </p:nvSpPr>
        <p:spPr>
          <a:xfrm>
            <a:off x="5601652" y="17999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3" name="Google Shape;473;p51"/>
          <p:cNvSpPr txBox="1">
            <a:spLocks noGrp="1"/>
          </p:cNvSpPr>
          <p:nvPr>
            <p:ph type="body" idx="9"/>
          </p:nvPr>
        </p:nvSpPr>
        <p:spPr>
          <a:xfrm>
            <a:off x="9599556" y="17999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4" name="Google Shape;474;p51"/>
          <p:cNvSpPr txBox="1">
            <a:spLocks noGrp="1"/>
          </p:cNvSpPr>
          <p:nvPr>
            <p:ph type="body" idx="13"/>
          </p:nvPr>
        </p:nvSpPr>
        <p:spPr>
          <a:xfrm>
            <a:off x="1578554" y="320425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5" name="Google Shape;475;p51"/>
          <p:cNvSpPr txBox="1">
            <a:spLocks noGrp="1"/>
          </p:cNvSpPr>
          <p:nvPr>
            <p:ph type="body" idx="14"/>
          </p:nvPr>
        </p:nvSpPr>
        <p:spPr>
          <a:xfrm>
            <a:off x="5601652" y="320425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6" name="Google Shape;476;p51"/>
          <p:cNvSpPr txBox="1">
            <a:spLocks noGrp="1"/>
          </p:cNvSpPr>
          <p:nvPr>
            <p:ph type="body" idx="15"/>
          </p:nvPr>
        </p:nvSpPr>
        <p:spPr>
          <a:xfrm>
            <a:off x="9599556" y="320425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7" name="Google Shape;477;p51"/>
          <p:cNvSpPr>
            <a:spLocks noGrp="1"/>
          </p:cNvSpPr>
          <p:nvPr>
            <p:ph type="pic" idx="16"/>
          </p:nvPr>
        </p:nvSpPr>
        <p:spPr>
          <a:xfrm>
            <a:off x="416318" y="11525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78" name="Google Shape;478;p51"/>
          <p:cNvSpPr>
            <a:spLocks noGrp="1"/>
          </p:cNvSpPr>
          <p:nvPr>
            <p:ph type="pic" idx="17"/>
          </p:nvPr>
        </p:nvSpPr>
        <p:spPr>
          <a:xfrm>
            <a:off x="416318" y="254007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79" name="Google Shape;479;p51"/>
          <p:cNvSpPr>
            <a:spLocks noGrp="1"/>
          </p:cNvSpPr>
          <p:nvPr>
            <p:ph type="pic" idx="18"/>
          </p:nvPr>
        </p:nvSpPr>
        <p:spPr>
          <a:xfrm>
            <a:off x="4431768" y="11525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80" name="Google Shape;480;p51"/>
          <p:cNvSpPr>
            <a:spLocks noGrp="1"/>
          </p:cNvSpPr>
          <p:nvPr>
            <p:ph type="pic" idx="19"/>
          </p:nvPr>
        </p:nvSpPr>
        <p:spPr>
          <a:xfrm>
            <a:off x="4431768" y="254007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81" name="Google Shape;481;p51"/>
          <p:cNvSpPr>
            <a:spLocks noGrp="1"/>
          </p:cNvSpPr>
          <p:nvPr>
            <p:ph type="pic" idx="20"/>
          </p:nvPr>
        </p:nvSpPr>
        <p:spPr>
          <a:xfrm>
            <a:off x="8440392" y="1190621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82" name="Google Shape;482;p51"/>
          <p:cNvSpPr>
            <a:spLocks noGrp="1"/>
          </p:cNvSpPr>
          <p:nvPr>
            <p:ph type="pic" idx="21"/>
          </p:nvPr>
        </p:nvSpPr>
        <p:spPr>
          <a:xfrm>
            <a:off x="8440392" y="2578171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83" name="Google Shape;483;p51"/>
          <p:cNvSpPr txBox="1">
            <a:spLocks noGrp="1"/>
          </p:cNvSpPr>
          <p:nvPr>
            <p:ph type="body" idx="22"/>
          </p:nvPr>
        </p:nvSpPr>
        <p:spPr>
          <a:xfrm>
            <a:off x="1578554" y="3970424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51"/>
          <p:cNvSpPr txBox="1">
            <a:spLocks noGrp="1"/>
          </p:cNvSpPr>
          <p:nvPr>
            <p:ph type="body" idx="23"/>
          </p:nvPr>
        </p:nvSpPr>
        <p:spPr>
          <a:xfrm>
            <a:off x="5601652" y="3970424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5" name="Google Shape;485;p51"/>
          <p:cNvSpPr txBox="1">
            <a:spLocks noGrp="1"/>
          </p:cNvSpPr>
          <p:nvPr>
            <p:ph type="body" idx="24"/>
          </p:nvPr>
        </p:nvSpPr>
        <p:spPr>
          <a:xfrm>
            <a:off x="9599556" y="3970424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6" name="Google Shape;486;p51"/>
          <p:cNvSpPr txBox="1">
            <a:spLocks noGrp="1"/>
          </p:cNvSpPr>
          <p:nvPr>
            <p:ph type="body" idx="25"/>
          </p:nvPr>
        </p:nvSpPr>
        <p:spPr>
          <a:xfrm>
            <a:off x="1578554" y="4594929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7" name="Google Shape;487;p51"/>
          <p:cNvSpPr txBox="1">
            <a:spLocks noGrp="1"/>
          </p:cNvSpPr>
          <p:nvPr>
            <p:ph type="body" idx="26"/>
          </p:nvPr>
        </p:nvSpPr>
        <p:spPr>
          <a:xfrm>
            <a:off x="5601652" y="4594929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8" name="Google Shape;488;p51"/>
          <p:cNvSpPr txBox="1">
            <a:spLocks noGrp="1"/>
          </p:cNvSpPr>
          <p:nvPr>
            <p:ph type="body" idx="27"/>
          </p:nvPr>
        </p:nvSpPr>
        <p:spPr>
          <a:xfrm>
            <a:off x="9599556" y="4594929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9" name="Google Shape;489;p51"/>
          <p:cNvSpPr>
            <a:spLocks noGrp="1"/>
          </p:cNvSpPr>
          <p:nvPr>
            <p:ph type="pic" idx="28"/>
          </p:nvPr>
        </p:nvSpPr>
        <p:spPr>
          <a:xfrm>
            <a:off x="416318" y="39276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90" name="Google Shape;490;p51"/>
          <p:cNvSpPr>
            <a:spLocks noGrp="1"/>
          </p:cNvSpPr>
          <p:nvPr>
            <p:ph type="pic" idx="29"/>
          </p:nvPr>
        </p:nvSpPr>
        <p:spPr>
          <a:xfrm>
            <a:off x="4431768" y="39276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91" name="Google Shape;491;p51"/>
          <p:cNvSpPr>
            <a:spLocks noGrp="1"/>
          </p:cNvSpPr>
          <p:nvPr>
            <p:ph type="pic" idx="30"/>
          </p:nvPr>
        </p:nvSpPr>
        <p:spPr>
          <a:xfrm>
            <a:off x="8440392" y="3965721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92" name="Google Shape;492;p51"/>
          <p:cNvSpPr txBox="1">
            <a:spLocks noGrp="1"/>
          </p:cNvSpPr>
          <p:nvPr>
            <p:ph type="body" idx="31"/>
          </p:nvPr>
        </p:nvSpPr>
        <p:spPr>
          <a:xfrm>
            <a:off x="1578554" y="533813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3" name="Google Shape;493;p51"/>
          <p:cNvSpPr txBox="1">
            <a:spLocks noGrp="1"/>
          </p:cNvSpPr>
          <p:nvPr>
            <p:ph type="body" idx="32"/>
          </p:nvPr>
        </p:nvSpPr>
        <p:spPr>
          <a:xfrm>
            <a:off x="5601652" y="533813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4" name="Google Shape;494;p51"/>
          <p:cNvSpPr txBox="1">
            <a:spLocks noGrp="1"/>
          </p:cNvSpPr>
          <p:nvPr>
            <p:ph type="body" idx="33"/>
          </p:nvPr>
        </p:nvSpPr>
        <p:spPr>
          <a:xfrm>
            <a:off x="9599556" y="533813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5" name="Google Shape;495;p51"/>
          <p:cNvSpPr txBox="1">
            <a:spLocks noGrp="1"/>
          </p:cNvSpPr>
          <p:nvPr>
            <p:ph type="body" idx="34"/>
          </p:nvPr>
        </p:nvSpPr>
        <p:spPr>
          <a:xfrm>
            <a:off x="1578554" y="596264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6" name="Google Shape;496;p51"/>
          <p:cNvSpPr txBox="1">
            <a:spLocks noGrp="1"/>
          </p:cNvSpPr>
          <p:nvPr>
            <p:ph type="body" idx="35"/>
          </p:nvPr>
        </p:nvSpPr>
        <p:spPr>
          <a:xfrm>
            <a:off x="5601652" y="596264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7" name="Google Shape;497;p51"/>
          <p:cNvSpPr txBox="1">
            <a:spLocks noGrp="1"/>
          </p:cNvSpPr>
          <p:nvPr>
            <p:ph type="body" idx="36"/>
          </p:nvPr>
        </p:nvSpPr>
        <p:spPr>
          <a:xfrm>
            <a:off x="9599556" y="596264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8" name="Google Shape;498;p51"/>
          <p:cNvSpPr>
            <a:spLocks noGrp="1"/>
          </p:cNvSpPr>
          <p:nvPr>
            <p:ph type="pic" idx="37"/>
          </p:nvPr>
        </p:nvSpPr>
        <p:spPr>
          <a:xfrm>
            <a:off x="416318" y="5315174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99" name="Google Shape;499;p51"/>
          <p:cNvSpPr>
            <a:spLocks noGrp="1"/>
          </p:cNvSpPr>
          <p:nvPr>
            <p:ph type="pic" idx="38"/>
          </p:nvPr>
        </p:nvSpPr>
        <p:spPr>
          <a:xfrm>
            <a:off x="4431768" y="5315174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00" name="Google Shape;500;p51"/>
          <p:cNvSpPr>
            <a:spLocks noGrp="1"/>
          </p:cNvSpPr>
          <p:nvPr>
            <p:ph type="pic" idx="39"/>
          </p:nvPr>
        </p:nvSpPr>
        <p:spPr>
          <a:xfrm>
            <a:off x="8440392" y="5353272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уководитель и шесть человек">
  <p:cSld name="Руководитель и шесть человек">
    <p:bg>
      <p:bgPr>
        <a:solidFill>
          <a:schemeClr val="lt1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2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2"/>
          <p:cNvSpPr txBox="1">
            <a:spLocks noGrp="1"/>
          </p:cNvSpPr>
          <p:nvPr>
            <p:ph type="title"/>
          </p:nvPr>
        </p:nvSpPr>
        <p:spPr>
          <a:xfrm>
            <a:off x="295371" y="289477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52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05" name="Google Shape;50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2"/>
          <p:cNvSpPr txBox="1">
            <a:spLocks noGrp="1"/>
          </p:cNvSpPr>
          <p:nvPr>
            <p:ph type="body" idx="1"/>
          </p:nvPr>
        </p:nvSpPr>
        <p:spPr>
          <a:xfrm>
            <a:off x="1524000" y="1497468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52"/>
          <p:cNvSpPr txBox="1">
            <a:spLocks noGrp="1"/>
          </p:cNvSpPr>
          <p:nvPr>
            <p:ph type="body" idx="2"/>
          </p:nvPr>
        </p:nvSpPr>
        <p:spPr>
          <a:xfrm>
            <a:off x="1524000" y="3298105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8" name="Google Shape;508;p52"/>
          <p:cNvSpPr txBox="1">
            <a:spLocks noGrp="1"/>
          </p:cNvSpPr>
          <p:nvPr>
            <p:ph type="body" idx="3"/>
          </p:nvPr>
        </p:nvSpPr>
        <p:spPr>
          <a:xfrm>
            <a:off x="1524000" y="4425643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9" name="Google Shape;509;p52"/>
          <p:cNvSpPr txBox="1">
            <a:spLocks noGrp="1"/>
          </p:cNvSpPr>
          <p:nvPr>
            <p:ph type="body" idx="4"/>
          </p:nvPr>
        </p:nvSpPr>
        <p:spPr>
          <a:xfrm>
            <a:off x="1524000" y="5509985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0" name="Google Shape;510;p52"/>
          <p:cNvSpPr txBox="1">
            <a:spLocks noGrp="1"/>
          </p:cNvSpPr>
          <p:nvPr>
            <p:ph type="body" idx="5"/>
          </p:nvPr>
        </p:nvSpPr>
        <p:spPr>
          <a:xfrm>
            <a:off x="7675789" y="3298105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1" name="Google Shape;511;p52"/>
          <p:cNvSpPr txBox="1">
            <a:spLocks noGrp="1"/>
          </p:cNvSpPr>
          <p:nvPr>
            <p:ph type="body" idx="6"/>
          </p:nvPr>
        </p:nvSpPr>
        <p:spPr>
          <a:xfrm>
            <a:off x="7675789" y="4425643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2" name="Google Shape;512;p52"/>
          <p:cNvSpPr txBox="1">
            <a:spLocks noGrp="1"/>
          </p:cNvSpPr>
          <p:nvPr>
            <p:ph type="body" idx="7"/>
          </p:nvPr>
        </p:nvSpPr>
        <p:spPr>
          <a:xfrm>
            <a:off x="7675789" y="5509985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3" name="Google Shape;513;p52"/>
          <p:cNvSpPr txBox="1">
            <a:spLocks noGrp="1"/>
          </p:cNvSpPr>
          <p:nvPr>
            <p:ph type="body" idx="8"/>
          </p:nvPr>
        </p:nvSpPr>
        <p:spPr>
          <a:xfrm>
            <a:off x="1524000" y="1952923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4" name="Google Shape;514;p52"/>
          <p:cNvSpPr txBox="1">
            <a:spLocks noGrp="1"/>
          </p:cNvSpPr>
          <p:nvPr>
            <p:ph type="body" idx="9"/>
          </p:nvPr>
        </p:nvSpPr>
        <p:spPr>
          <a:xfrm>
            <a:off x="1524000" y="3753560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52"/>
          <p:cNvSpPr txBox="1">
            <a:spLocks noGrp="1"/>
          </p:cNvSpPr>
          <p:nvPr>
            <p:ph type="body" idx="13"/>
          </p:nvPr>
        </p:nvSpPr>
        <p:spPr>
          <a:xfrm>
            <a:off x="1524000" y="4881098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52"/>
          <p:cNvSpPr txBox="1">
            <a:spLocks noGrp="1"/>
          </p:cNvSpPr>
          <p:nvPr>
            <p:ph type="body" idx="14"/>
          </p:nvPr>
        </p:nvSpPr>
        <p:spPr>
          <a:xfrm>
            <a:off x="1524000" y="5965440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7" name="Google Shape;517;p52"/>
          <p:cNvSpPr txBox="1">
            <a:spLocks noGrp="1"/>
          </p:cNvSpPr>
          <p:nvPr>
            <p:ph type="body" idx="15"/>
          </p:nvPr>
        </p:nvSpPr>
        <p:spPr>
          <a:xfrm>
            <a:off x="7675789" y="3753560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8" name="Google Shape;518;p52"/>
          <p:cNvSpPr txBox="1">
            <a:spLocks noGrp="1"/>
          </p:cNvSpPr>
          <p:nvPr>
            <p:ph type="body" idx="16"/>
          </p:nvPr>
        </p:nvSpPr>
        <p:spPr>
          <a:xfrm>
            <a:off x="7675789" y="4881098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9" name="Google Shape;519;p52"/>
          <p:cNvSpPr txBox="1">
            <a:spLocks noGrp="1"/>
          </p:cNvSpPr>
          <p:nvPr>
            <p:ph type="body" idx="17"/>
          </p:nvPr>
        </p:nvSpPr>
        <p:spPr>
          <a:xfrm>
            <a:off x="7675789" y="5965440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0" name="Google Shape;520;p52"/>
          <p:cNvSpPr>
            <a:spLocks noGrp="1"/>
          </p:cNvSpPr>
          <p:nvPr>
            <p:ph type="pic" idx="18"/>
          </p:nvPr>
        </p:nvSpPr>
        <p:spPr>
          <a:xfrm>
            <a:off x="462757" y="1244600"/>
            <a:ext cx="919161" cy="1414698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1" name="Google Shape;521;p52"/>
          <p:cNvSpPr>
            <a:spLocks noGrp="1"/>
          </p:cNvSpPr>
          <p:nvPr>
            <p:ph type="pic" idx="19"/>
          </p:nvPr>
        </p:nvSpPr>
        <p:spPr>
          <a:xfrm>
            <a:off x="462757" y="3213514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2" name="Google Shape;522;p52"/>
          <p:cNvSpPr>
            <a:spLocks noGrp="1"/>
          </p:cNvSpPr>
          <p:nvPr>
            <p:ph type="pic" idx="20"/>
          </p:nvPr>
        </p:nvSpPr>
        <p:spPr>
          <a:xfrm>
            <a:off x="462757" y="4369127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3" name="Google Shape;523;p52"/>
          <p:cNvSpPr>
            <a:spLocks noGrp="1"/>
          </p:cNvSpPr>
          <p:nvPr>
            <p:ph type="pic" idx="21"/>
          </p:nvPr>
        </p:nvSpPr>
        <p:spPr>
          <a:xfrm>
            <a:off x="462757" y="5524740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4" name="Google Shape;524;p52"/>
          <p:cNvSpPr>
            <a:spLocks noGrp="1"/>
          </p:cNvSpPr>
          <p:nvPr>
            <p:ph type="pic" idx="22"/>
          </p:nvPr>
        </p:nvSpPr>
        <p:spPr>
          <a:xfrm>
            <a:off x="6588919" y="3213514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5" name="Google Shape;525;p52"/>
          <p:cNvSpPr>
            <a:spLocks noGrp="1"/>
          </p:cNvSpPr>
          <p:nvPr>
            <p:ph type="pic" idx="23"/>
          </p:nvPr>
        </p:nvSpPr>
        <p:spPr>
          <a:xfrm>
            <a:off x="6588919" y="4369127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6" name="Google Shape;526;p52"/>
          <p:cNvSpPr>
            <a:spLocks noGrp="1"/>
          </p:cNvSpPr>
          <p:nvPr>
            <p:ph type="pic" idx="24"/>
          </p:nvPr>
        </p:nvSpPr>
        <p:spPr>
          <a:xfrm>
            <a:off x="6588919" y="5524740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пункта списка ">
  <p:cSld name="4 пункта списка 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4"/>
          <p:cNvSpPr txBox="1">
            <a:spLocks noGrp="1"/>
          </p:cNvSpPr>
          <p:nvPr>
            <p:ph type="title"/>
          </p:nvPr>
        </p:nvSpPr>
        <p:spPr>
          <a:xfrm>
            <a:off x="279042" y="311195"/>
            <a:ext cx="7505700" cy="1361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9600"/>
              <a:buFont typeface="Arial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54"/>
          <p:cNvSpPr txBox="1">
            <a:spLocks noGrp="1"/>
          </p:cNvSpPr>
          <p:nvPr>
            <p:ph type="body" idx="1"/>
          </p:nvPr>
        </p:nvSpPr>
        <p:spPr>
          <a:xfrm>
            <a:off x="1025236" y="2281603"/>
            <a:ext cx="421524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5" name="Google Shape;535;p54"/>
          <p:cNvSpPr txBox="1">
            <a:spLocks noGrp="1"/>
          </p:cNvSpPr>
          <p:nvPr>
            <p:ph type="body" idx="2"/>
          </p:nvPr>
        </p:nvSpPr>
        <p:spPr>
          <a:xfrm>
            <a:off x="1025236" y="3351090"/>
            <a:ext cx="421524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6" name="Google Shape;536;p54"/>
          <p:cNvSpPr txBox="1">
            <a:spLocks noGrp="1"/>
          </p:cNvSpPr>
          <p:nvPr>
            <p:ph type="body" idx="3"/>
          </p:nvPr>
        </p:nvSpPr>
        <p:spPr>
          <a:xfrm>
            <a:off x="1025236" y="4434924"/>
            <a:ext cx="421524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7" name="Google Shape;537;p54"/>
          <p:cNvSpPr txBox="1">
            <a:spLocks noGrp="1"/>
          </p:cNvSpPr>
          <p:nvPr>
            <p:ph type="body" idx="4"/>
          </p:nvPr>
        </p:nvSpPr>
        <p:spPr>
          <a:xfrm>
            <a:off x="1025236" y="5523636"/>
            <a:ext cx="421524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8" name="Google Shape;538;p54"/>
          <p:cNvSpPr txBox="1">
            <a:spLocks noGrp="1"/>
          </p:cNvSpPr>
          <p:nvPr>
            <p:ph type="body" idx="5"/>
          </p:nvPr>
        </p:nvSpPr>
        <p:spPr>
          <a:xfrm>
            <a:off x="305019" y="2281604"/>
            <a:ext cx="720217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9" name="Google Shape;539;p54"/>
          <p:cNvSpPr txBox="1">
            <a:spLocks noGrp="1"/>
          </p:cNvSpPr>
          <p:nvPr>
            <p:ph type="body" idx="6"/>
          </p:nvPr>
        </p:nvSpPr>
        <p:spPr>
          <a:xfrm>
            <a:off x="305019" y="3351091"/>
            <a:ext cx="720217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0" name="Google Shape;540;p54"/>
          <p:cNvSpPr txBox="1">
            <a:spLocks noGrp="1"/>
          </p:cNvSpPr>
          <p:nvPr>
            <p:ph type="body" idx="7"/>
          </p:nvPr>
        </p:nvSpPr>
        <p:spPr>
          <a:xfrm>
            <a:off x="305019" y="4434925"/>
            <a:ext cx="720217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1" name="Google Shape;541;p54"/>
          <p:cNvSpPr txBox="1">
            <a:spLocks noGrp="1"/>
          </p:cNvSpPr>
          <p:nvPr>
            <p:ph type="body" idx="8"/>
          </p:nvPr>
        </p:nvSpPr>
        <p:spPr>
          <a:xfrm>
            <a:off x="305019" y="5523637"/>
            <a:ext cx="720217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0 пунктов списка">
  <p:cSld name="10 пунктов списка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5"/>
          <p:cNvSpPr txBox="1">
            <a:spLocks noGrp="1"/>
          </p:cNvSpPr>
          <p:nvPr>
            <p:ph type="body" idx="1"/>
          </p:nvPr>
        </p:nvSpPr>
        <p:spPr>
          <a:xfrm>
            <a:off x="817403" y="1319645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5" name="Google Shape;545;p55"/>
          <p:cNvSpPr txBox="1">
            <a:spLocks noGrp="1"/>
          </p:cNvSpPr>
          <p:nvPr>
            <p:ph type="body" idx="2"/>
          </p:nvPr>
        </p:nvSpPr>
        <p:spPr>
          <a:xfrm>
            <a:off x="817403" y="2389132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6" name="Google Shape;546;p55"/>
          <p:cNvSpPr txBox="1">
            <a:spLocks noGrp="1"/>
          </p:cNvSpPr>
          <p:nvPr>
            <p:ph type="body" idx="3"/>
          </p:nvPr>
        </p:nvSpPr>
        <p:spPr>
          <a:xfrm>
            <a:off x="817403" y="3472966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7" name="Google Shape;547;p55"/>
          <p:cNvSpPr txBox="1">
            <a:spLocks noGrp="1"/>
          </p:cNvSpPr>
          <p:nvPr>
            <p:ph type="body" idx="4"/>
          </p:nvPr>
        </p:nvSpPr>
        <p:spPr>
          <a:xfrm>
            <a:off x="817403" y="4561678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8" name="Google Shape;548;p55"/>
          <p:cNvSpPr txBox="1">
            <a:spLocks noGrp="1"/>
          </p:cNvSpPr>
          <p:nvPr>
            <p:ph type="body" idx="5"/>
          </p:nvPr>
        </p:nvSpPr>
        <p:spPr>
          <a:xfrm>
            <a:off x="320361" y="1319646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9" name="Google Shape;549;p55"/>
          <p:cNvSpPr txBox="1">
            <a:spLocks noGrp="1"/>
          </p:cNvSpPr>
          <p:nvPr>
            <p:ph type="body" idx="6"/>
          </p:nvPr>
        </p:nvSpPr>
        <p:spPr>
          <a:xfrm>
            <a:off x="320361" y="2389133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0" name="Google Shape;550;p55"/>
          <p:cNvSpPr txBox="1">
            <a:spLocks noGrp="1"/>
          </p:cNvSpPr>
          <p:nvPr>
            <p:ph type="body" idx="7"/>
          </p:nvPr>
        </p:nvSpPr>
        <p:spPr>
          <a:xfrm>
            <a:off x="320361" y="3472967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1" name="Google Shape;551;p55"/>
          <p:cNvSpPr txBox="1">
            <a:spLocks noGrp="1"/>
          </p:cNvSpPr>
          <p:nvPr>
            <p:ph type="body" idx="8"/>
          </p:nvPr>
        </p:nvSpPr>
        <p:spPr>
          <a:xfrm>
            <a:off x="320361" y="4561679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2" name="Google Shape;552;p55"/>
          <p:cNvSpPr txBox="1">
            <a:spLocks noGrp="1"/>
          </p:cNvSpPr>
          <p:nvPr>
            <p:ph type="body" idx="9"/>
          </p:nvPr>
        </p:nvSpPr>
        <p:spPr>
          <a:xfrm>
            <a:off x="808743" y="5639343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5"/>
          <p:cNvSpPr txBox="1">
            <a:spLocks noGrp="1"/>
          </p:cNvSpPr>
          <p:nvPr>
            <p:ph type="body" idx="13"/>
          </p:nvPr>
        </p:nvSpPr>
        <p:spPr>
          <a:xfrm>
            <a:off x="311701" y="5639344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4" name="Google Shape;554;p55"/>
          <p:cNvSpPr txBox="1">
            <a:spLocks noGrp="1"/>
          </p:cNvSpPr>
          <p:nvPr>
            <p:ph type="body" idx="14"/>
          </p:nvPr>
        </p:nvSpPr>
        <p:spPr>
          <a:xfrm>
            <a:off x="6877281" y="1319645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5" name="Google Shape;555;p55"/>
          <p:cNvSpPr txBox="1">
            <a:spLocks noGrp="1"/>
          </p:cNvSpPr>
          <p:nvPr>
            <p:ph type="body" idx="15"/>
          </p:nvPr>
        </p:nvSpPr>
        <p:spPr>
          <a:xfrm>
            <a:off x="6877281" y="2389132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6" name="Google Shape;556;p55"/>
          <p:cNvSpPr txBox="1">
            <a:spLocks noGrp="1"/>
          </p:cNvSpPr>
          <p:nvPr>
            <p:ph type="body" idx="16"/>
          </p:nvPr>
        </p:nvSpPr>
        <p:spPr>
          <a:xfrm>
            <a:off x="6877281" y="3472966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7" name="Google Shape;557;p55"/>
          <p:cNvSpPr txBox="1">
            <a:spLocks noGrp="1"/>
          </p:cNvSpPr>
          <p:nvPr>
            <p:ph type="body" idx="17"/>
          </p:nvPr>
        </p:nvSpPr>
        <p:spPr>
          <a:xfrm>
            <a:off x="6877281" y="4561678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8" name="Google Shape;558;p55"/>
          <p:cNvSpPr txBox="1">
            <a:spLocks noGrp="1"/>
          </p:cNvSpPr>
          <p:nvPr>
            <p:ph type="body" idx="18"/>
          </p:nvPr>
        </p:nvSpPr>
        <p:spPr>
          <a:xfrm>
            <a:off x="6380239" y="1319646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9" name="Google Shape;559;p55"/>
          <p:cNvSpPr txBox="1">
            <a:spLocks noGrp="1"/>
          </p:cNvSpPr>
          <p:nvPr>
            <p:ph type="body" idx="19"/>
          </p:nvPr>
        </p:nvSpPr>
        <p:spPr>
          <a:xfrm>
            <a:off x="6380239" y="2389133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0" name="Google Shape;560;p55"/>
          <p:cNvSpPr txBox="1">
            <a:spLocks noGrp="1"/>
          </p:cNvSpPr>
          <p:nvPr>
            <p:ph type="body" idx="20"/>
          </p:nvPr>
        </p:nvSpPr>
        <p:spPr>
          <a:xfrm>
            <a:off x="6380239" y="3472967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1" name="Google Shape;561;p55"/>
          <p:cNvSpPr txBox="1">
            <a:spLocks noGrp="1"/>
          </p:cNvSpPr>
          <p:nvPr>
            <p:ph type="body" idx="21"/>
          </p:nvPr>
        </p:nvSpPr>
        <p:spPr>
          <a:xfrm>
            <a:off x="6380239" y="4561679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2" name="Google Shape;562;p55"/>
          <p:cNvSpPr txBox="1">
            <a:spLocks noGrp="1"/>
          </p:cNvSpPr>
          <p:nvPr>
            <p:ph type="body" idx="22"/>
          </p:nvPr>
        </p:nvSpPr>
        <p:spPr>
          <a:xfrm>
            <a:off x="6868621" y="5639343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3" name="Google Shape;563;p55"/>
          <p:cNvSpPr txBox="1">
            <a:spLocks noGrp="1"/>
          </p:cNvSpPr>
          <p:nvPr>
            <p:ph type="body" idx="23"/>
          </p:nvPr>
        </p:nvSpPr>
        <p:spPr>
          <a:xfrm>
            <a:off x="6371579" y="5639344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4" name="Google Shape;564;p55"/>
          <p:cNvSpPr txBox="1"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пункта списка с описанием">
  <p:cSld name="3 пункта списка с описанием">
    <p:bg>
      <p:bgPr>
        <a:solidFill>
          <a:schemeClr val="lt1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6"/>
          <p:cNvSpPr txBox="1">
            <a:spLocks noGrp="1"/>
          </p:cNvSpPr>
          <p:nvPr>
            <p:ph type="body" idx="1"/>
          </p:nvPr>
        </p:nvSpPr>
        <p:spPr>
          <a:xfrm>
            <a:off x="359999" y="3266684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7" name="Google Shape;567;p56"/>
          <p:cNvSpPr txBox="1">
            <a:spLocks noGrp="1"/>
          </p:cNvSpPr>
          <p:nvPr>
            <p:ph type="body" idx="2"/>
          </p:nvPr>
        </p:nvSpPr>
        <p:spPr>
          <a:xfrm>
            <a:off x="359999" y="3863288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8" name="Google Shape;568;p56"/>
          <p:cNvSpPr>
            <a:spLocks noGrp="1"/>
          </p:cNvSpPr>
          <p:nvPr>
            <p:ph type="pic" idx="3"/>
          </p:nvPr>
        </p:nvSpPr>
        <p:spPr>
          <a:xfrm>
            <a:off x="11195050" y="3498274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69" name="Google Shape;569;p56"/>
          <p:cNvSpPr txBox="1">
            <a:spLocks noGrp="1"/>
          </p:cNvSpPr>
          <p:nvPr>
            <p:ph type="body" idx="4"/>
          </p:nvPr>
        </p:nvSpPr>
        <p:spPr>
          <a:xfrm>
            <a:off x="359999" y="4290856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0" name="Google Shape;570;p56"/>
          <p:cNvSpPr txBox="1">
            <a:spLocks noGrp="1"/>
          </p:cNvSpPr>
          <p:nvPr>
            <p:ph type="body" idx="5"/>
          </p:nvPr>
        </p:nvSpPr>
        <p:spPr>
          <a:xfrm>
            <a:off x="359999" y="4887460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1" name="Google Shape;571;p56"/>
          <p:cNvSpPr>
            <a:spLocks noGrp="1"/>
          </p:cNvSpPr>
          <p:nvPr>
            <p:ph type="pic" idx="6"/>
          </p:nvPr>
        </p:nvSpPr>
        <p:spPr>
          <a:xfrm>
            <a:off x="11195050" y="4522446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56"/>
          <p:cNvSpPr txBox="1">
            <a:spLocks noGrp="1"/>
          </p:cNvSpPr>
          <p:nvPr>
            <p:ph type="body" idx="7"/>
          </p:nvPr>
        </p:nvSpPr>
        <p:spPr>
          <a:xfrm>
            <a:off x="359999" y="5518594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3" name="Google Shape;573;p56"/>
          <p:cNvSpPr txBox="1">
            <a:spLocks noGrp="1"/>
          </p:cNvSpPr>
          <p:nvPr>
            <p:ph type="body" idx="8"/>
          </p:nvPr>
        </p:nvSpPr>
        <p:spPr>
          <a:xfrm>
            <a:off x="359999" y="6115198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4" name="Google Shape;574;p56"/>
          <p:cNvSpPr>
            <a:spLocks noGrp="1"/>
          </p:cNvSpPr>
          <p:nvPr>
            <p:ph type="pic" idx="9"/>
          </p:nvPr>
        </p:nvSpPr>
        <p:spPr>
          <a:xfrm>
            <a:off x="11195050" y="5750184"/>
            <a:ext cx="687388" cy="658813"/>
          </a:xfrm>
          <a:prstGeom prst="rect">
            <a:avLst/>
          </a:prstGeom>
          <a:noFill/>
          <a:ln>
            <a:noFill/>
          </a:ln>
        </p:spPr>
      </p:sp>
      <p:pic>
        <p:nvPicPr>
          <p:cNvPr id="575" name="Google Shape;575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6"/>
          <p:cNvSpPr txBox="1"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ри пункта списка с описанием_темная тема">
  <p:cSld name="Три пункта списка с описанием_темная тема">
    <p:bg>
      <p:bgPr>
        <a:solidFill>
          <a:srgbClr val="3C3C4F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7"/>
          <p:cNvSpPr>
            <a:spLocks noGrp="1"/>
          </p:cNvSpPr>
          <p:nvPr>
            <p:ph type="pic" idx="2"/>
          </p:nvPr>
        </p:nvSpPr>
        <p:spPr>
          <a:xfrm>
            <a:off x="11195050" y="3498274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57"/>
          <p:cNvSpPr>
            <a:spLocks noGrp="1"/>
          </p:cNvSpPr>
          <p:nvPr>
            <p:ph type="pic" idx="3"/>
          </p:nvPr>
        </p:nvSpPr>
        <p:spPr>
          <a:xfrm>
            <a:off x="11195050" y="4522446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57"/>
          <p:cNvSpPr>
            <a:spLocks noGrp="1"/>
          </p:cNvSpPr>
          <p:nvPr>
            <p:ph type="pic" idx="4"/>
          </p:nvPr>
        </p:nvSpPr>
        <p:spPr>
          <a:xfrm>
            <a:off x="11195050" y="5750184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57"/>
          <p:cNvSpPr txBox="1">
            <a:spLocks noGrp="1"/>
          </p:cNvSpPr>
          <p:nvPr>
            <p:ph type="body" idx="1"/>
          </p:nvPr>
        </p:nvSpPr>
        <p:spPr>
          <a:xfrm>
            <a:off x="359999" y="3266684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3" name="Google Shape;583;p57"/>
          <p:cNvSpPr txBox="1">
            <a:spLocks noGrp="1"/>
          </p:cNvSpPr>
          <p:nvPr>
            <p:ph type="body" idx="5"/>
          </p:nvPr>
        </p:nvSpPr>
        <p:spPr>
          <a:xfrm>
            <a:off x="359999" y="3863288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4" name="Google Shape;584;p57"/>
          <p:cNvSpPr txBox="1">
            <a:spLocks noGrp="1"/>
          </p:cNvSpPr>
          <p:nvPr>
            <p:ph type="body" idx="6"/>
          </p:nvPr>
        </p:nvSpPr>
        <p:spPr>
          <a:xfrm>
            <a:off x="359999" y="4290856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5" name="Google Shape;585;p57"/>
          <p:cNvSpPr txBox="1">
            <a:spLocks noGrp="1"/>
          </p:cNvSpPr>
          <p:nvPr>
            <p:ph type="body" idx="7"/>
          </p:nvPr>
        </p:nvSpPr>
        <p:spPr>
          <a:xfrm>
            <a:off x="359999" y="4887460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6" name="Google Shape;586;p57"/>
          <p:cNvSpPr txBox="1">
            <a:spLocks noGrp="1"/>
          </p:cNvSpPr>
          <p:nvPr>
            <p:ph type="body" idx="8"/>
          </p:nvPr>
        </p:nvSpPr>
        <p:spPr>
          <a:xfrm>
            <a:off x="359999" y="5518594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7"/>
          <p:cNvSpPr txBox="1">
            <a:spLocks noGrp="1"/>
          </p:cNvSpPr>
          <p:nvPr>
            <p:ph type="body" idx="9"/>
          </p:nvPr>
        </p:nvSpPr>
        <p:spPr>
          <a:xfrm>
            <a:off x="359999" y="6115198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8" name="Google Shape;588;p57"/>
          <p:cNvSpPr txBox="1"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ять пунктов списка">
  <p:cSld name="Пять пунктов списка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59BF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8"/>
          <p:cNvSpPr txBox="1">
            <a:spLocks noGrp="1"/>
          </p:cNvSpPr>
          <p:nvPr>
            <p:ph type="sldNum" idx="12"/>
          </p:nvPr>
        </p:nvSpPr>
        <p:spPr>
          <a:xfrm>
            <a:off x="11153832" y="6431111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93" name="Google Shape;593;p58"/>
          <p:cNvSpPr txBox="1">
            <a:spLocks noGrp="1"/>
          </p:cNvSpPr>
          <p:nvPr>
            <p:ph type="ctrTitle"/>
          </p:nvPr>
        </p:nvSpPr>
        <p:spPr>
          <a:xfrm>
            <a:off x="214858" y="1923235"/>
            <a:ext cx="507676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94" name="Google Shape;594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8"/>
          <p:cNvSpPr txBox="1">
            <a:spLocks noGrp="1"/>
          </p:cNvSpPr>
          <p:nvPr>
            <p:ph type="body" idx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6" name="Google Shape;596;p58"/>
          <p:cNvSpPr txBox="1">
            <a:spLocks noGrp="1"/>
          </p:cNvSpPr>
          <p:nvPr>
            <p:ph type="body" idx="2"/>
          </p:nvPr>
        </p:nvSpPr>
        <p:spPr>
          <a:xfrm>
            <a:off x="6866660" y="1200524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7" name="Google Shape;597;p58"/>
          <p:cNvSpPr txBox="1">
            <a:spLocks noGrp="1"/>
          </p:cNvSpPr>
          <p:nvPr>
            <p:ph type="body" idx="3"/>
          </p:nvPr>
        </p:nvSpPr>
        <p:spPr>
          <a:xfrm>
            <a:off x="6866660" y="2270011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8" name="Google Shape;598;p58"/>
          <p:cNvSpPr txBox="1">
            <a:spLocks noGrp="1"/>
          </p:cNvSpPr>
          <p:nvPr>
            <p:ph type="body" idx="4"/>
          </p:nvPr>
        </p:nvSpPr>
        <p:spPr>
          <a:xfrm>
            <a:off x="6866660" y="3353845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9" name="Google Shape;599;p58"/>
          <p:cNvSpPr txBox="1">
            <a:spLocks noGrp="1"/>
          </p:cNvSpPr>
          <p:nvPr>
            <p:ph type="body" idx="5"/>
          </p:nvPr>
        </p:nvSpPr>
        <p:spPr>
          <a:xfrm>
            <a:off x="6866660" y="4442557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0" name="Google Shape;600;p58"/>
          <p:cNvSpPr txBox="1">
            <a:spLocks noGrp="1"/>
          </p:cNvSpPr>
          <p:nvPr>
            <p:ph type="body" idx="6"/>
          </p:nvPr>
        </p:nvSpPr>
        <p:spPr>
          <a:xfrm>
            <a:off x="6395605" y="1190015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1" name="Google Shape;601;p58"/>
          <p:cNvSpPr txBox="1">
            <a:spLocks noGrp="1"/>
          </p:cNvSpPr>
          <p:nvPr>
            <p:ph type="body" idx="7"/>
          </p:nvPr>
        </p:nvSpPr>
        <p:spPr>
          <a:xfrm>
            <a:off x="6395605" y="2259502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2" name="Google Shape;602;p58"/>
          <p:cNvSpPr txBox="1">
            <a:spLocks noGrp="1"/>
          </p:cNvSpPr>
          <p:nvPr>
            <p:ph type="body" idx="8"/>
          </p:nvPr>
        </p:nvSpPr>
        <p:spPr>
          <a:xfrm>
            <a:off x="6395605" y="3343336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3" name="Google Shape;603;p58"/>
          <p:cNvSpPr txBox="1">
            <a:spLocks noGrp="1"/>
          </p:cNvSpPr>
          <p:nvPr>
            <p:ph type="body" idx="9"/>
          </p:nvPr>
        </p:nvSpPr>
        <p:spPr>
          <a:xfrm>
            <a:off x="6395605" y="4432048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4" name="Google Shape;604;p58"/>
          <p:cNvSpPr txBox="1">
            <a:spLocks noGrp="1"/>
          </p:cNvSpPr>
          <p:nvPr>
            <p:ph type="body" idx="13"/>
          </p:nvPr>
        </p:nvSpPr>
        <p:spPr>
          <a:xfrm>
            <a:off x="6858000" y="5520222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5" name="Google Shape;605;p58"/>
          <p:cNvSpPr txBox="1">
            <a:spLocks noGrp="1"/>
          </p:cNvSpPr>
          <p:nvPr>
            <p:ph type="body" idx="14"/>
          </p:nvPr>
        </p:nvSpPr>
        <p:spPr>
          <a:xfrm>
            <a:off x="6386945" y="5509713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ять пунктов списка_темная тема">
  <p:cSld name="Пять пунктов списка_темная тема">
    <p:bg>
      <p:bgPr>
        <a:solidFill>
          <a:srgbClr val="3C3C4F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8" name="Google Shape;608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609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59"/>
          <p:cNvSpPr txBox="1">
            <a:spLocks noGrp="1"/>
          </p:cNvSpPr>
          <p:nvPr>
            <p:ph type="sldNum" idx="12"/>
          </p:nvPr>
        </p:nvSpPr>
        <p:spPr>
          <a:xfrm>
            <a:off x="11167686" y="6403402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10" name="Google Shape;61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9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59"/>
          <p:cNvSpPr txBox="1">
            <a:spLocks noGrp="1"/>
          </p:cNvSpPr>
          <p:nvPr>
            <p:ph type="title"/>
          </p:nvPr>
        </p:nvSpPr>
        <p:spPr>
          <a:xfrm>
            <a:off x="294684" y="2155872"/>
            <a:ext cx="5556708" cy="182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59"/>
          <p:cNvSpPr txBox="1">
            <a:spLocks noGrp="1"/>
          </p:cNvSpPr>
          <p:nvPr>
            <p:ph type="body" idx="1"/>
          </p:nvPr>
        </p:nvSpPr>
        <p:spPr>
          <a:xfrm>
            <a:off x="295047" y="3885522"/>
            <a:ext cx="5556250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3" name="Google Shape;613;p59"/>
          <p:cNvSpPr txBox="1">
            <a:spLocks noGrp="1"/>
          </p:cNvSpPr>
          <p:nvPr>
            <p:ph type="body" idx="2"/>
          </p:nvPr>
        </p:nvSpPr>
        <p:spPr>
          <a:xfrm>
            <a:off x="6866660" y="1189433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4" name="Google Shape;614;p59"/>
          <p:cNvSpPr txBox="1">
            <a:spLocks noGrp="1"/>
          </p:cNvSpPr>
          <p:nvPr>
            <p:ph type="body" idx="3"/>
          </p:nvPr>
        </p:nvSpPr>
        <p:spPr>
          <a:xfrm>
            <a:off x="6866660" y="2258920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5" name="Google Shape;615;p59"/>
          <p:cNvSpPr txBox="1">
            <a:spLocks noGrp="1"/>
          </p:cNvSpPr>
          <p:nvPr>
            <p:ph type="body" idx="4"/>
          </p:nvPr>
        </p:nvSpPr>
        <p:spPr>
          <a:xfrm>
            <a:off x="6866660" y="3342754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6" name="Google Shape;616;p59"/>
          <p:cNvSpPr txBox="1">
            <a:spLocks noGrp="1"/>
          </p:cNvSpPr>
          <p:nvPr>
            <p:ph type="body" idx="5"/>
          </p:nvPr>
        </p:nvSpPr>
        <p:spPr>
          <a:xfrm>
            <a:off x="6866660" y="4431466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7" name="Google Shape;617;p59"/>
          <p:cNvSpPr txBox="1">
            <a:spLocks noGrp="1"/>
          </p:cNvSpPr>
          <p:nvPr>
            <p:ph type="body" idx="6"/>
          </p:nvPr>
        </p:nvSpPr>
        <p:spPr>
          <a:xfrm>
            <a:off x="6384567" y="1178924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8" name="Google Shape;618;p59"/>
          <p:cNvSpPr txBox="1">
            <a:spLocks noGrp="1"/>
          </p:cNvSpPr>
          <p:nvPr>
            <p:ph type="body" idx="7"/>
          </p:nvPr>
        </p:nvSpPr>
        <p:spPr>
          <a:xfrm>
            <a:off x="6384567" y="2248411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9" name="Google Shape;619;p59"/>
          <p:cNvSpPr txBox="1">
            <a:spLocks noGrp="1"/>
          </p:cNvSpPr>
          <p:nvPr>
            <p:ph type="body" idx="8"/>
          </p:nvPr>
        </p:nvSpPr>
        <p:spPr>
          <a:xfrm>
            <a:off x="6384567" y="3332245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0" name="Google Shape;620;p59"/>
          <p:cNvSpPr txBox="1">
            <a:spLocks noGrp="1"/>
          </p:cNvSpPr>
          <p:nvPr>
            <p:ph type="body" idx="9"/>
          </p:nvPr>
        </p:nvSpPr>
        <p:spPr>
          <a:xfrm>
            <a:off x="6384567" y="4420957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1" name="Google Shape;621;p59"/>
          <p:cNvSpPr txBox="1">
            <a:spLocks noGrp="1"/>
          </p:cNvSpPr>
          <p:nvPr>
            <p:ph type="body" idx="13"/>
          </p:nvPr>
        </p:nvSpPr>
        <p:spPr>
          <a:xfrm>
            <a:off x="6858000" y="5509131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2" name="Google Shape;622;p59"/>
          <p:cNvSpPr txBox="1">
            <a:spLocks noGrp="1"/>
          </p:cNvSpPr>
          <p:nvPr>
            <p:ph type="body" idx="14"/>
          </p:nvPr>
        </p:nvSpPr>
        <p:spPr>
          <a:xfrm>
            <a:off x="6375907" y="5498622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есть блоков с кноп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91A1AA6-0528-5EE0-0CDF-BCD79D5AD41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8506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3DBE8ED-A819-6673-3CA4-8CDADD693EB6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464000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A21845D-47E9-F186-B01D-C5A2D66DB42C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8357552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1E6D82A0-408F-1BC3-0BE4-3B3AC89E0D59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8506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E32577B7-AB7D-7EC3-2238-BA78D8FC4BD5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464000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9A19A9E7-A0FB-739A-3517-E55F78CF46CB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8357552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73948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57552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73948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57552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1D7185F3-6BE5-69C2-EFE0-59DAC3B324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138184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блоков с подзаголов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570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89868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73472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4570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9868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73472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60623F22-40B8-5906-7EF6-6BC252D9CD7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9808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25527C7-D8B4-3144-A445-82C89C72420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5106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C7CF047B-4FBD-C894-8964-88DC5E143F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8710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6A5074DB-A5F6-77FE-2A9C-0D330AB0E38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39808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31144F3B-893B-2D51-A85F-D6482A171CE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85106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B91622F3-9DBF-1E38-A976-C216A75E1AF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8710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3">
            <a:extLst>
              <a:ext uri="{FF2B5EF4-FFF2-40B4-BE49-F238E27FC236}">
                <a16:creationId xmlns:a16="http://schemas.microsoft.com/office/drawing/2014/main" id="{E7720497-C8E3-FDA8-85D1-74F55354E30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9808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33">
            <a:extLst>
              <a:ext uri="{FF2B5EF4-FFF2-40B4-BE49-F238E27FC236}">
                <a16:creationId xmlns:a16="http://schemas.microsoft.com/office/drawing/2014/main" id="{23644B1C-5186-56D9-FC94-1B08857FF4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85106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33">
            <a:extLst>
              <a:ext uri="{FF2B5EF4-FFF2-40B4-BE49-F238E27FC236}">
                <a16:creationId xmlns:a16="http://schemas.microsoft.com/office/drawing/2014/main" id="{EA65CB95-6A66-DD08-3F0B-85893E046FE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68710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3">
            <a:extLst>
              <a:ext uri="{FF2B5EF4-FFF2-40B4-BE49-F238E27FC236}">
                <a16:creationId xmlns:a16="http://schemas.microsoft.com/office/drawing/2014/main" id="{86AD3CCC-E683-81FF-3C32-24ED50E0F47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5046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1415A228-E0A1-0D69-39C9-7C8A42E59F0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80344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33">
            <a:extLst>
              <a:ext uri="{FF2B5EF4-FFF2-40B4-BE49-F238E27FC236}">
                <a16:creationId xmlns:a16="http://schemas.microsoft.com/office/drawing/2014/main" id="{EEA9809D-D82A-68A2-A747-9A3BC5C084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63948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D5B3C1B0-C0CC-B6CA-C259-7063E4D05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8006140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блок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568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89866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73470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4568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9866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73470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60623F22-40B8-5906-7EF6-6BC252D9CD7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9806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25527C7-D8B4-3144-A445-82C89C72420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5104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C7CF047B-4FBD-C894-8964-88DC5E143F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8708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CFD7E8A7-CFEC-6241-159B-A015D39D9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16306287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объект_ссыл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бъект 2">
            <a:extLst>
              <a:ext uri="{FF2B5EF4-FFF2-40B4-BE49-F238E27FC236}">
                <a16:creationId xmlns:a16="http://schemas.microsoft.com/office/drawing/2014/main" id="{99CC167B-4EC5-E7B8-168F-3B6DF03649B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24575" y="1333500"/>
            <a:ext cx="5681125" cy="4953000"/>
          </a:xfrm>
          <a:prstGeom prst="roundRect">
            <a:avLst>
              <a:gd name="adj" fmla="val 5408"/>
            </a:avLst>
          </a:prstGeom>
          <a:noFill/>
        </p:spPr>
        <p:txBody>
          <a:bodyPr lIns="251999" tIns="251999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147C47E-98C9-523D-964D-83059CB89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A26D251-20B4-1526-1023-3792EC511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DBD77BF3-4ACE-856E-40EC-680EC8D189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803" y="1064483"/>
            <a:ext cx="5408612" cy="426951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23A4B0F-54E7-6247-D558-CC26CD403C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338" y="5734050"/>
            <a:ext cx="3395662" cy="55245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80000" anchor="ctr"/>
          <a:lstStyle>
            <a:lvl1pPr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 или ссылка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15CA9D20-EF3E-AA2D-2398-BF813EC75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7551022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иллюстрац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45DC96A5-DE79-5AC2-A3D1-EAC01F03D23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28346" y="1"/>
            <a:ext cx="5463654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BF80BA-2D0E-1823-1CF5-C5452A73AC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09B7BAE1-0130-7AC5-898C-58BF688F3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44ECECA-5C21-5157-FB01-1C898337B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930" y="1700213"/>
            <a:ext cx="6000952" cy="458628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337802-62A8-5DEF-0B49-BD721AC0AD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EE1A5D14-0AD7-168D-2F44-A9BE59DFE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05784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(для таблицы или график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CBE4C5-069B-38CC-3237-93FE96CEB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5" y="1143000"/>
            <a:ext cx="11515725" cy="5165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ru-RU" dirty="0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D314A112-5090-6D47-A2B6-5249F7EA8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88124C-80DA-91F1-8E2E-9350C5528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599CC964-C871-00B2-7C39-1E8CFE611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513494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(для таблиц или графиков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CBE4C5-069B-38CC-3237-93FE96CEB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339" y="1045030"/>
            <a:ext cx="5554662" cy="5431970"/>
          </a:xfrm>
          <a:prstGeom prst="roundRect">
            <a:avLst>
              <a:gd name="adj" fmla="val 3933"/>
            </a:avLst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C7DB59-0252-01DE-730D-BE4F2E41128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3000" y="1045030"/>
            <a:ext cx="5591174" cy="5431970"/>
          </a:xfrm>
          <a:prstGeom prst="roundRect">
            <a:avLst>
              <a:gd name="adj" fmla="val 4499"/>
            </a:avLst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E13B37F6-7172-B668-7A79-727634617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D3D9E0-2715-B778-741A-52B02FCE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759FFF9C-33F3-4F7C-7240-FD45DFD6DD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0602707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A8B5-800E-3974-548A-FF05BD314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E9F90078-5148-6092-AFC9-050B01433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2638525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_темная тем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DEC44B-F74E-F27C-E8F5-1F0A2F96F9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7A9276E-F70E-9591-BE71-72B3DB880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7445735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7445208" y="1700213"/>
            <a:ext cx="4387493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</p:spPr>
        <p:txBody>
          <a:bodyPr lIns="144000" tIns="108000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700214"/>
            <a:ext cx="6872543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</p:spPr>
        <p:txBody>
          <a:bodyPr lIns="144000" tIns="108000"/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CF45F-AD54-FF58-0743-7C4D68159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C62D54C4-B3EF-2A74-F53C-7E3CCBBD4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58400F21-01F5-C1A2-05FE-9CE8810F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3335614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4762500" y="1700213"/>
            <a:ext cx="7070201" cy="4564639"/>
          </a:xfrm>
          <a:prstGeom prst="roundRect">
            <a:avLst>
              <a:gd name="adj" fmla="val 4195"/>
            </a:avLst>
          </a:prstGeom>
          <a:solidFill>
            <a:srgbClr val="F4F4F4"/>
          </a:solidFill>
        </p:spPr>
        <p:txBody>
          <a:bodyPr lIns="144000" tIns="108000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9" y="1700214"/>
            <a:ext cx="4164012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</p:spPr>
        <p:txBody>
          <a:bodyPr lIns="144000" tIns="108000"/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CF45F-AD54-FF58-0743-7C4D68159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9C583E9D-92D7-3B36-6183-35CAE1774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294F6E8B-59F3-94FA-6F61-B5C420D1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387921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 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407988" y="1700213"/>
            <a:ext cx="5688012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</p:spPr>
        <p:txBody>
          <a:bodyPr>
            <a:normAutofit/>
          </a:bodyPr>
          <a:lstStyle>
            <a:lvl1pPr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6211902" y="1700214"/>
            <a:ext cx="5620801" cy="4564640"/>
          </a:xfrm>
          <a:prstGeom prst="roundRect">
            <a:avLst>
              <a:gd name="adj" fmla="val 5738"/>
            </a:avLst>
          </a:prstGeom>
          <a:solidFill>
            <a:srgbClr val="F4F4F4"/>
          </a:solidFill>
        </p:spPr>
        <p:txBody>
          <a:bodyPr/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10659B-D8CC-100D-6953-DB1182E49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0933BF95-F038-AC96-65D1-C84D1E880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77207BF1-09D3-3EF0-14C4-DCC35FEB94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5353288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836526"/>
            <a:ext cx="5688013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5"/>
          </p:nvPr>
        </p:nvSpPr>
        <p:spPr>
          <a:xfrm>
            <a:off x="6211902" y="1836526"/>
            <a:ext cx="5620801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0FC473-8E31-0841-CEA6-CF6B92F3CF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C80D6C3A-2D01-99A8-468D-B206E1859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25600227-B81F-8D29-CF18-A383DD1EC5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8351766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объект с фон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836526"/>
            <a:ext cx="11424715" cy="4428327"/>
          </a:xfrm>
          <a:prstGeom prst="roundRect">
            <a:avLst>
              <a:gd name="adj" fmla="val 5738"/>
            </a:avLst>
          </a:prstGeom>
          <a:solidFill>
            <a:srgbClr val="F4F4F4"/>
          </a:solidFill>
        </p:spPr>
        <p:txBody>
          <a:bodyPr lIns="144000" tIns="108000"/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4EC08B-0764-738B-0FDF-71F8285B78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B9E11596-FF8E-E170-6D80-02A6A525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35869FED-31D8-A777-0EDB-9F1D7D2D95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20304325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блок текс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9CB72D-72B4-643D-7C37-8ACF8629C03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F4FE54-3969-D339-E5D1-AB2EB83910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153832" y="6431111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13730" y="1954766"/>
            <a:ext cx="5120270" cy="23876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lnSpc>
                <a:spcPct val="80000"/>
              </a:lnSpc>
              <a:defRPr sz="4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Короткий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понятный заголовок</a:t>
            </a:r>
            <a:endParaRPr lang="en-US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C973A1E-3BB6-CA96-CA29-53821B1A1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Текст 14">
            <a:extLst>
              <a:ext uri="{FF2B5EF4-FFF2-40B4-BE49-F238E27FC236}">
                <a16:creationId xmlns:a16="http://schemas.microsoft.com/office/drawing/2014/main" id="{85A9D800-B7F2-41FF-2D13-C8CDF0B3E1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C254E4C-E29B-F115-3B08-8A52CCAE7D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8100" y="963827"/>
            <a:ext cx="5494338" cy="5238536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Ваш текст</a:t>
            </a:r>
          </a:p>
        </p:txBody>
      </p:sp>
    </p:spTree>
    <p:extLst>
      <p:ext uri="{BB962C8B-B14F-4D97-AF65-F5344CB8AC3E}">
        <p14:creationId xmlns:p14="http://schemas.microsoft.com/office/powerpoint/2010/main" val="20284941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текст_темная тема">
    <p:bg>
      <p:bgPr>
        <a:solidFill>
          <a:srgbClr val="4B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3C6B28-B890-38F3-5157-76C3DFF6865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07518C-51E2-E01C-7AA1-CF2050732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931" y="1385455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429000"/>
            <a:ext cx="4634740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CFF56-5FD9-EBE0-8314-6DFF2A5249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9539" y="315709"/>
            <a:ext cx="506621" cy="506621"/>
          </a:xfrm>
          <a:prstGeom prst="rect">
            <a:avLst/>
          </a:prstGeom>
        </p:spPr>
      </p:pic>
      <p:sp>
        <p:nvSpPr>
          <p:cNvPr id="8" name="Текст 6">
            <a:extLst>
              <a:ext uri="{FF2B5EF4-FFF2-40B4-BE49-F238E27FC236}">
                <a16:creationId xmlns:a16="http://schemas.microsoft.com/office/drawing/2014/main" id="{55ECC908-5174-D290-0499-93FF4943E9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8100" y="963827"/>
            <a:ext cx="5494338" cy="5238536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Ваш текст</a:t>
            </a:r>
          </a:p>
        </p:txBody>
      </p:sp>
    </p:spTree>
    <p:extLst>
      <p:ext uri="{BB962C8B-B14F-4D97-AF65-F5344CB8AC3E}">
        <p14:creationId xmlns:p14="http://schemas.microsoft.com/office/powerpoint/2010/main" val="33671312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4A7C37-3F8D-1783-9280-EB9D6C9E05A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8C7959-234C-6042-C3DD-C28049AB0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260" y="1552639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2400" b="0" i="0">
                <a:latin typeface="Arial" panose="020B0604020202020204" pitchFamily="34" charset="0"/>
              </a:defRPr>
            </a:lvl1pPr>
            <a:lvl2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Объект</a:t>
            </a:r>
          </a:p>
          <a:p>
            <a:pPr lvl="1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565524"/>
            <a:ext cx="4857898" cy="2303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C1F1DE-3798-F646-51D6-71ADB43004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602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объект_темная тема">
    <p:bg>
      <p:bgPr>
        <a:solidFill>
          <a:srgbClr val="4B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DC433F0-6CCA-B019-8FAC-8308606D214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A086CF-12D2-FC2D-6E07-5968F3FC5D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931" y="1385455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429000"/>
            <a:ext cx="4634740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CFF56-5FD9-EBE0-8314-6DFF2A5249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9539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9958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_Светлая тема с фото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/>
          <p:nvPr userDrawn="1"/>
        </p:nvSpPr>
        <p:spPr>
          <a:xfrm>
            <a:off x="1" y="1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biLevel thresh="75000"/>
            <a:alphaModFix amt="27000"/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867774" y="6040948"/>
            <a:ext cx="8456452" cy="563231"/>
          </a:xfrm>
          <a:prstGeom prst="rect">
            <a:avLst/>
          </a:prstGeom>
        </p:spPr>
        <p:txBody>
          <a:bodyPr anchor="t">
            <a:spAutoFit/>
          </a:bodyPr>
          <a:lstStyle>
            <a:lvl1pPr marL="71755" algn="ctr">
              <a:defRPr sz="3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Текст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194782" y="2587457"/>
            <a:ext cx="5802437" cy="914400"/>
          </a:xfrm>
        </p:spPr>
        <p:txBody>
          <a:bodyPr anchor="b">
            <a:noAutofit/>
          </a:bodyPr>
          <a:lstStyle>
            <a:lvl1pPr algn="ctr">
              <a:defRPr sz="55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Крупный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1697420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_Светлая тема с фото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/>
          <p:cNvSpPr/>
          <p:nvPr userDrawn="1"/>
        </p:nvSpPr>
        <p:spPr>
          <a:xfrm>
            <a:off x="1" y="1"/>
            <a:ext cx="1219200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biLevel thresh="25000"/>
            <a:alphaModFix amt="47000"/>
          </a:blip>
          <a:stretch>
            <a:fillRect/>
          </a:stretch>
        </p:blipFill>
        <p:spPr>
          <a:xfrm>
            <a:off x="-14813" y="0"/>
            <a:ext cx="12192000" cy="6858000"/>
          </a:xfrm>
          <a:prstGeom prst="rect">
            <a:avLst/>
          </a:prstGeom>
        </p:spPr>
      </p:pic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507" y="5022226"/>
            <a:ext cx="5802437" cy="367982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>
                <a:effectLst/>
              </a:rPr>
              <a:t>Подзаголовок с уточнением темы</a:t>
            </a:r>
            <a:endParaRPr lang="ru-RU" dirty="0"/>
          </a:p>
        </p:txBody>
      </p:sp>
      <p:sp>
        <p:nvSpPr>
          <p:cNvPr id="2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278750" y="5305663"/>
            <a:ext cx="5802437" cy="914400"/>
          </a:xfrm>
        </p:spPr>
        <p:txBody>
          <a:bodyPr>
            <a:noAutofit/>
          </a:bodyPr>
          <a:lstStyle>
            <a:lvl1pPr algn="l">
              <a:defRPr sz="55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Крупный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392020190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85DD99-0579-3E12-A773-1398BDBF40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547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24" Type="http://schemas.openxmlformats.org/officeDocument/2006/relationships/image" Target="../media/image8.svg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image" Target="../media/image7.png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B2D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57">
          <p15:clr>
            <a:srgbClr val="F26B43"/>
          </p15:clr>
        </p15:guide>
        <p15:guide id="3" pos="393">
          <p15:clr>
            <a:srgbClr val="E5E5E5"/>
          </p15:clr>
        </p15:guide>
        <p15:guide id="4" pos="688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52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28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2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480">
          <p15:clr>
            <a:srgbClr val="E5E5E5"/>
          </p15:clr>
        </p15:guide>
        <p15:guide id="52" orient="horz" pos="595">
          <p15:clr>
            <a:srgbClr val="E5E5E5"/>
          </p15:clr>
        </p15:guide>
        <p15:guide id="53" orient="horz" pos="720">
          <p15:clr>
            <a:srgbClr val="E5E5E5"/>
          </p15:clr>
        </p15:guide>
        <p15:guide id="54" orient="horz" pos="840">
          <p15:clr>
            <a:srgbClr val="E5E5E5"/>
          </p15:clr>
        </p15:guide>
        <p15:guide id="55" orient="horz" pos="958">
          <p15:clr>
            <a:srgbClr val="E5E5E5"/>
          </p15:clr>
        </p15:guide>
        <p15:guide id="56" orient="horz" pos="1200">
          <p15:clr>
            <a:srgbClr val="E5E5E5"/>
          </p15:clr>
        </p15:guide>
        <p15:guide id="57" orient="horz" pos="1320">
          <p15:clr>
            <a:srgbClr val="E5E5E5"/>
          </p15:clr>
        </p15:guide>
        <p15:guide id="58" orient="horz" pos="1440">
          <p15:clr>
            <a:srgbClr val="E5E5E5"/>
          </p15:clr>
        </p15:guide>
        <p15:guide id="59" orient="horz" pos="1548">
          <p15:clr>
            <a:srgbClr val="E5E5E5"/>
          </p15:clr>
        </p15:guide>
        <p15:guide id="60" orient="horz" pos="1680">
          <p15:clr>
            <a:srgbClr val="E5E5E5"/>
          </p15:clr>
        </p15:guide>
        <p15:guide id="61" orient="horz" pos="1800">
          <p15:clr>
            <a:srgbClr val="E5E5E5"/>
          </p15:clr>
        </p15:guide>
        <p15:guide id="62" orient="horz" pos="1920">
          <p15:clr>
            <a:srgbClr val="E5E5E5"/>
          </p15:clr>
        </p15:guide>
        <p15:guide id="63" orient="horz" pos="2040">
          <p15:clr>
            <a:srgbClr val="E5E5E5"/>
          </p15:clr>
        </p15:guide>
        <p15:guide id="64" orient="horz" pos="2160">
          <p15:clr>
            <a:srgbClr val="E5E5E5"/>
          </p15:clr>
        </p15:guide>
        <p15:guide id="65" orient="horz" pos="2272">
          <p15:clr>
            <a:srgbClr val="E5E5E5"/>
          </p15:clr>
        </p15:guide>
        <p15:guide id="66" orient="horz" pos="2400">
          <p15:clr>
            <a:srgbClr val="E5E5E5"/>
          </p15:clr>
        </p15:guide>
        <p15:guide id="67" orient="horz" pos="2520">
          <p15:clr>
            <a:srgbClr val="E5E5E5"/>
          </p15:clr>
        </p15:guide>
        <p15:guide id="68" orient="horz" pos="2640">
          <p15:clr>
            <a:srgbClr val="E5E5E5"/>
          </p15:clr>
        </p15:guide>
        <p15:guide id="69" orient="horz" pos="2760">
          <p15:clr>
            <a:srgbClr val="E5E5E5"/>
          </p15:clr>
        </p15:guide>
        <p15:guide id="70" orient="horz" pos="2880">
          <p15:clr>
            <a:srgbClr val="E5E5E5"/>
          </p15:clr>
        </p15:guide>
        <p15:guide id="71" orient="horz" pos="3000">
          <p15:clr>
            <a:srgbClr val="E5E5E5"/>
          </p15:clr>
        </p15:guide>
        <p15:guide id="72" orient="horz" pos="3120">
          <p15:clr>
            <a:srgbClr val="E5E5E5"/>
          </p15:clr>
        </p15:guide>
        <p15:guide id="73" orient="horz" pos="3240">
          <p15:clr>
            <a:srgbClr val="E5E5E5"/>
          </p15:clr>
        </p15:guide>
        <p15:guide id="74" orient="horz" pos="3360">
          <p15:clr>
            <a:srgbClr val="E5E5E5"/>
          </p15:clr>
        </p15:guide>
        <p15:guide id="75" orient="horz" pos="3480">
          <p15:clr>
            <a:srgbClr val="E5E5E5"/>
          </p15:clr>
        </p15:guide>
        <p15:guide id="76" orient="horz" pos="3725">
          <p15:clr>
            <a:srgbClr val="E5E5E5"/>
          </p15:clr>
        </p15:guide>
        <p15:guide id="77" orient="horz" pos="3840">
          <p15:clr>
            <a:srgbClr val="E5E5E5"/>
          </p15:clr>
        </p15:guide>
        <p15:guide id="78" orient="horz" pos="3960">
          <p15:clr>
            <a:srgbClr val="E5E5E5"/>
          </p15:clr>
        </p15:guide>
        <p15:guide id="79" orient="horz" pos="4200">
          <p15:clr>
            <a:srgbClr val="E5E5E5"/>
          </p15:clr>
        </p15:guide>
        <p15:guide id="80" pos="7680">
          <p15:clr>
            <a:srgbClr val="5ACBF0"/>
          </p15:clr>
        </p15:guide>
        <p15:guide id="81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69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51">
          <p15:clr>
            <a:srgbClr val="5ACBF0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34">
          <p15:clr>
            <a:srgbClr val="F26B43"/>
          </p15:clr>
        </p15:guide>
        <p15:guide id="3" pos="370">
          <p15:clr>
            <a:srgbClr val="E5E5E5"/>
          </p15:clr>
        </p15:guide>
        <p15:guide id="4" pos="72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80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00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0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595">
          <p15:clr>
            <a:srgbClr val="E5E5E5"/>
          </p15:clr>
        </p15:guide>
        <p15:guide id="52" orient="horz" pos="720">
          <p15:clr>
            <a:srgbClr val="E5E5E5"/>
          </p15:clr>
        </p15:guide>
        <p15:guide id="53" orient="horz" pos="840">
          <p15:clr>
            <a:srgbClr val="E5E5E5"/>
          </p15:clr>
        </p15:guide>
        <p15:guide id="54" orient="horz" pos="958">
          <p15:clr>
            <a:srgbClr val="E5E5E5"/>
          </p15:clr>
        </p15:guide>
        <p15:guide id="55" orient="horz" pos="1200">
          <p15:clr>
            <a:srgbClr val="E5E5E5"/>
          </p15:clr>
        </p15:guide>
        <p15:guide id="56" orient="horz" pos="1320">
          <p15:clr>
            <a:srgbClr val="E5E5E5"/>
          </p15:clr>
        </p15:guide>
        <p15:guide id="57" orient="horz" pos="1440">
          <p15:clr>
            <a:srgbClr val="E5E5E5"/>
          </p15:clr>
        </p15:guide>
        <p15:guide id="58" orient="horz" pos="1548">
          <p15:clr>
            <a:srgbClr val="E5E5E5"/>
          </p15:clr>
        </p15:guide>
        <p15:guide id="59" orient="horz" pos="1680">
          <p15:clr>
            <a:srgbClr val="E5E5E5"/>
          </p15:clr>
        </p15:guide>
        <p15:guide id="60" orient="horz" pos="1800">
          <p15:clr>
            <a:srgbClr val="E5E5E5"/>
          </p15:clr>
        </p15:guide>
        <p15:guide id="61" orient="horz" pos="1920">
          <p15:clr>
            <a:srgbClr val="E5E5E5"/>
          </p15:clr>
        </p15:guide>
        <p15:guide id="62" orient="horz" pos="2040">
          <p15:clr>
            <a:srgbClr val="E5E5E5"/>
          </p15:clr>
        </p15:guide>
        <p15:guide id="63" orient="horz" pos="2160">
          <p15:clr>
            <a:srgbClr val="E5E5E5"/>
          </p15:clr>
        </p15:guide>
        <p15:guide id="64" orient="horz" pos="2272">
          <p15:clr>
            <a:srgbClr val="E5E5E5"/>
          </p15:clr>
        </p15:guide>
        <p15:guide id="65" orient="horz" pos="2400">
          <p15:clr>
            <a:srgbClr val="E5E5E5"/>
          </p15:clr>
        </p15:guide>
        <p15:guide id="66" orient="horz" pos="2520">
          <p15:clr>
            <a:srgbClr val="E5E5E5"/>
          </p15:clr>
        </p15:guide>
        <p15:guide id="67" orient="horz" pos="2640">
          <p15:clr>
            <a:srgbClr val="E5E5E5"/>
          </p15:clr>
        </p15:guide>
        <p15:guide id="68" orient="horz" pos="2760">
          <p15:clr>
            <a:srgbClr val="E5E5E5"/>
          </p15:clr>
        </p15:guide>
        <p15:guide id="69" orient="horz" pos="2880">
          <p15:clr>
            <a:srgbClr val="E5E5E5"/>
          </p15:clr>
        </p15:guide>
        <p15:guide id="70" orient="horz" pos="3000">
          <p15:clr>
            <a:srgbClr val="E5E5E5"/>
          </p15:clr>
        </p15:guide>
        <p15:guide id="71" orient="horz" pos="3120">
          <p15:clr>
            <a:srgbClr val="E5E5E5"/>
          </p15:clr>
        </p15:guide>
        <p15:guide id="72" orient="horz" pos="3240">
          <p15:clr>
            <a:srgbClr val="E5E5E5"/>
          </p15:clr>
        </p15:guide>
        <p15:guide id="73" orient="horz" pos="3360">
          <p15:clr>
            <a:srgbClr val="E5E5E5"/>
          </p15:clr>
        </p15:guide>
        <p15:guide id="74" orient="horz" pos="3480">
          <p15:clr>
            <a:srgbClr val="E5E5E5"/>
          </p15:clr>
        </p15:guide>
        <p15:guide id="75" orient="horz" pos="3725">
          <p15:clr>
            <a:srgbClr val="E5E5E5"/>
          </p15:clr>
        </p15:guide>
        <p15:guide id="76" orient="horz" pos="3840">
          <p15:clr>
            <a:srgbClr val="E5E5E5"/>
          </p15:clr>
        </p15:guide>
        <p15:guide id="77" orient="horz" pos="3960">
          <p15:clr>
            <a:srgbClr val="E5E5E5"/>
          </p15:clr>
        </p15:guide>
        <p15:guide id="78" orient="horz" pos="4200">
          <p15:clr>
            <a:srgbClr val="E5E5E5"/>
          </p15:clr>
        </p15:guide>
        <p15:guide id="79">
          <p15:clr>
            <a:srgbClr val="5ACBF0"/>
          </p15:clr>
        </p15:guide>
        <p15:guide id="80" pos="7680">
          <p15:clr>
            <a:srgbClr val="5ACBF0"/>
          </p15:clr>
        </p15:guide>
        <p15:guide id="81" pos="480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80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97">
          <p15:clr>
            <a:srgbClr val="A4A3A4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34">
          <p15:clr>
            <a:srgbClr val="F26B43"/>
          </p15:clr>
        </p15:guide>
        <p15:guide id="3" pos="370">
          <p15:clr>
            <a:srgbClr val="E5E5E5"/>
          </p15:clr>
        </p15:guide>
        <p15:guide id="4" pos="72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80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00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0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595">
          <p15:clr>
            <a:srgbClr val="E5E5E5"/>
          </p15:clr>
        </p15:guide>
        <p15:guide id="52" orient="horz" pos="720">
          <p15:clr>
            <a:srgbClr val="E5E5E5"/>
          </p15:clr>
        </p15:guide>
        <p15:guide id="53" orient="horz" pos="840">
          <p15:clr>
            <a:srgbClr val="E5E5E5"/>
          </p15:clr>
        </p15:guide>
        <p15:guide id="54" orient="horz" pos="958">
          <p15:clr>
            <a:srgbClr val="E5E5E5"/>
          </p15:clr>
        </p15:guide>
        <p15:guide id="55" orient="horz" pos="1200">
          <p15:clr>
            <a:srgbClr val="E5E5E5"/>
          </p15:clr>
        </p15:guide>
        <p15:guide id="56" orient="horz" pos="1320">
          <p15:clr>
            <a:srgbClr val="E5E5E5"/>
          </p15:clr>
        </p15:guide>
        <p15:guide id="57" orient="horz" pos="1440">
          <p15:clr>
            <a:srgbClr val="E5E5E5"/>
          </p15:clr>
        </p15:guide>
        <p15:guide id="58" orient="horz" pos="1548">
          <p15:clr>
            <a:srgbClr val="E5E5E5"/>
          </p15:clr>
        </p15:guide>
        <p15:guide id="59" orient="horz" pos="1680">
          <p15:clr>
            <a:srgbClr val="E5E5E5"/>
          </p15:clr>
        </p15:guide>
        <p15:guide id="60" orient="horz" pos="1800">
          <p15:clr>
            <a:srgbClr val="E5E5E5"/>
          </p15:clr>
        </p15:guide>
        <p15:guide id="61" orient="horz" pos="1920">
          <p15:clr>
            <a:srgbClr val="E5E5E5"/>
          </p15:clr>
        </p15:guide>
        <p15:guide id="62" orient="horz" pos="2040">
          <p15:clr>
            <a:srgbClr val="E5E5E5"/>
          </p15:clr>
        </p15:guide>
        <p15:guide id="63" orient="horz" pos="2160">
          <p15:clr>
            <a:srgbClr val="E5E5E5"/>
          </p15:clr>
        </p15:guide>
        <p15:guide id="64" orient="horz" pos="2272">
          <p15:clr>
            <a:srgbClr val="E5E5E5"/>
          </p15:clr>
        </p15:guide>
        <p15:guide id="65" orient="horz" pos="2400">
          <p15:clr>
            <a:srgbClr val="E5E5E5"/>
          </p15:clr>
        </p15:guide>
        <p15:guide id="66" orient="horz" pos="2520">
          <p15:clr>
            <a:srgbClr val="E5E5E5"/>
          </p15:clr>
        </p15:guide>
        <p15:guide id="67" orient="horz" pos="2640">
          <p15:clr>
            <a:srgbClr val="E5E5E5"/>
          </p15:clr>
        </p15:guide>
        <p15:guide id="68" orient="horz" pos="2760">
          <p15:clr>
            <a:srgbClr val="E5E5E5"/>
          </p15:clr>
        </p15:guide>
        <p15:guide id="69" orient="horz" pos="2880">
          <p15:clr>
            <a:srgbClr val="E5E5E5"/>
          </p15:clr>
        </p15:guide>
        <p15:guide id="70" orient="horz" pos="3000">
          <p15:clr>
            <a:srgbClr val="E5E5E5"/>
          </p15:clr>
        </p15:guide>
        <p15:guide id="71" orient="horz" pos="3120">
          <p15:clr>
            <a:srgbClr val="E5E5E5"/>
          </p15:clr>
        </p15:guide>
        <p15:guide id="72" orient="horz" pos="3240">
          <p15:clr>
            <a:srgbClr val="E5E5E5"/>
          </p15:clr>
        </p15:guide>
        <p15:guide id="73" orient="horz" pos="3360">
          <p15:clr>
            <a:srgbClr val="E5E5E5"/>
          </p15:clr>
        </p15:guide>
        <p15:guide id="74" orient="horz" pos="3480">
          <p15:clr>
            <a:srgbClr val="E5E5E5"/>
          </p15:clr>
        </p15:guide>
        <p15:guide id="75" orient="horz" pos="3725">
          <p15:clr>
            <a:srgbClr val="E5E5E5"/>
          </p15:clr>
        </p15:guide>
        <p15:guide id="76" orient="horz" pos="3840">
          <p15:clr>
            <a:srgbClr val="E5E5E5"/>
          </p15:clr>
        </p15:guide>
        <p15:guide id="77" orient="horz" pos="3960">
          <p15:clr>
            <a:srgbClr val="E5E5E5"/>
          </p15:clr>
        </p15:guide>
        <p15:guide id="78" orient="horz" pos="4200">
          <p15:clr>
            <a:srgbClr val="E5E5E5"/>
          </p15:clr>
        </p15:guide>
        <p15:guide id="79">
          <p15:clr>
            <a:srgbClr val="5ACBF0"/>
          </p15:clr>
        </p15:guide>
        <p15:guide id="80" pos="7680">
          <p15:clr>
            <a:srgbClr val="5ACBF0"/>
          </p15:clr>
        </p15:guide>
        <p15:guide id="81" pos="480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80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97">
          <p15:clr>
            <a:srgbClr val="A4A3A4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8" name="Google Shape;288;p39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B2D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9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57">
          <p15:clr>
            <a:srgbClr val="F26B43"/>
          </p15:clr>
        </p15:guide>
        <p15:guide id="3" pos="393">
          <p15:clr>
            <a:srgbClr val="E5E5E5"/>
          </p15:clr>
        </p15:guide>
        <p15:guide id="4" pos="71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52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28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2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480">
          <p15:clr>
            <a:srgbClr val="E5E5E5"/>
          </p15:clr>
        </p15:guide>
        <p15:guide id="52" orient="horz" pos="595">
          <p15:clr>
            <a:srgbClr val="E5E5E5"/>
          </p15:clr>
        </p15:guide>
        <p15:guide id="53" orient="horz" pos="720">
          <p15:clr>
            <a:srgbClr val="E5E5E5"/>
          </p15:clr>
        </p15:guide>
        <p15:guide id="54" orient="horz" pos="840">
          <p15:clr>
            <a:srgbClr val="E5E5E5"/>
          </p15:clr>
        </p15:guide>
        <p15:guide id="55" orient="horz" pos="958">
          <p15:clr>
            <a:srgbClr val="E5E5E5"/>
          </p15:clr>
        </p15:guide>
        <p15:guide id="56" orient="horz" pos="1200">
          <p15:clr>
            <a:srgbClr val="E5E5E5"/>
          </p15:clr>
        </p15:guide>
        <p15:guide id="57" orient="horz" pos="1320">
          <p15:clr>
            <a:srgbClr val="E5E5E5"/>
          </p15:clr>
        </p15:guide>
        <p15:guide id="58" orient="horz" pos="1440">
          <p15:clr>
            <a:srgbClr val="E5E5E5"/>
          </p15:clr>
        </p15:guide>
        <p15:guide id="59" orient="horz" pos="1548">
          <p15:clr>
            <a:srgbClr val="E5E5E5"/>
          </p15:clr>
        </p15:guide>
        <p15:guide id="60" orient="horz" pos="1680">
          <p15:clr>
            <a:srgbClr val="E5E5E5"/>
          </p15:clr>
        </p15:guide>
        <p15:guide id="61" orient="horz" pos="1800">
          <p15:clr>
            <a:srgbClr val="E5E5E5"/>
          </p15:clr>
        </p15:guide>
        <p15:guide id="62" orient="horz" pos="1920">
          <p15:clr>
            <a:srgbClr val="E5E5E5"/>
          </p15:clr>
        </p15:guide>
        <p15:guide id="63" orient="horz" pos="2040">
          <p15:clr>
            <a:srgbClr val="E5E5E5"/>
          </p15:clr>
        </p15:guide>
        <p15:guide id="64" orient="horz" pos="2160">
          <p15:clr>
            <a:srgbClr val="E5E5E5"/>
          </p15:clr>
        </p15:guide>
        <p15:guide id="65" orient="horz" pos="2272">
          <p15:clr>
            <a:srgbClr val="E5E5E5"/>
          </p15:clr>
        </p15:guide>
        <p15:guide id="66" orient="horz" pos="2400">
          <p15:clr>
            <a:srgbClr val="E5E5E5"/>
          </p15:clr>
        </p15:guide>
        <p15:guide id="67" orient="horz" pos="2520">
          <p15:clr>
            <a:srgbClr val="E5E5E5"/>
          </p15:clr>
        </p15:guide>
        <p15:guide id="68" orient="horz" pos="2640">
          <p15:clr>
            <a:srgbClr val="E5E5E5"/>
          </p15:clr>
        </p15:guide>
        <p15:guide id="69" orient="horz" pos="2760">
          <p15:clr>
            <a:srgbClr val="E5E5E5"/>
          </p15:clr>
        </p15:guide>
        <p15:guide id="70" orient="horz" pos="2880">
          <p15:clr>
            <a:srgbClr val="E5E5E5"/>
          </p15:clr>
        </p15:guide>
        <p15:guide id="71" orient="horz" pos="3000">
          <p15:clr>
            <a:srgbClr val="E5E5E5"/>
          </p15:clr>
        </p15:guide>
        <p15:guide id="72" orient="horz" pos="3120">
          <p15:clr>
            <a:srgbClr val="E5E5E5"/>
          </p15:clr>
        </p15:guide>
        <p15:guide id="73" orient="horz" pos="3240">
          <p15:clr>
            <a:srgbClr val="E5E5E5"/>
          </p15:clr>
        </p15:guide>
        <p15:guide id="74" orient="horz" pos="3360">
          <p15:clr>
            <a:srgbClr val="E5E5E5"/>
          </p15:clr>
        </p15:guide>
        <p15:guide id="75" orient="horz" pos="3480">
          <p15:clr>
            <a:srgbClr val="E5E5E5"/>
          </p15:clr>
        </p15:guide>
        <p15:guide id="76" orient="horz" pos="3725">
          <p15:clr>
            <a:srgbClr val="E5E5E5"/>
          </p15:clr>
        </p15:guide>
        <p15:guide id="77" orient="horz" pos="3840">
          <p15:clr>
            <a:srgbClr val="E5E5E5"/>
          </p15:clr>
        </p15:guide>
        <p15:guide id="78" orient="horz" pos="3960">
          <p15:clr>
            <a:srgbClr val="E5E5E5"/>
          </p15:clr>
        </p15:guide>
        <p15:guide id="79" orient="horz" pos="4200">
          <p15:clr>
            <a:srgbClr val="E5E5E5"/>
          </p15:clr>
        </p15:guide>
        <p15:guide id="80" pos="7680">
          <p15:clr>
            <a:srgbClr val="5ACBF0"/>
          </p15:clr>
        </p15:guide>
        <p15:guide id="81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69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51">
          <p15:clr>
            <a:srgbClr val="5ACBF0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B2D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8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57">
          <p15:clr>
            <a:srgbClr val="F26B43"/>
          </p15:clr>
        </p15:guide>
        <p15:guide id="3" pos="393">
          <p15:clr>
            <a:srgbClr val="E5E5E5"/>
          </p15:clr>
        </p15:guide>
        <p15:guide id="4" pos="71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52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28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2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480">
          <p15:clr>
            <a:srgbClr val="E5E5E5"/>
          </p15:clr>
        </p15:guide>
        <p15:guide id="52" orient="horz" pos="595">
          <p15:clr>
            <a:srgbClr val="E5E5E5"/>
          </p15:clr>
        </p15:guide>
        <p15:guide id="53" orient="horz" pos="720">
          <p15:clr>
            <a:srgbClr val="E5E5E5"/>
          </p15:clr>
        </p15:guide>
        <p15:guide id="54" orient="horz" pos="840">
          <p15:clr>
            <a:srgbClr val="E5E5E5"/>
          </p15:clr>
        </p15:guide>
        <p15:guide id="55" orient="horz" pos="958">
          <p15:clr>
            <a:srgbClr val="E5E5E5"/>
          </p15:clr>
        </p15:guide>
        <p15:guide id="56" orient="horz" pos="1200">
          <p15:clr>
            <a:srgbClr val="E5E5E5"/>
          </p15:clr>
        </p15:guide>
        <p15:guide id="57" orient="horz" pos="1320">
          <p15:clr>
            <a:srgbClr val="E5E5E5"/>
          </p15:clr>
        </p15:guide>
        <p15:guide id="58" orient="horz" pos="1440">
          <p15:clr>
            <a:srgbClr val="E5E5E5"/>
          </p15:clr>
        </p15:guide>
        <p15:guide id="59" orient="horz" pos="1548">
          <p15:clr>
            <a:srgbClr val="E5E5E5"/>
          </p15:clr>
        </p15:guide>
        <p15:guide id="60" orient="horz" pos="1680">
          <p15:clr>
            <a:srgbClr val="E5E5E5"/>
          </p15:clr>
        </p15:guide>
        <p15:guide id="61" orient="horz" pos="1800">
          <p15:clr>
            <a:srgbClr val="E5E5E5"/>
          </p15:clr>
        </p15:guide>
        <p15:guide id="62" orient="horz" pos="1920">
          <p15:clr>
            <a:srgbClr val="E5E5E5"/>
          </p15:clr>
        </p15:guide>
        <p15:guide id="63" orient="horz" pos="2040">
          <p15:clr>
            <a:srgbClr val="E5E5E5"/>
          </p15:clr>
        </p15:guide>
        <p15:guide id="64" orient="horz" pos="2160">
          <p15:clr>
            <a:srgbClr val="E5E5E5"/>
          </p15:clr>
        </p15:guide>
        <p15:guide id="65" orient="horz" pos="2272">
          <p15:clr>
            <a:srgbClr val="E5E5E5"/>
          </p15:clr>
        </p15:guide>
        <p15:guide id="66" orient="horz" pos="2400">
          <p15:clr>
            <a:srgbClr val="E5E5E5"/>
          </p15:clr>
        </p15:guide>
        <p15:guide id="67" orient="horz" pos="2520">
          <p15:clr>
            <a:srgbClr val="E5E5E5"/>
          </p15:clr>
        </p15:guide>
        <p15:guide id="68" orient="horz" pos="2640">
          <p15:clr>
            <a:srgbClr val="E5E5E5"/>
          </p15:clr>
        </p15:guide>
        <p15:guide id="69" orient="horz" pos="2760">
          <p15:clr>
            <a:srgbClr val="E5E5E5"/>
          </p15:clr>
        </p15:guide>
        <p15:guide id="70" orient="horz" pos="2880">
          <p15:clr>
            <a:srgbClr val="E5E5E5"/>
          </p15:clr>
        </p15:guide>
        <p15:guide id="71" orient="horz" pos="3000">
          <p15:clr>
            <a:srgbClr val="E5E5E5"/>
          </p15:clr>
        </p15:guide>
        <p15:guide id="72" orient="horz" pos="3120">
          <p15:clr>
            <a:srgbClr val="E5E5E5"/>
          </p15:clr>
        </p15:guide>
        <p15:guide id="73" orient="horz" pos="3240">
          <p15:clr>
            <a:srgbClr val="E5E5E5"/>
          </p15:clr>
        </p15:guide>
        <p15:guide id="74" orient="horz" pos="3360">
          <p15:clr>
            <a:srgbClr val="E5E5E5"/>
          </p15:clr>
        </p15:guide>
        <p15:guide id="75" orient="horz" pos="3480">
          <p15:clr>
            <a:srgbClr val="E5E5E5"/>
          </p15:clr>
        </p15:guide>
        <p15:guide id="76" orient="horz" pos="3725">
          <p15:clr>
            <a:srgbClr val="E5E5E5"/>
          </p15:clr>
        </p15:guide>
        <p15:guide id="77" orient="horz" pos="3840">
          <p15:clr>
            <a:srgbClr val="E5E5E5"/>
          </p15:clr>
        </p15:guide>
        <p15:guide id="78" orient="horz" pos="3960">
          <p15:clr>
            <a:srgbClr val="E5E5E5"/>
          </p15:clr>
        </p15:guide>
        <p15:guide id="79" orient="horz" pos="4200">
          <p15:clr>
            <a:srgbClr val="E5E5E5"/>
          </p15:clr>
        </p15:guide>
        <p15:guide id="80" pos="7680">
          <p15:clr>
            <a:srgbClr val="5ACBF0"/>
          </p15:clr>
        </p15:guide>
        <p15:guide id="81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69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51">
          <p15:clr>
            <a:srgbClr val="5ACBF0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3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B2D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53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30" name="Google Shape;530;p53"/>
          <p:cNvSpPr txBox="1"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57">
          <p15:clr>
            <a:srgbClr val="F26B43"/>
          </p15:clr>
        </p15:guide>
        <p15:guide id="3" pos="393">
          <p15:clr>
            <a:srgbClr val="E5E5E5"/>
          </p15:clr>
        </p15:guide>
        <p15:guide id="4" pos="71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52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28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2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480">
          <p15:clr>
            <a:srgbClr val="E5E5E5"/>
          </p15:clr>
        </p15:guide>
        <p15:guide id="52" orient="horz" pos="595">
          <p15:clr>
            <a:srgbClr val="E5E5E5"/>
          </p15:clr>
        </p15:guide>
        <p15:guide id="53" orient="horz" pos="720">
          <p15:clr>
            <a:srgbClr val="E5E5E5"/>
          </p15:clr>
        </p15:guide>
        <p15:guide id="54" orient="horz" pos="840">
          <p15:clr>
            <a:srgbClr val="E5E5E5"/>
          </p15:clr>
        </p15:guide>
        <p15:guide id="55" orient="horz" pos="958">
          <p15:clr>
            <a:srgbClr val="E5E5E5"/>
          </p15:clr>
        </p15:guide>
        <p15:guide id="56" orient="horz" pos="1200">
          <p15:clr>
            <a:srgbClr val="E5E5E5"/>
          </p15:clr>
        </p15:guide>
        <p15:guide id="57" orient="horz" pos="1320">
          <p15:clr>
            <a:srgbClr val="E5E5E5"/>
          </p15:clr>
        </p15:guide>
        <p15:guide id="58" orient="horz" pos="1440">
          <p15:clr>
            <a:srgbClr val="E5E5E5"/>
          </p15:clr>
        </p15:guide>
        <p15:guide id="59" orient="horz" pos="1548">
          <p15:clr>
            <a:srgbClr val="E5E5E5"/>
          </p15:clr>
        </p15:guide>
        <p15:guide id="60" orient="horz" pos="1680">
          <p15:clr>
            <a:srgbClr val="E5E5E5"/>
          </p15:clr>
        </p15:guide>
        <p15:guide id="61" orient="horz" pos="1800">
          <p15:clr>
            <a:srgbClr val="E5E5E5"/>
          </p15:clr>
        </p15:guide>
        <p15:guide id="62" orient="horz" pos="1920">
          <p15:clr>
            <a:srgbClr val="E5E5E5"/>
          </p15:clr>
        </p15:guide>
        <p15:guide id="63" orient="horz" pos="2040">
          <p15:clr>
            <a:srgbClr val="E5E5E5"/>
          </p15:clr>
        </p15:guide>
        <p15:guide id="64" orient="horz" pos="2160">
          <p15:clr>
            <a:srgbClr val="E5E5E5"/>
          </p15:clr>
        </p15:guide>
        <p15:guide id="65" orient="horz" pos="2272">
          <p15:clr>
            <a:srgbClr val="E5E5E5"/>
          </p15:clr>
        </p15:guide>
        <p15:guide id="66" orient="horz" pos="2400">
          <p15:clr>
            <a:srgbClr val="E5E5E5"/>
          </p15:clr>
        </p15:guide>
        <p15:guide id="67" orient="horz" pos="2520">
          <p15:clr>
            <a:srgbClr val="E5E5E5"/>
          </p15:clr>
        </p15:guide>
        <p15:guide id="68" orient="horz" pos="2640">
          <p15:clr>
            <a:srgbClr val="E5E5E5"/>
          </p15:clr>
        </p15:guide>
        <p15:guide id="69" orient="horz" pos="2760">
          <p15:clr>
            <a:srgbClr val="E5E5E5"/>
          </p15:clr>
        </p15:guide>
        <p15:guide id="70" orient="horz" pos="2880">
          <p15:clr>
            <a:srgbClr val="E5E5E5"/>
          </p15:clr>
        </p15:guide>
        <p15:guide id="71" orient="horz" pos="3000">
          <p15:clr>
            <a:srgbClr val="E5E5E5"/>
          </p15:clr>
        </p15:guide>
        <p15:guide id="72" orient="horz" pos="3120">
          <p15:clr>
            <a:srgbClr val="E5E5E5"/>
          </p15:clr>
        </p15:guide>
        <p15:guide id="73" orient="horz" pos="3240">
          <p15:clr>
            <a:srgbClr val="E5E5E5"/>
          </p15:clr>
        </p15:guide>
        <p15:guide id="74" orient="horz" pos="3360">
          <p15:clr>
            <a:srgbClr val="E5E5E5"/>
          </p15:clr>
        </p15:guide>
        <p15:guide id="75" orient="horz" pos="3480">
          <p15:clr>
            <a:srgbClr val="E5E5E5"/>
          </p15:clr>
        </p15:guide>
        <p15:guide id="76" orient="horz" pos="3725">
          <p15:clr>
            <a:srgbClr val="E5E5E5"/>
          </p15:clr>
        </p15:guide>
        <p15:guide id="77" orient="horz" pos="3840">
          <p15:clr>
            <a:srgbClr val="E5E5E5"/>
          </p15:clr>
        </p15:guide>
        <p15:guide id="78" orient="horz" pos="3960">
          <p15:clr>
            <a:srgbClr val="E5E5E5"/>
          </p15:clr>
        </p15:guide>
        <p15:guide id="79" orient="horz" pos="4200">
          <p15:clr>
            <a:srgbClr val="E5E5E5"/>
          </p15:clr>
        </p15:guide>
        <p15:guide id="80" pos="7680">
          <p15:clr>
            <a:srgbClr val="5ACBF0"/>
          </p15:clr>
        </p15:guide>
        <p15:guide id="81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12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69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32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51">
          <p15:clr>
            <a:srgbClr val="5ACBF0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23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23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29C6B071-A618-222C-8019-94D049EC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49780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688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0"/>
          <p:cNvSpPr/>
          <p:nvPr/>
        </p:nvSpPr>
        <p:spPr>
          <a:xfrm>
            <a:off x="0" y="-14079"/>
            <a:ext cx="12192000" cy="4205079"/>
          </a:xfrm>
          <a:prstGeom prst="rect">
            <a:avLst/>
          </a:prstGeom>
          <a:solidFill>
            <a:srgbClr val="BE93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0"/>
          <p:cNvSpPr txBox="1">
            <a:spLocks noGrp="1"/>
          </p:cNvSpPr>
          <p:nvPr>
            <p:ph type="body" idx="1"/>
          </p:nvPr>
        </p:nvSpPr>
        <p:spPr>
          <a:xfrm>
            <a:off x="330539" y="3022329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ru-RU" dirty="0">
                <a:solidFill>
                  <a:schemeClr val="bg1"/>
                </a:solidFill>
              </a:rPr>
              <a:t>на квантовом компьютере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30" name="Google Shape;630;p60"/>
          <p:cNvSpPr txBox="1">
            <a:spLocks noGrp="1"/>
          </p:cNvSpPr>
          <p:nvPr>
            <p:ph type="body" idx="3"/>
          </p:nvPr>
        </p:nvSpPr>
        <p:spPr>
          <a:xfrm>
            <a:off x="1915936" y="4906939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3600" dirty="0" err="1"/>
              <a:t>Бейлак</a:t>
            </a:r>
            <a:r>
              <a:rPr lang="ru-RU" sz="3600" dirty="0"/>
              <a:t> Алиев</a:t>
            </a:r>
            <a:endParaRPr sz="3600" dirty="0"/>
          </a:p>
        </p:txBody>
      </p:sp>
      <p:pic>
        <p:nvPicPr>
          <p:cNvPr id="631" name="Google Shape;631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60"/>
          <p:cNvPicPr preferRelativeResize="0"/>
          <p:nvPr/>
        </p:nvPicPr>
        <p:blipFill rotWithShape="1">
          <a:blip r:embed="rId4">
            <a:alphaModFix/>
          </a:blip>
          <a:srcRect t="13594" b="15958"/>
          <a:stretch/>
        </p:blipFill>
        <p:spPr>
          <a:xfrm>
            <a:off x="6286500" y="-14080"/>
            <a:ext cx="5969000" cy="420507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60"/>
          <p:cNvSpPr txBox="1">
            <a:spLocks noGrp="1"/>
          </p:cNvSpPr>
          <p:nvPr>
            <p:ph type="body" idx="4"/>
          </p:nvPr>
        </p:nvSpPr>
        <p:spPr>
          <a:xfrm>
            <a:off x="1915936" y="5523998"/>
            <a:ext cx="6020153" cy="724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Expert Software </a:t>
            </a:r>
            <a:r>
              <a:rPr lang="ru-RU" dirty="0" err="1"/>
              <a:t>Engineer</a:t>
            </a:r>
            <a:r>
              <a:rPr lang="ru-RU" dirty="0"/>
              <a:t> @ </a:t>
            </a:r>
            <a:r>
              <a:rPr lang="ru-RU" dirty="0" err="1"/>
              <a:t>devPlatform</a:t>
            </a:r>
            <a:r>
              <a:rPr lang="ru-RU" dirty="0"/>
              <a:t> 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Python Community </a:t>
            </a:r>
            <a:r>
              <a:rPr lang="ru-RU" dirty="0" err="1"/>
              <a:t>Lead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B9D5C32-2813-5717-4F9E-52C26958F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22" y="380030"/>
            <a:ext cx="1723453" cy="38414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C05A60-71B2-660F-CE80-06D64A897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1018" y="380030"/>
            <a:ext cx="903256" cy="384143"/>
          </a:xfrm>
          <a:prstGeom prst="rect">
            <a:avLst/>
          </a:prstGeom>
        </p:spPr>
      </p:pic>
      <p:sp>
        <p:nvSpPr>
          <p:cNvPr id="628" name="Google Shape;628;p60"/>
          <p:cNvSpPr txBox="1">
            <a:spLocks noGrp="1"/>
          </p:cNvSpPr>
          <p:nvPr>
            <p:ph type="title"/>
          </p:nvPr>
        </p:nvSpPr>
        <p:spPr>
          <a:xfrm>
            <a:off x="279986" y="1849445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 dirty="0">
                <a:solidFill>
                  <a:schemeClr val="bg1"/>
                </a:solidFill>
              </a:rPr>
              <a:t>Пишем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«Hello World»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EDA860-24D9-101B-300B-06A412FEA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7" r="8781"/>
          <a:stretch/>
        </p:blipFill>
        <p:spPr bwMode="auto">
          <a:xfrm>
            <a:off x="330539" y="4452925"/>
            <a:ext cx="1352988" cy="2089366"/>
          </a:xfrm>
          <a:prstGeom prst="roundRect">
            <a:avLst>
              <a:gd name="adj" fmla="val 500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3F9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1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ru-RU">
                <a:solidFill>
                  <a:schemeClr val="lt1"/>
                </a:solidFill>
              </a:rPr>
              <a:t>История квантовых вычислений</a:t>
            </a:r>
            <a:endParaRPr/>
          </a:p>
        </p:txBody>
      </p:sp>
      <p:sp>
        <p:nvSpPr>
          <p:cNvPr id="640" name="Google Shape;640;p61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ru-RU">
                <a:solidFill>
                  <a:schemeClr val="lt1"/>
                </a:solidFill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D96BC-4803-44E3-A6BF-C5FDD285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85020"/>
            <a:ext cx="10599761" cy="596901"/>
          </a:xfrm>
        </p:spPr>
        <p:txBody>
          <a:bodyPr>
            <a:noAutofit/>
          </a:bodyPr>
          <a:lstStyle/>
          <a:p>
            <a:r>
              <a:rPr lang="ru-RU" dirty="0"/>
              <a:t>История квантовых вычислений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EA3D2E2B-A1CA-4C83-0726-B11FF9E0E34C}"/>
              </a:ext>
            </a:extLst>
          </p:cNvPr>
          <p:cNvCxnSpPr>
            <a:cxnSpLocks/>
            <a:stCxn id="30" idx="2"/>
            <a:endCxn id="32" idx="2"/>
          </p:cNvCxnSpPr>
          <p:nvPr/>
        </p:nvCxnSpPr>
        <p:spPr>
          <a:xfrm flipV="1">
            <a:off x="420976" y="3821183"/>
            <a:ext cx="2330723" cy="4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BAAAE1-2CB8-CFBF-3939-42EB1E583918}"/>
              </a:ext>
            </a:extLst>
          </p:cNvPr>
          <p:cNvGrpSpPr/>
          <p:nvPr/>
        </p:nvGrpSpPr>
        <p:grpSpPr>
          <a:xfrm>
            <a:off x="392548" y="2798841"/>
            <a:ext cx="2107613" cy="3665107"/>
            <a:chOff x="521338" y="2798841"/>
            <a:chExt cx="2107613" cy="3665107"/>
          </a:xfrm>
        </p:grpSpPr>
        <p:sp>
          <p:nvSpPr>
            <p:cNvPr id="8" name="Текст 8">
              <a:extLst>
                <a:ext uri="{FF2B5EF4-FFF2-40B4-BE49-F238E27FC236}">
                  <a16:creationId xmlns:a16="http://schemas.microsoft.com/office/drawing/2014/main" id="{42868737-E2BF-80E1-7DAA-E47E7D4BBE2F}"/>
                </a:ext>
              </a:extLst>
            </p:cNvPr>
            <p:cNvSpPr txBox="1">
              <a:spLocks/>
            </p:cNvSpPr>
            <p:nvPr/>
          </p:nvSpPr>
          <p:spPr>
            <a:xfrm>
              <a:off x="521338" y="4230629"/>
              <a:ext cx="1127158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Юрий Манин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Текст 17">
              <a:extLst>
                <a:ext uri="{FF2B5EF4-FFF2-40B4-BE49-F238E27FC236}">
                  <a16:creationId xmlns:a16="http://schemas.microsoft.com/office/drawing/2014/main" id="{0CC9301E-CE3E-86AB-5DED-4E31F8B4E594}"/>
                </a:ext>
              </a:extLst>
            </p:cNvPr>
            <p:cNvSpPr txBox="1">
              <a:spLocks/>
            </p:cNvSpPr>
            <p:nvPr/>
          </p:nvSpPr>
          <p:spPr>
            <a:xfrm>
              <a:off x="521339" y="2798841"/>
              <a:ext cx="2107612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1980</a:t>
              </a:r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86769BF-A459-3BCA-11F0-04A382E7F0D4}"/>
                </a:ext>
              </a:extLst>
            </p:cNvPr>
            <p:cNvSpPr/>
            <p:nvPr/>
          </p:nvSpPr>
          <p:spPr>
            <a:xfrm>
              <a:off x="549766" y="367046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B0FA61C-7ED1-A2EC-4B3D-AC03D225C568}"/>
              </a:ext>
            </a:extLst>
          </p:cNvPr>
          <p:cNvGrpSpPr/>
          <p:nvPr/>
        </p:nvGrpSpPr>
        <p:grpSpPr>
          <a:xfrm>
            <a:off x="4962254" y="2798841"/>
            <a:ext cx="2460178" cy="3665107"/>
            <a:chOff x="6735337" y="2798841"/>
            <a:chExt cx="2460178" cy="3665107"/>
          </a:xfrm>
        </p:grpSpPr>
        <p:sp>
          <p:nvSpPr>
            <p:cNvPr id="10" name="Текст 10">
              <a:extLst>
                <a:ext uri="{FF2B5EF4-FFF2-40B4-BE49-F238E27FC236}">
                  <a16:creationId xmlns:a16="http://schemas.microsoft.com/office/drawing/2014/main" id="{8D7D143C-D806-5BE9-D9A0-420B1597311B}"/>
                </a:ext>
              </a:extLst>
            </p:cNvPr>
            <p:cNvSpPr txBox="1">
              <a:spLocks/>
            </p:cNvSpPr>
            <p:nvPr/>
          </p:nvSpPr>
          <p:spPr>
            <a:xfrm>
              <a:off x="6817198" y="4230629"/>
              <a:ext cx="2378317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Питер Шор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Алгоритм разложения больших чисел</a:t>
              </a:r>
              <a:endPara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Текст 19">
              <a:extLst>
                <a:ext uri="{FF2B5EF4-FFF2-40B4-BE49-F238E27FC236}">
                  <a16:creationId xmlns:a16="http://schemas.microsoft.com/office/drawing/2014/main" id="{4599E6F3-1D06-141B-8721-3E470D95ED9D}"/>
                </a:ext>
              </a:extLst>
            </p:cNvPr>
            <p:cNvSpPr txBox="1">
              <a:spLocks/>
            </p:cNvSpPr>
            <p:nvPr/>
          </p:nvSpPr>
          <p:spPr>
            <a:xfrm>
              <a:off x="6735337" y="2798841"/>
              <a:ext cx="2107612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32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1994</a:t>
              </a:r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ABD014C2-2A2C-505A-8BE3-CEF205A1818E}"/>
                </a:ext>
              </a:extLst>
            </p:cNvPr>
            <p:cNvSpPr/>
            <p:nvPr/>
          </p:nvSpPr>
          <p:spPr>
            <a:xfrm>
              <a:off x="6817198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249F644-F6A1-C840-A6B2-F2876BF47AFF}"/>
              </a:ext>
            </a:extLst>
          </p:cNvPr>
          <p:cNvGrpSpPr/>
          <p:nvPr/>
        </p:nvGrpSpPr>
        <p:grpSpPr>
          <a:xfrm>
            <a:off x="2677401" y="2798841"/>
            <a:ext cx="2107613" cy="3665107"/>
            <a:chOff x="3547767" y="2798841"/>
            <a:chExt cx="2107613" cy="3665107"/>
          </a:xfrm>
        </p:grpSpPr>
        <p:sp>
          <p:nvSpPr>
            <p:cNvPr id="9" name="Текст 9">
              <a:extLst>
                <a:ext uri="{FF2B5EF4-FFF2-40B4-BE49-F238E27FC236}">
                  <a16:creationId xmlns:a16="http://schemas.microsoft.com/office/drawing/2014/main" id="{61F759D7-7B41-3C64-7FBF-DEE186AE5E7E}"/>
                </a:ext>
              </a:extLst>
            </p:cNvPr>
            <p:cNvSpPr txBox="1">
              <a:spLocks/>
            </p:cNvSpPr>
            <p:nvPr/>
          </p:nvSpPr>
          <p:spPr>
            <a:xfrm>
              <a:off x="3547767" y="4230629"/>
              <a:ext cx="1616661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Ричард Фейнман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Текст 18">
              <a:extLst>
                <a:ext uri="{FF2B5EF4-FFF2-40B4-BE49-F238E27FC236}">
                  <a16:creationId xmlns:a16="http://schemas.microsoft.com/office/drawing/2014/main" id="{79E51BDE-8700-050B-0B64-2DDC241432DF}"/>
                </a:ext>
              </a:extLst>
            </p:cNvPr>
            <p:cNvSpPr txBox="1">
              <a:spLocks/>
            </p:cNvSpPr>
            <p:nvPr/>
          </p:nvSpPr>
          <p:spPr>
            <a:xfrm>
              <a:off x="3547768" y="2798841"/>
              <a:ext cx="2107612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1982</a:t>
              </a:r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80FE1BF9-B885-962D-C142-BA4C2CA12FA1}"/>
                </a:ext>
              </a:extLst>
            </p:cNvPr>
            <p:cNvSpPr/>
            <p:nvPr/>
          </p:nvSpPr>
          <p:spPr>
            <a:xfrm>
              <a:off x="3622065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89EF1FC-88D8-3576-5C94-945C73E20928}"/>
              </a:ext>
            </a:extLst>
          </p:cNvPr>
          <p:cNvGrpSpPr/>
          <p:nvPr/>
        </p:nvGrpSpPr>
        <p:grpSpPr>
          <a:xfrm>
            <a:off x="7599673" y="2798841"/>
            <a:ext cx="2286378" cy="3665107"/>
            <a:chOff x="9806884" y="2798841"/>
            <a:chExt cx="2286378" cy="3665107"/>
          </a:xfrm>
        </p:grpSpPr>
        <p:sp>
          <p:nvSpPr>
            <p:cNvPr id="34" name="Текст 10">
              <a:extLst>
                <a:ext uri="{FF2B5EF4-FFF2-40B4-BE49-F238E27FC236}">
                  <a16:creationId xmlns:a16="http://schemas.microsoft.com/office/drawing/2014/main" id="{E9E84F9D-671F-A470-E3A7-2BB8F21F6144}"/>
                </a:ext>
              </a:extLst>
            </p:cNvPr>
            <p:cNvSpPr txBox="1">
              <a:spLocks/>
            </p:cNvSpPr>
            <p:nvPr/>
          </p:nvSpPr>
          <p:spPr>
            <a:xfrm>
              <a:off x="9806884" y="4230629"/>
              <a:ext cx="2286378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Алгоритм Гровера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GSA 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за время </a:t>
              </a: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O(√N)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Текст 19">
              <a:extLst>
                <a:ext uri="{FF2B5EF4-FFF2-40B4-BE49-F238E27FC236}">
                  <a16:creationId xmlns:a16="http://schemas.microsoft.com/office/drawing/2014/main" id="{AF3DC1A9-9FDF-9FDD-0900-4D5062FE1B3A}"/>
                </a:ext>
              </a:extLst>
            </p:cNvPr>
            <p:cNvSpPr txBox="1">
              <a:spLocks/>
            </p:cNvSpPr>
            <p:nvPr/>
          </p:nvSpPr>
          <p:spPr>
            <a:xfrm>
              <a:off x="9806885" y="2798841"/>
              <a:ext cx="1518568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1996</a:t>
              </a:r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7243C14A-86A7-0EEC-A788-4E317F01D0DE}"/>
                </a:ext>
              </a:extLst>
            </p:cNvPr>
            <p:cNvSpPr/>
            <p:nvPr/>
          </p:nvSpPr>
          <p:spPr>
            <a:xfrm>
              <a:off x="9888746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9DC510F-C6CB-0B4A-18D7-DEAA469DB161}"/>
              </a:ext>
            </a:extLst>
          </p:cNvPr>
          <p:cNvCxnSpPr>
            <a:cxnSpLocks/>
            <a:stCxn id="31" idx="6"/>
            <a:endCxn id="36" idx="2"/>
          </p:cNvCxnSpPr>
          <p:nvPr/>
        </p:nvCxnSpPr>
        <p:spPr>
          <a:xfrm>
            <a:off x="5346381" y="3821183"/>
            <a:ext cx="2335154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5462459-FD04-99F0-A3E7-54A9055A9144}"/>
              </a:ext>
            </a:extLst>
          </p:cNvPr>
          <p:cNvGrpSpPr/>
          <p:nvPr/>
        </p:nvGrpSpPr>
        <p:grpSpPr>
          <a:xfrm>
            <a:off x="10865986" y="2798841"/>
            <a:ext cx="1175762" cy="3665107"/>
            <a:chOff x="9806884" y="2798841"/>
            <a:chExt cx="1175762" cy="3665107"/>
          </a:xfrm>
        </p:grpSpPr>
        <p:sp>
          <p:nvSpPr>
            <p:cNvPr id="21" name="Текст 10">
              <a:extLst>
                <a:ext uri="{FF2B5EF4-FFF2-40B4-BE49-F238E27FC236}">
                  <a16:creationId xmlns:a16="http://schemas.microsoft.com/office/drawing/2014/main" id="{EEEE1AE0-0280-D3EF-6233-3F486698254B}"/>
                </a:ext>
              </a:extLst>
            </p:cNvPr>
            <p:cNvSpPr txBox="1">
              <a:spLocks/>
            </p:cNvSpPr>
            <p:nvPr/>
          </p:nvSpPr>
          <p:spPr>
            <a:xfrm>
              <a:off x="9806884" y="4230629"/>
              <a:ext cx="1175761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433 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Qubits</a:t>
              </a:r>
            </a:p>
          </p:txBody>
        </p:sp>
        <p:sp>
          <p:nvSpPr>
            <p:cNvPr id="23" name="Текст 19">
              <a:extLst>
                <a:ext uri="{FF2B5EF4-FFF2-40B4-BE49-F238E27FC236}">
                  <a16:creationId xmlns:a16="http://schemas.microsoft.com/office/drawing/2014/main" id="{52F1CCEB-D21F-D8F4-4525-982EDA124C5F}"/>
                </a:ext>
              </a:extLst>
            </p:cNvPr>
            <p:cNvSpPr txBox="1">
              <a:spLocks/>
            </p:cNvSpPr>
            <p:nvPr/>
          </p:nvSpPr>
          <p:spPr>
            <a:xfrm>
              <a:off x="9806885" y="2798841"/>
              <a:ext cx="1175761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202</a:t>
              </a: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</a:t>
              </a:r>
              <a:endPara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8249BA8C-A7D8-1B09-6F26-B22249743862}"/>
                </a:ext>
              </a:extLst>
            </p:cNvPr>
            <p:cNvSpPr/>
            <p:nvPr/>
          </p:nvSpPr>
          <p:spPr>
            <a:xfrm>
              <a:off x="9888746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B1B0DAB7-8B48-44BE-D62F-BEB38456537C}"/>
              </a:ext>
            </a:extLst>
          </p:cNvPr>
          <p:cNvCxnSpPr>
            <a:cxnSpLocks/>
            <a:stCxn id="36" idx="6"/>
            <a:endCxn id="24" idx="2"/>
          </p:cNvCxnSpPr>
          <p:nvPr/>
        </p:nvCxnSpPr>
        <p:spPr>
          <a:xfrm>
            <a:off x="7983801" y="3821183"/>
            <a:ext cx="2964047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Текст 19">
            <a:extLst>
              <a:ext uri="{FF2B5EF4-FFF2-40B4-BE49-F238E27FC236}">
                <a16:creationId xmlns:a16="http://schemas.microsoft.com/office/drawing/2014/main" id="{20AF6EDD-A637-7B66-63A1-EED3AC4AD629}"/>
              </a:ext>
            </a:extLst>
          </p:cNvPr>
          <p:cNvSpPr txBox="1">
            <a:spLocks/>
          </p:cNvSpPr>
          <p:nvPr/>
        </p:nvSpPr>
        <p:spPr>
          <a:xfrm>
            <a:off x="9257009" y="3404483"/>
            <a:ext cx="566693" cy="722747"/>
          </a:xfrm>
          <a:prstGeom prst="rect">
            <a:avLst/>
          </a:prstGeom>
          <a:solidFill>
            <a:schemeClr val="bg1"/>
          </a:solidFill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b="1" dirty="0">
                <a:solidFill>
                  <a:srgbClr val="2B2D33"/>
                </a:solidFill>
                <a:latin typeface="Arial" panose="020B0604020202020204" pitchFamily="34" charset="0"/>
              </a:rPr>
              <a:t>…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B06183A3-DEA5-C109-8217-9ECA05A6509A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3053965" y="3821183"/>
            <a:ext cx="19901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57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3F9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3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ru-RU" dirty="0">
                <a:solidFill>
                  <a:schemeClr val="lt1"/>
                </a:solidFill>
              </a:rPr>
              <a:t>Мини-теория</a:t>
            </a:r>
            <a:endParaRPr dirty="0"/>
          </a:p>
        </p:txBody>
      </p:sp>
      <p:sp>
        <p:nvSpPr>
          <p:cNvPr id="683" name="Google Shape;683;p63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ru-RU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4"/>
          <p:cNvSpPr/>
          <p:nvPr/>
        </p:nvSpPr>
        <p:spPr>
          <a:xfrm>
            <a:off x="6349284" y="1135380"/>
            <a:ext cx="5480765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89" name="Google Shape;689;p64"/>
          <p:cNvSpPr/>
          <p:nvPr/>
        </p:nvSpPr>
        <p:spPr>
          <a:xfrm>
            <a:off x="381687" y="1135380"/>
            <a:ext cx="5838809" cy="5379719"/>
          </a:xfrm>
          <a:prstGeom prst="roundRect">
            <a:avLst>
              <a:gd name="adj" fmla="val 4794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/>
              <a:t>Классические компьютеры</a:t>
            </a:r>
            <a:endParaRPr/>
          </a:p>
        </p:txBody>
      </p:sp>
      <p:sp>
        <p:nvSpPr>
          <p:cNvPr id="692" name="Google Shape;692;p64"/>
          <p:cNvSpPr txBox="1"/>
          <p:nvPr/>
        </p:nvSpPr>
        <p:spPr>
          <a:xfrm>
            <a:off x="641779" y="1422533"/>
            <a:ext cx="394407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20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Бинарная логика</a:t>
            </a:r>
            <a:endParaRPr sz="2000" dirty="0"/>
          </a:p>
        </p:txBody>
      </p:sp>
      <p:pic>
        <p:nvPicPr>
          <p:cNvPr id="693" name="Google Shape;693;p64" descr="A black switch with a white letter on the sid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9788" y="1411027"/>
            <a:ext cx="4930433" cy="48284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Текст 3">
            <a:extLst>
              <a:ext uri="{FF2B5EF4-FFF2-40B4-BE49-F238E27FC236}">
                <a16:creationId xmlns:a16="http://schemas.microsoft.com/office/drawing/2014/main" id="{E3952B34-E550-2D2C-5A8E-82D0705B5F71}"/>
              </a:ext>
            </a:extLst>
          </p:cNvPr>
          <p:cNvSpPr txBox="1">
            <a:spLocks/>
          </p:cNvSpPr>
          <p:nvPr/>
        </p:nvSpPr>
        <p:spPr>
          <a:xfrm>
            <a:off x="1116270" y="3472858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Классический бит — 0 или 1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5F64BA7B-EB69-CAA6-8D58-CF582EE802AD}"/>
              </a:ext>
            </a:extLst>
          </p:cNvPr>
          <p:cNvSpPr txBox="1">
            <a:spLocks/>
          </p:cNvSpPr>
          <p:nvPr/>
        </p:nvSpPr>
        <p:spPr>
          <a:xfrm>
            <a:off x="1116270" y="4561657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Напряжение — есть или нет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C5A462AF-8A2D-3641-3B90-B9507052509A}"/>
              </a:ext>
            </a:extLst>
          </p:cNvPr>
          <p:cNvSpPr txBox="1">
            <a:spLocks/>
          </p:cNvSpPr>
          <p:nvPr/>
        </p:nvSpPr>
        <p:spPr>
          <a:xfrm>
            <a:off x="1116270" y="5650456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Тумблер — вкл. или выкл.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565BE3C-BD42-F619-6656-44A775E0FFBF}"/>
              </a:ext>
            </a:extLst>
          </p:cNvPr>
          <p:cNvCxnSpPr>
            <a:cxnSpLocks/>
          </p:cNvCxnSpPr>
          <p:nvPr/>
        </p:nvCxnSpPr>
        <p:spPr>
          <a:xfrm>
            <a:off x="672460" y="4291351"/>
            <a:ext cx="4855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0688F87-4F69-C911-0FAA-E4B6163397D3}"/>
              </a:ext>
            </a:extLst>
          </p:cNvPr>
          <p:cNvCxnSpPr>
            <a:cxnSpLocks/>
          </p:cNvCxnSpPr>
          <p:nvPr/>
        </p:nvCxnSpPr>
        <p:spPr>
          <a:xfrm>
            <a:off x="672460" y="5380150"/>
            <a:ext cx="4855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object 51">
            <a:extLst>
              <a:ext uri="{FF2B5EF4-FFF2-40B4-BE49-F238E27FC236}">
                <a16:creationId xmlns:a16="http://schemas.microsoft.com/office/drawing/2014/main" id="{49235646-BEC4-AD62-C936-6B052B256F07}"/>
              </a:ext>
            </a:extLst>
          </p:cNvPr>
          <p:cNvSpPr/>
          <p:nvPr/>
        </p:nvSpPr>
        <p:spPr>
          <a:xfrm>
            <a:off x="672460" y="4655753"/>
            <a:ext cx="359994" cy="3599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3">
            <a:extLst>
              <a:ext uri="{FF2B5EF4-FFF2-40B4-BE49-F238E27FC236}">
                <a16:creationId xmlns:a16="http://schemas.microsoft.com/office/drawing/2014/main" id="{6EE9C787-599B-2132-6464-1D2CEF2494DF}"/>
              </a:ext>
            </a:extLst>
          </p:cNvPr>
          <p:cNvSpPr/>
          <p:nvPr/>
        </p:nvSpPr>
        <p:spPr>
          <a:xfrm>
            <a:off x="647995" y="5741176"/>
            <a:ext cx="359994" cy="360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1">
            <a:extLst>
              <a:ext uri="{FF2B5EF4-FFF2-40B4-BE49-F238E27FC236}">
                <a16:creationId xmlns:a16="http://schemas.microsoft.com/office/drawing/2014/main" id="{A5D9CEE9-74CB-3B5B-C1BC-0D358663D3F0}"/>
              </a:ext>
            </a:extLst>
          </p:cNvPr>
          <p:cNvSpPr/>
          <p:nvPr/>
        </p:nvSpPr>
        <p:spPr>
          <a:xfrm>
            <a:off x="672460" y="3564168"/>
            <a:ext cx="359994" cy="3599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/>
              <a:t>Классические компьютеры</a:t>
            </a:r>
            <a:endParaRPr/>
          </a:p>
        </p:txBody>
      </p:sp>
      <p:pic>
        <p:nvPicPr>
          <p:cNvPr id="700" name="Google Shape;700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4803" y="1358405"/>
            <a:ext cx="7502394" cy="4905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6"/>
          <p:cNvSpPr/>
          <p:nvPr/>
        </p:nvSpPr>
        <p:spPr>
          <a:xfrm>
            <a:off x="412751" y="1125538"/>
            <a:ext cx="5866685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705" name="Google Shape;705;p66"/>
          <p:cNvSpPr/>
          <p:nvPr/>
        </p:nvSpPr>
        <p:spPr>
          <a:xfrm>
            <a:off x="6414126" y="1120144"/>
            <a:ext cx="5365123" cy="5379719"/>
          </a:xfrm>
          <a:prstGeom prst="roundRect">
            <a:avLst>
              <a:gd name="adj" fmla="val 4830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/>
              <a:t>Квантовые компьютеры</a:t>
            </a:r>
            <a:endParaRPr/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49288BBB-70D7-DBEE-AB05-5CC6FBDA28C5}"/>
              </a:ext>
            </a:extLst>
          </p:cNvPr>
          <p:cNvGrpSpPr/>
          <p:nvPr/>
        </p:nvGrpSpPr>
        <p:grpSpPr>
          <a:xfrm>
            <a:off x="1009329" y="1238484"/>
            <a:ext cx="4673529" cy="5125570"/>
            <a:chOff x="2223912" y="1600669"/>
            <a:chExt cx="3932053" cy="4312376"/>
          </a:xfrm>
        </p:grpSpPr>
        <p:sp>
          <p:nvSpPr>
            <p:cNvPr id="2" name="Овал 1">
              <a:extLst>
                <a:ext uri="{FF2B5EF4-FFF2-40B4-BE49-F238E27FC236}">
                  <a16:creationId xmlns:a16="http://schemas.microsoft.com/office/drawing/2014/main" id="{D70A8A7F-9E4A-7FD3-C7C1-A41CF3B2234A}"/>
                </a:ext>
              </a:extLst>
            </p:cNvPr>
            <p:cNvSpPr/>
            <p:nvPr/>
          </p:nvSpPr>
          <p:spPr>
            <a:xfrm>
              <a:off x="2227818" y="3573344"/>
              <a:ext cx="3133818" cy="781235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" name="Прямая со стрелкой 3">
              <a:extLst>
                <a:ext uri="{FF2B5EF4-FFF2-40B4-BE49-F238E27FC236}">
                  <a16:creationId xmlns:a16="http://schemas.microsoft.com/office/drawing/2014/main" id="{AF1DF193-2045-2CE2-3D4F-11B850EEEBAB}"/>
                </a:ext>
              </a:extLst>
            </p:cNvPr>
            <p:cNvCxnSpPr/>
            <p:nvPr/>
          </p:nvCxnSpPr>
          <p:spPr>
            <a:xfrm>
              <a:off x="3790765" y="1824443"/>
              <a:ext cx="0" cy="208173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 стрелкой 4">
              <a:extLst>
                <a:ext uri="{FF2B5EF4-FFF2-40B4-BE49-F238E27FC236}">
                  <a16:creationId xmlns:a16="http://schemas.microsoft.com/office/drawing/2014/main" id="{1B36D808-2673-0E66-EACF-7666DA38ED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0765" y="3906175"/>
              <a:ext cx="205961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1C520123-7026-BB7D-214A-8302B968C3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573" y="3906175"/>
              <a:ext cx="639192" cy="63423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3E9008DF-88F8-8B9A-6CF9-ED800A92E3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0765" y="2725445"/>
              <a:ext cx="541538" cy="118072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oval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1E16B804-9E28-E69D-888D-9AF3AC6CD7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02" y="2725444"/>
              <a:ext cx="1" cy="1424347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9745D050-4F8A-8BA7-4F8B-FEDEE6643AE0}"/>
                </a:ext>
              </a:extLst>
            </p:cNvPr>
            <p:cNvCxnSpPr>
              <a:cxnSpLocks/>
            </p:cNvCxnSpPr>
            <p:nvPr/>
          </p:nvCxnSpPr>
          <p:spPr>
            <a:xfrm>
              <a:off x="3790765" y="3906174"/>
              <a:ext cx="541537" cy="243617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Дуга 19">
              <a:extLst>
                <a:ext uri="{FF2B5EF4-FFF2-40B4-BE49-F238E27FC236}">
                  <a16:creationId xmlns:a16="http://schemas.microsoft.com/office/drawing/2014/main" id="{8313107B-04E1-C257-E1A2-8FB40B69BA52}"/>
                </a:ext>
              </a:extLst>
            </p:cNvPr>
            <p:cNvSpPr/>
            <p:nvPr/>
          </p:nvSpPr>
          <p:spPr>
            <a:xfrm>
              <a:off x="3544187" y="3285257"/>
              <a:ext cx="541538" cy="409251"/>
            </a:xfrm>
            <a:prstGeom prst="arc">
              <a:avLst>
                <a:gd name="adj1" fmla="val 15848335"/>
                <a:gd name="adj2" fmla="val 1976169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Дуга 20">
              <a:extLst>
                <a:ext uri="{FF2B5EF4-FFF2-40B4-BE49-F238E27FC236}">
                  <a16:creationId xmlns:a16="http://schemas.microsoft.com/office/drawing/2014/main" id="{FCF39CC2-6036-533A-E84D-18FDF8C913E8}"/>
                </a:ext>
              </a:extLst>
            </p:cNvPr>
            <p:cNvSpPr/>
            <p:nvPr/>
          </p:nvSpPr>
          <p:spPr>
            <a:xfrm rot="9389100">
              <a:off x="3525499" y="3493579"/>
              <a:ext cx="633794" cy="606279"/>
            </a:xfrm>
            <a:prstGeom prst="arc">
              <a:avLst>
                <a:gd name="adj1" fmla="val 15123678"/>
                <a:gd name="adj2" fmla="val 1984923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C07E87D8-C64A-AB66-0A4E-28F60F753F0D}"/>
                </a:ext>
              </a:extLst>
            </p:cNvPr>
            <p:cNvSpPr/>
            <p:nvPr/>
          </p:nvSpPr>
          <p:spPr>
            <a:xfrm>
              <a:off x="2223912" y="2356851"/>
              <a:ext cx="3137724" cy="3098649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7A60DA-AD90-71FE-F8B3-D8E0322FE7B2}"/>
                </a:ext>
              </a:extLst>
            </p:cNvPr>
            <p:cNvSpPr txBox="1"/>
            <p:nvPr/>
          </p:nvSpPr>
          <p:spPr>
            <a:xfrm>
              <a:off x="3850593" y="1600669"/>
              <a:ext cx="247078" cy="2589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Z</a:t>
              </a:r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CA96C5-E966-61AC-9EB3-7AD9429EC092}"/>
                </a:ext>
              </a:extLst>
            </p:cNvPr>
            <p:cNvSpPr txBox="1"/>
            <p:nvPr/>
          </p:nvSpPr>
          <p:spPr>
            <a:xfrm>
              <a:off x="3004738" y="4568368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endParaRPr lang="ru-RU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DB8B919-F317-1D66-5217-CABBA6108FCE}"/>
                </a:ext>
              </a:extLst>
            </p:cNvPr>
            <p:cNvSpPr txBox="1"/>
            <p:nvPr/>
          </p:nvSpPr>
          <p:spPr>
            <a:xfrm>
              <a:off x="5851073" y="3762019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ru-RU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F99686-AB2A-3794-A312-D9B3A49D5731}"/>
                </a:ext>
              </a:extLst>
            </p:cNvPr>
            <p:cNvSpPr txBox="1"/>
            <p:nvPr/>
          </p:nvSpPr>
          <p:spPr>
            <a:xfrm>
              <a:off x="4319674" y="2658835"/>
              <a:ext cx="5453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|</a:t>
              </a:r>
              <a:r>
                <a:rPr lang="el-GR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Ψ</a:t>
              </a:r>
              <a:r>
                <a:rPr lang="en-US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〉</a:t>
              </a:r>
              <a:endParaRPr lang="ru-RU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2D33B5-7985-68DD-C800-14850F56B343}"/>
                </a:ext>
              </a:extLst>
            </p:cNvPr>
            <p:cNvSpPr txBox="1"/>
            <p:nvPr/>
          </p:nvSpPr>
          <p:spPr>
            <a:xfrm>
              <a:off x="3358523" y="1953465"/>
              <a:ext cx="5293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|</a:t>
              </a:r>
              <a:r>
                <a:rPr lang="en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O</a:t>
              </a:r>
              <a:r>
                <a:rPr lang="en-US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〉</a:t>
              </a:r>
              <a:endParaRPr lang="ru-RU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DF33E6A-666D-389A-43EB-F8BAE7D94753}"/>
                </a:ext>
              </a:extLst>
            </p:cNvPr>
            <p:cNvSpPr txBox="1"/>
            <p:nvPr/>
          </p:nvSpPr>
          <p:spPr>
            <a:xfrm>
              <a:off x="3757583" y="2907166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⍬</a:t>
              </a:r>
              <a:endParaRPr lang="ru-RU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425A27-3A20-A96C-BB6E-9837F59CD5B7}"/>
                </a:ext>
              </a:extLst>
            </p:cNvPr>
            <p:cNvSpPr txBox="1"/>
            <p:nvPr/>
          </p:nvSpPr>
          <p:spPr>
            <a:xfrm>
              <a:off x="3709439" y="4066976"/>
              <a:ext cx="2718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0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Ф</a:t>
              </a:r>
              <a:endParaRPr lang="ru-RU" dirty="0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97F2C639-CA75-FD15-51DA-D5542086F454}"/>
                </a:ext>
              </a:extLst>
            </p:cNvPr>
            <p:cNvSpPr/>
            <p:nvPr/>
          </p:nvSpPr>
          <p:spPr>
            <a:xfrm>
              <a:off x="3695781" y="2254930"/>
              <a:ext cx="189968" cy="18996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3198E3F9-BE8E-EE77-7F83-17A400DB33A7}"/>
                </a:ext>
              </a:extLst>
            </p:cNvPr>
            <p:cNvSpPr/>
            <p:nvPr/>
          </p:nvSpPr>
          <p:spPr>
            <a:xfrm>
              <a:off x="3695781" y="5370603"/>
              <a:ext cx="189968" cy="18996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08A8C8-6261-0CD0-11EB-356C90AA5D78}"/>
                </a:ext>
              </a:extLst>
            </p:cNvPr>
            <p:cNvSpPr txBox="1"/>
            <p:nvPr/>
          </p:nvSpPr>
          <p:spPr>
            <a:xfrm>
              <a:off x="3634719" y="5605268"/>
              <a:ext cx="502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|</a:t>
              </a:r>
              <a:r>
                <a:rPr lang="en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1</a:t>
              </a:r>
              <a:r>
                <a:rPr lang="en-US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〉</a:t>
              </a:r>
              <a:endParaRPr lang="ru-RU" dirty="0"/>
            </a:p>
          </p:txBody>
        </p:sp>
      </p:grpSp>
      <p:sp>
        <p:nvSpPr>
          <p:cNvPr id="39" name="Google Shape;692;p64">
            <a:extLst>
              <a:ext uri="{FF2B5EF4-FFF2-40B4-BE49-F238E27FC236}">
                <a16:creationId xmlns:a16="http://schemas.microsoft.com/office/drawing/2014/main" id="{D1CA112F-DD1C-FF2C-109E-C5B797EE66EE}"/>
              </a:ext>
            </a:extLst>
          </p:cNvPr>
          <p:cNvSpPr txBox="1"/>
          <p:nvPr/>
        </p:nvSpPr>
        <p:spPr>
          <a:xfrm>
            <a:off x="6740219" y="1378679"/>
            <a:ext cx="3129576" cy="64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20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Кубит</a:t>
            </a:r>
            <a:endParaRPr sz="2000" dirty="0"/>
          </a:p>
        </p:txBody>
      </p:sp>
      <p:sp>
        <p:nvSpPr>
          <p:cNvPr id="40" name="Текст 3">
            <a:extLst>
              <a:ext uri="{FF2B5EF4-FFF2-40B4-BE49-F238E27FC236}">
                <a16:creationId xmlns:a16="http://schemas.microsoft.com/office/drawing/2014/main" id="{411ECD05-A27A-2A39-03D7-F0BE63675697}"/>
              </a:ext>
            </a:extLst>
          </p:cNvPr>
          <p:cNvSpPr txBox="1">
            <a:spLocks/>
          </p:cNvSpPr>
          <p:nvPr/>
        </p:nvSpPr>
        <p:spPr>
          <a:xfrm>
            <a:off x="6740219" y="2170422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Квантовый бит — Кубит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DD3C3512-193D-6D7D-5800-71B876BF2767}"/>
              </a:ext>
            </a:extLst>
          </p:cNvPr>
          <p:cNvSpPr txBox="1">
            <a:spLocks/>
          </p:cNvSpPr>
          <p:nvPr/>
        </p:nvSpPr>
        <p:spPr>
          <a:xfrm>
            <a:off x="6740219" y="3259221"/>
            <a:ext cx="4759036" cy="548187"/>
          </a:xfrm>
          <a:prstGeom prst="rect">
            <a:avLst/>
          </a:prstGeom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2D33"/>
              </a:buClr>
              <a:buSzPts val="16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Может находиться в состоянии куда больше</a:t>
            </a:r>
            <a:r>
              <a:rPr lang="ru-RU" sz="2400" dirty="0">
                <a:solidFill>
                  <a:srgbClr val="2B2D33"/>
                </a:solidFill>
              </a:rPr>
              <a:t>й</a:t>
            </a:r>
            <a:r>
              <a:rPr lang="ru-RU" sz="2400" b="0" i="0" u="none" strike="noStrike" cap="none" dirty="0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 емкости (Суперпозиция)</a:t>
            </a:r>
            <a:endParaRPr lang="ru-RU" sz="2400" dirty="0"/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F9C2B6D2-6231-285D-AF65-6B6AB1D40A9F}"/>
              </a:ext>
            </a:extLst>
          </p:cNvPr>
          <p:cNvCxnSpPr>
            <a:cxnSpLocks/>
          </p:cNvCxnSpPr>
          <p:nvPr/>
        </p:nvCxnSpPr>
        <p:spPr>
          <a:xfrm>
            <a:off x="6740219" y="2988915"/>
            <a:ext cx="44119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7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 dirty="0"/>
              <a:t>Квантовые компьютеры</a:t>
            </a:r>
            <a:endParaRPr dirty="0"/>
          </a:p>
        </p:txBody>
      </p:sp>
      <p:sp>
        <p:nvSpPr>
          <p:cNvPr id="716" name="Google Shape;716;p67"/>
          <p:cNvSpPr/>
          <p:nvPr/>
        </p:nvSpPr>
        <p:spPr>
          <a:xfrm>
            <a:off x="412750" y="1125538"/>
            <a:ext cx="11336664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717" name="Google Shape;71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575" y="1991160"/>
            <a:ext cx="10287000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67"/>
          <p:cNvSpPr/>
          <p:nvPr/>
        </p:nvSpPr>
        <p:spPr>
          <a:xfrm>
            <a:off x="937575" y="1968897"/>
            <a:ext cx="10287000" cy="3689400"/>
          </a:xfrm>
          <a:prstGeom prst="rect">
            <a:avLst/>
          </a:prstGeom>
          <a:solidFill>
            <a:srgbClr val="2B2D32">
              <a:alpha val="8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9" name="Google Shape;71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8625" y="2372135"/>
            <a:ext cx="103822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6663" y="2205460"/>
            <a:ext cx="155257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8025" y="2656547"/>
            <a:ext cx="857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4000" y="2134022"/>
            <a:ext cx="186690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3F9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3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Практика</a:t>
            </a:r>
            <a:endParaRPr dirty="0"/>
          </a:p>
        </p:txBody>
      </p:sp>
      <p:sp>
        <p:nvSpPr>
          <p:cNvPr id="683" name="Google Shape;683;p63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ru-RU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40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6"/>
          <p:cNvSpPr/>
          <p:nvPr/>
        </p:nvSpPr>
        <p:spPr>
          <a:xfrm>
            <a:off x="7810500" y="1120140"/>
            <a:ext cx="4022725" cy="5379719"/>
          </a:xfrm>
          <a:prstGeom prst="roundRect">
            <a:avLst>
              <a:gd name="adj" fmla="val 4830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Quantum 50/50</a:t>
            </a:r>
            <a:endParaRPr dirty="0"/>
          </a:p>
        </p:txBody>
      </p:sp>
      <p:sp>
        <p:nvSpPr>
          <p:cNvPr id="709" name="Google Shape;709;p66"/>
          <p:cNvSpPr/>
          <p:nvPr/>
        </p:nvSpPr>
        <p:spPr>
          <a:xfrm>
            <a:off x="412750" y="1125538"/>
            <a:ext cx="7207250" cy="5351462"/>
          </a:xfrm>
          <a:prstGeom prst="roundRect">
            <a:avLst>
              <a:gd name="adj" fmla="val 4055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547FBA-31B1-4449-AF4D-EAC2A092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18" y="2941523"/>
            <a:ext cx="3595087" cy="1736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3FCF26-EF47-57AC-32ED-99C15D993492}"/>
              </a:ext>
            </a:extLst>
          </p:cNvPr>
          <p:cNvSpPr txBox="1"/>
          <p:nvPr/>
        </p:nvSpPr>
        <p:spPr>
          <a:xfrm>
            <a:off x="590129" y="1578619"/>
            <a:ext cx="685249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endParaRPr lang="en-US" sz="24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>
                <a:solidFill>
                  <a:srgbClr val="7CA66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# Circuit</a:t>
            </a:r>
            <a:endParaRPr lang="en-US" sz="24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4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ru-RU" sz="2400" dirty="0">
                <a:solidFill>
                  <a:srgbClr val="FFFFFF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h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cx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measure_all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draw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4926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4"/>
          <p:cNvSpPr/>
          <p:nvPr/>
        </p:nvSpPr>
        <p:spPr>
          <a:xfrm>
            <a:off x="4572000" y="1135380"/>
            <a:ext cx="7258050" cy="5351462"/>
          </a:xfrm>
          <a:prstGeom prst="roundRect">
            <a:avLst>
              <a:gd name="adj" fmla="val 4055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89" name="Google Shape;689;p64"/>
          <p:cNvSpPr/>
          <p:nvPr/>
        </p:nvSpPr>
        <p:spPr>
          <a:xfrm>
            <a:off x="381687" y="1135380"/>
            <a:ext cx="4022725" cy="5379719"/>
          </a:xfrm>
          <a:prstGeom prst="roundRect">
            <a:avLst>
              <a:gd name="adj" fmla="val 5752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Quantum 50/50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C86CB-81B8-72E6-8115-99ABF54CBE1E}"/>
              </a:ext>
            </a:extLst>
          </p:cNvPr>
          <p:cNvSpPr txBox="1"/>
          <p:nvPr/>
        </p:nvSpPr>
        <p:spPr>
          <a:xfrm>
            <a:off x="4572000" y="2024746"/>
            <a:ext cx="72580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19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visualization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1900" dirty="0">
                <a:solidFill>
                  <a:srgbClr val="FFFFFF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plot_histogram</a:t>
            </a:r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qiskit_aer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Aer</a:t>
            </a:r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b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1900" b="0" dirty="0">
                <a:solidFill>
                  <a:srgbClr val="7CA66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# SIMULATOR</a:t>
            </a:r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backend_sim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dirty="0">
                <a:solidFill>
                  <a:srgbClr val="D4D4D4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Aer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19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get_backend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'</a:t>
            </a:r>
            <a:r>
              <a:rPr lang="en-US" sz="1900" b="0" dirty="0" err="1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qasm_simulator</a:t>
            </a:r>
            <a:r>
              <a:rPr lang="en-US" sz="19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'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job_sim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backend_sim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.run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, 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shots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1024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  <a:b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result_sim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job_sim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.result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  <a:p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counts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result_sim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.get_counts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  <a:b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19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plot_histogram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counts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</p:txBody>
      </p:sp>
      <p:pic>
        <p:nvPicPr>
          <p:cNvPr id="6" name="Picture 5" descr="A graph with blue rectangular bars&#10;&#10;Description automatically generated">
            <a:extLst>
              <a:ext uri="{FF2B5EF4-FFF2-40B4-BE49-F238E27FC236}">
                <a16:creationId xmlns:a16="http://schemas.microsoft.com/office/drawing/2014/main" id="{99F5E753-1FA1-1CF3-3CDC-7DA53131D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73" y="2347075"/>
            <a:ext cx="4014432" cy="292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93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88;p64">
            <a:extLst>
              <a:ext uri="{FF2B5EF4-FFF2-40B4-BE49-F238E27FC236}">
                <a16:creationId xmlns:a16="http://schemas.microsoft.com/office/drawing/2014/main" id="{E2963F66-86C7-B184-C0E3-637F534B56B6}"/>
              </a:ext>
            </a:extLst>
          </p:cNvPr>
          <p:cNvSpPr/>
          <p:nvPr/>
        </p:nvSpPr>
        <p:spPr>
          <a:xfrm>
            <a:off x="4572000" y="1135380"/>
            <a:ext cx="7258050" cy="5351462"/>
          </a:xfrm>
          <a:prstGeom prst="roundRect">
            <a:avLst>
              <a:gd name="adj" fmla="val 4055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7" name="Google Shape;689;p64">
            <a:extLst>
              <a:ext uri="{FF2B5EF4-FFF2-40B4-BE49-F238E27FC236}">
                <a16:creationId xmlns:a16="http://schemas.microsoft.com/office/drawing/2014/main" id="{83ED1E6A-E34D-40F5-94C7-871B08AD205C}"/>
              </a:ext>
            </a:extLst>
          </p:cNvPr>
          <p:cNvSpPr/>
          <p:nvPr/>
        </p:nvSpPr>
        <p:spPr>
          <a:xfrm>
            <a:off x="381687" y="1135380"/>
            <a:ext cx="4022725" cy="5379719"/>
          </a:xfrm>
          <a:prstGeom prst="roundRect">
            <a:avLst>
              <a:gd name="adj" fmla="val 5752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FCF26-EF47-57AC-32ED-99C15D993492}"/>
              </a:ext>
            </a:extLst>
          </p:cNvPr>
          <p:cNvSpPr txBox="1"/>
          <p:nvPr/>
        </p:nvSpPr>
        <p:spPr>
          <a:xfrm>
            <a:off x="4700166" y="1351507"/>
            <a:ext cx="70017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search_str</a:t>
            </a:r>
            <a: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: </a:t>
            </a:r>
            <a:r>
              <a:rPr lang="en-US" sz="2800" b="0" dirty="0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str</a:t>
            </a:r>
            <a: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"</a:t>
            </a:r>
            <a:r>
              <a:rPr lang="en-US" sz="2800" b="0" dirty="0" err="1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hello_world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"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...</a:t>
            </a:r>
            <a:b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8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good_state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754FFE-3B50-8F28-9A88-726B94714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1" y="2952629"/>
            <a:ext cx="2757486" cy="3245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B5B3A7-E946-2A52-E39B-1B08FBBA0B63}"/>
              </a:ext>
            </a:extLst>
          </p:cNvPr>
          <p:cNvSpPr txBox="1"/>
          <p:nvPr/>
        </p:nvSpPr>
        <p:spPr>
          <a:xfrm>
            <a:off x="1439460" y="1840080"/>
            <a:ext cx="19071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0000000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0000001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0000011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0000100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0000101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0000110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0000111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...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1111111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</p:txBody>
      </p:sp>
      <p:sp>
        <p:nvSpPr>
          <p:cNvPr id="8" name="Google Shape;692;p64">
            <a:extLst>
              <a:ext uri="{FF2B5EF4-FFF2-40B4-BE49-F238E27FC236}">
                <a16:creationId xmlns:a16="http://schemas.microsoft.com/office/drawing/2014/main" id="{F4067556-4F9A-9D04-0379-5B6F4965DEDB}"/>
              </a:ext>
            </a:extLst>
          </p:cNvPr>
          <p:cNvSpPr txBox="1"/>
          <p:nvPr/>
        </p:nvSpPr>
        <p:spPr>
          <a:xfrm>
            <a:off x="490117" y="1195137"/>
            <a:ext cx="3129576" cy="64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2000"/>
              <a:buFont typeface="Arial"/>
              <a:buNone/>
            </a:pPr>
            <a:r>
              <a:rPr lang="en-US" sz="3200" dirty="0">
                <a:solidFill>
                  <a:srgbClr val="2B2D33"/>
                </a:solidFill>
              </a:rPr>
              <a:t>DB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484889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4"/>
          <p:cNvSpPr/>
          <p:nvPr/>
        </p:nvSpPr>
        <p:spPr>
          <a:xfrm>
            <a:off x="4572000" y="1135380"/>
            <a:ext cx="7258050" cy="5351462"/>
          </a:xfrm>
          <a:prstGeom prst="roundRect">
            <a:avLst>
              <a:gd name="adj" fmla="val 4055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89" name="Google Shape;689;p64"/>
          <p:cNvSpPr/>
          <p:nvPr/>
        </p:nvSpPr>
        <p:spPr>
          <a:xfrm>
            <a:off x="381687" y="1135380"/>
            <a:ext cx="4022725" cy="5379719"/>
          </a:xfrm>
          <a:prstGeom prst="roundRect">
            <a:avLst>
              <a:gd name="adj" fmla="val 5752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C86CB-81B8-72E6-8115-99ABF54CBE1E}"/>
              </a:ext>
            </a:extLst>
          </p:cNvPr>
          <p:cNvSpPr txBox="1"/>
          <p:nvPr/>
        </p:nvSpPr>
        <p:spPr>
          <a:xfrm>
            <a:off x="4739588" y="2855743"/>
            <a:ext cx="7258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endParaRPr lang="en-US" sz="24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init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7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init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h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list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range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7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)))</a:t>
            </a:r>
          </a:p>
          <a:p>
            <a:endParaRPr lang="en-US" sz="2400" b="0" dirty="0">
              <a:solidFill>
                <a:srgbClr val="9CDCFE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init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draw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B69E2-1FB6-1437-129B-F2B6F667D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049" y="2028189"/>
            <a:ext cx="17780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25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GSA. Oracle</a:t>
            </a:r>
            <a:endParaRPr dirty="0"/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F4198172-F241-BB4B-5C2F-61F1BE84D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32" y="1977830"/>
            <a:ext cx="11297535" cy="366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46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pic>
        <p:nvPicPr>
          <p:cNvPr id="6" name="Picture 5" descr="A grid of blue squares and pink lines&#10;&#10;Description automatically generated">
            <a:extLst>
              <a:ext uri="{FF2B5EF4-FFF2-40B4-BE49-F238E27FC236}">
                <a16:creationId xmlns:a16="http://schemas.microsoft.com/office/drawing/2014/main" id="{6F2A2A15-EE66-7A41-B5A6-25D7543F9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492" y="1205840"/>
            <a:ext cx="8991015" cy="521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88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pic>
        <p:nvPicPr>
          <p:cNvPr id="2" name="Picture 1" descr="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B101D4B7-00E4-F342-3646-94DA735F2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150" y="1252152"/>
            <a:ext cx="8381700" cy="511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1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pic>
        <p:nvPicPr>
          <p:cNvPr id="4" name="Picture 3" descr="A graph with blue and white lines&#10;&#10;Description automatically generated">
            <a:extLst>
              <a:ext uri="{FF2B5EF4-FFF2-40B4-BE49-F238E27FC236}">
                <a16:creationId xmlns:a16="http://schemas.microsoft.com/office/drawing/2014/main" id="{ED1DCCC1-2B78-4724-1FAF-89B036101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701844"/>
            <a:ext cx="11525249" cy="3823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EBFAFC-8AA5-A474-0E08-140AAE74B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550" y="2044700"/>
            <a:ext cx="2451100" cy="276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56FDEE-F2C4-6CED-007E-A0F6AA008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5947776"/>
            <a:ext cx="7772400" cy="33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18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8"/>
          <p:cNvSpPr/>
          <p:nvPr/>
        </p:nvSpPr>
        <p:spPr>
          <a:xfrm>
            <a:off x="0" y="-14079"/>
            <a:ext cx="12192000" cy="4205079"/>
          </a:xfrm>
          <a:prstGeom prst="rect">
            <a:avLst/>
          </a:prstGeom>
          <a:solidFill>
            <a:srgbClr val="BE93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68"/>
          <p:cNvSpPr txBox="1">
            <a:spLocks noGrp="1"/>
          </p:cNvSpPr>
          <p:nvPr>
            <p:ph type="title"/>
          </p:nvPr>
        </p:nvSpPr>
        <p:spPr>
          <a:xfrm>
            <a:off x="261291" y="4806858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 dirty="0"/>
              <a:t>Пишем «Hello World»</a:t>
            </a:r>
            <a:endParaRPr dirty="0"/>
          </a:p>
        </p:txBody>
      </p:sp>
      <p:sp>
        <p:nvSpPr>
          <p:cNvPr id="729" name="Google Shape;729;p68"/>
          <p:cNvSpPr txBox="1">
            <a:spLocks noGrp="1"/>
          </p:cNvSpPr>
          <p:nvPr>
            <p:ph type="body" idx="1"/>
          </p:nvPr>
        </p:nvSpPr>
        <p:spPr>
          <a:xfrm>
            <a:off x="273989" y="5771891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ru-RU"/>
              <a:t>на квантовом компьютере</a:t>
            </a:r>
            <a:endParaRPr/>
          </a:p>
        </p:txBody>
      </p:sp>
      <p:pic>
        <p:nvPicPr>
          <p:cNvPr id="730" name="Google Shape;730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68"/>
          <p:cNvPicPr preferRelativeResize="0"/>
          <p:nvPr/>
        </p:nvPicPr>
        <p:blipFill rotWithShape="1">
          <a:blip r:embed="rId4">
            <a:alphaModFix/>
          </a:blip>
          <a:srcRect t="13594" b="15958"/>
          <a:stretch/>
        </p:blipFill>
        <p:spPr>
          <a:xfrm>
            <a:off x="6286500" y="-14080"/>
            <a:ext cx="5969000" cy="4205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29F4D54-7A3A-3BFD-437C-0A7E64213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22" y="380030"/>
            <a:ext cx="1723453" cy="38414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5AEAD7-2FCB-E8AF-A306-144B961A7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1018" y="380030"/>
            <a:ext cx="903256" cy="3841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Контент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Рубрикаторы_Разделител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итульный слайд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Цифры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Команда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Содержание | Списки_текстовыми блокам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Контент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2FB2D886B1C740AF8F8A5C6D80A5EF" ma:contentTypeVersion="15" ma:contentTypeDescription="Create a new document." ma:contentTypeScope="" ma:versionID="e8761ed2403a84b40ae6320cb56ec93d">
  <xsd:schema xmlns:xsd="http://www.w3.org/2001/XMLSchema" xmlns:xs="http://www.w3.org/2001/XMLSchema" xmlns:p="http://schemas.microsoft.com/office/2006/metadata/properties" xmlns:ns2="ccdca5b4-9a6a-4318-adde-bc6f513d02b1" xmlns:ns3="fb946ef8-6a5d-4b95-9f84-c5130f6ff150" targetNamespace="http://schemas.microsoft.com/office/2006/metadata/properties" ma:root="true" ma:fieldsID="4ae7ad08fa445f542abda5a8537fa3d5" ns2:_="" ns3:_="">
    <xsd:import namespace="ccdca5b4-9a6a-4318-adde-bc6f513d02b1"/>
    <xsd:import namespace="fb946ef8-6a5d-4b95-9f84-c5130f6ff15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dca5b4-9a6a-4318-adde-bc6f513d02b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31e83790-07c2-42ec-aa59-92854f02c9fb}" ma:internalName="TaxCatchAll" ma:showField="CatchAllData" ma:web="ccdca5b4-9a6a-4318-adde-bc6f513d02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946ef8-6a5d-4b95-9f84-c5130f6ff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1dc99a-ff8b-4869-b663-847bfe0518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dca5b4-9a6a-4318-adde-bc6f513d02b1" xsi:nil="true"/>
    <lcf76f155ced4ddcb4097134ff3c332f xmlns="fb946ef8-6a5d-4b95-9f84-c5130f6ff1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7A9FDE9-0BDD-4EEB-B5A3-99A7B8F408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5772D1-573C-47C0-BE33-563CEF86BD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dca5b4-9a6a-4318-adde-bc6f513d02b1"/>
    <ds:schemaRef ds:uri="fb946ef8-6a5d-4b95-9f84-c5130f6ff1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DAC830-2411-4DE8-B3C5-00CDE6576004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fb946ef8-6a5d-4b95-9f84-c5130f6ff150"/>
    <ds:schemaRef ds:uri="http://schemas.openxmlformats.org/package/2006/metadata/core-properties"/>
    <ds:schemaRef ds:uri="http://purl.org/dc/terms/"/>
    <ds:schemaRef ds:uri="ccdca5b4-9a6a-4318-adde-bc6f513d02b1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331</Words>
  <Application>Microsoft Macintosh PowerPoint</Application>
  <PresentationFormat>Widescreen</PresentationFormat>
  <Paragraphs>98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-webkit-standard</vt:lpstr>
      <vt:lpstr>Arial</vt:lpstr>
      <vt:lpstr>Google Sans</vt:lpstr>
      <vt:lpstr>Menlo</vt:lpstr>
      <vt:lpstr>Noto Sans Symbols</vt:lpstr>
      <vt:lpstr>Wingdings</vt:lpstr>
      <vt:lpstr>Контент</vt:lpstr>
      <vt:lpstr>Рубрикаторы_Разделители</vt:lpstr>
      <vt:lpstr>Титульный слайд</vt:lpstr>
      <vt:lpstr>Цифры</vt:lpstr>
      <vt:lpstr>Команда</vt:lpstr>
      <vt:lpstr>Содержание | Списки_текстовыми блоками</vt:lpstr>
      <vt:lpstr>1_Контент</vt:lpstr>
      <vt:lpstr>Пишем  «Hello World»</vt:lpstr>
      <vt:lpstr>История квантовых вычислений</vt:lpstr>
      <vt:lpstr>История квантовых вычислений</vt:lpstr>
      <vt:lpstr>Мини-теория</vt:lpstr>
      <vt:lpstr>Классические компьютеры</vt:lpstr>
      <vt:lpstr>Классические компьютеры</vt:lpstr>
      <vt:lpstr>Квантовые компьютеры</vt:lpstr>
      <vt:lpstr>Квантовые компьютеры</vt:lpstr>
      <vt:lpstr>Практика</vt:lpstr>
      <vt:lpstr>Quantum 50/50</vt:lpstr>
      <vt:lpstr>Quantum 50/50</vt:lpstr>
      <vt:lpstr>GSA</vt:lpstr>
      <vt:lpstr>GSA</vt:lpstr>
      <vt:lpstr>GSA. Oracle</vt:lpstr>
      <vt:lpstr>GSA</vt:lpstr>
      <vt:lpstr>GSA</vt:lpstr>
      <vt:lpstr>GSA</vt:lpstr>
      <vt:lpstr>Пишем «Hello World»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Пишем  «Hello World»</dc:title>
  <cp:lastModifiedBy>ALIEV Beylak</cp:lastModifiedBy>
  <cp:revision>11</cp:revision>
  <dcterms:modified xsi:type="dcterms:W3CDTF">2024-11-17T10:55:05Z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0x0101001D2FB2D886B1C740AF8F8A5C6D80A5EF</vt:lpwstr>
  </property>
  <property fmtid="{D5CDD505-2E9C-101B-9397-08002B2CF9AE}" pid="3" name="MediaServiceImageTags">
    <vt:lpwstr/>
  </property>
</Properties>
</file>