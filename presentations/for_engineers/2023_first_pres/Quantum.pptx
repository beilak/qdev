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18"/>
  </p:notesMasterIdLst>
  <p:handoutMasterIdLst>
    <p:handoutMasterId r:id="rId19"/>
  </p:handoutMasterIdLst>
  <p:sldIdLst>
    <p:sldId id="594" r:id="rId2"/>
    <p:sldId id="623" r:id="rId3"/>
    <p:sldId id="620" r:id="rId4"/>
    <p:sldId id="621" r:id="rId5"/>
    <p:sldId id="622" r:id="rId6"/>
    <p:sldId id="624" r:id="rId7"/>
    <p:sldId id="625" r:id="rId8"/>
    <p:sldId id="626" r:id="rId9"/>
    <p:sldId id="627" r:id="rId10"/>
    <p:sldId id="628" r:id="rId11"/>
    <p:sldId id="636" r:id="rId12"/>
    <p:sldId id="629" r:id="rId13"/>
    <p:sldId id="630" r:id="rId14"/>
    <p:sldId id="634" r:id="rId15"/>
    <p:sldId id="632" r:id="rId16"/>
    <p:sldId id="533" r:id="rId17"/>
  </p:sldIdLst>
  <p:sldSz cx="12192000" cy="6858000"/>
  <p:notesSz cx="6858000" cy="9144000"/>
  <p:defaultTextStyle>
    <a:defPPr>
      <a:defRPr lang="ru-RU"/>
    </a:defPPr>
    <a:lvl1pPr marL="0" indent="0" algn="l" defTabSz="914400" rtl="0" eaLnBrk="1" latinLnBrk="0" hangingPunct="1">
      <a:lnSpc>
        <a:spcPct val="100000"/>
      </a:lnSpc>
      <a:spcBef>
        <a:spcPts val="600"/>
      </a:spcBef>
      <a:buFont typeface="Arial" panose="020B0604020202020204" pitchFamily="34" charset="0"/>
      <a:buNone/>
      <a:defRPr lang="x-none" sz="1200" b="0" kern="1200" dirty="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lnSpc>
        <a:spcPct val="90000"/>
      </a:lnSpc>
      <a:spcBef>
        <a:spcPts val="600"/>
      </a:spcBef>
      <a:buFont typeface="Arial" panose="020B0604020202020204" pitchFamily="34" charset="0"/>
      <a:buNone/>
      <a:defRPr lang="x-none" sz="1200" b="1" kern="1200" dirty="0">
        <a:solidFill>
          <a:schemeClr val="tx1"/>
        </a:solidFill>
        <a:latin typeface="+mn-lt"/>
        <a:ea typeface="+mn-ea"/>
        <a:cs typeface="+mn-cs"/>
      </a:defRPr>
    </a:lvl2pPr>
    <a:lvl3pPr marL="171450" indent="-171450" algn="l" defTabSz="914400" rtl="0" eaLnBrk="1" latinLnBrk="0" hangingPunct="1">
      <a:lnSpc>
        <a:spcPct val="90000"/>
      </a:lnSpc>
      <a:spcBef>
        <a:spcPts val="600"/>
      </a:spcBef>
      <a:buFont typeface="Wingdings" panose="05000000000000000000" pitchFamily="2" charset="2"/>
      <a:buChar char="§"/>
      <a:defRPr sz="1200" b="0" kern="1200">
        <a:solidFill>
          <a:schemeClr val="tx1"/>
        </a:solidFill>
        <a:latin typeface="+mn-lt"/>
        <a:ea typeface="+mn-ea"/>
        <a:cs typeface="+mn-cs"/>
      </a:defRPr>
    </a:lvl3pPr>
    <a:lvl4pPr marL="0" indent="0" algn="l" defTabSz="176400" rtl="0" eaLnBrk="1" latinLnBrk="0" hangingPunct="1">
      <a:lnSpc>
        <a:spcPct val="90000"/>
      </a:lnSpc>
      <a:spcBef>
        <a:spcPts val="600"/>
      </a:spcBef>
      <a:buFont typeface="Wingdings" pitchFamily="2" charset="2"/>
      <a:buNone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0" indent="0" algn="l" defTabSz="914400" rtl="0" eaLnBrk="1" latinLnBrk="0" hangingPunct="1">
      <a:lnSpc>
        <a:spcPct val="90000"/>
      </a:lnSpc>
      <a:spcBef>
        <a:spcPts val="600"/>
      </a:spcBef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3760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9718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4290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8862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ladimir B." initials="VB" lastIdx="5" clrIdx="0">
    <p:extLst>
      <p:ext uri="{19B8F6BF-5375-455C-9EA6-DF929625EA0E}">
        <p15:presenceInfo xmlns:p15="http://schemas.microsoft.com/office/powerpoint/2012/main" userId="Vladimir B." providerId="None"/>
      </p:ext>
    </p:extLst>
  </p:cmAuthor>
  <p:cmAuthor id="2" name="Microsoft Office User" initials="MOU" lastIdx="1" clrIdx="1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2D33"/>
    <a:srgbClr val="29476B"/>
    <a:srgbClr val="1C1C1C"/>
    <a:srgbClr val="4A4E58"/>
    <a:srgbClr val="283A3D"/>
    <a:srgbClr val="BFBFBF"/>
    <a:srgbClr val="5E6DB8"/>
    <a:srgbClr val="F2F2F2"/>
    <a:srgbClr val="FEE600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817EA92-75D0-4044-A80A-286907CE0DDB}">
  <a:tblStyle styleId="{0817EA92-75D0-4044-A80A-286907CE0DDB}" styleName="Чередующиеся ячейки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D9D9D9"/>
              </a:solidFill>
            </a:ln>
          </a:left>
          <a:right>
            <a:ln w="0" cmpd="sng">
              <a:solidFill>
                <a:srgbClr val="D9D9D9"/>
              </a:solidFill>
            </a:ln>
          </a:right>
          <a:top>
            <a:ln w="14286" cmpd="sng">
              <a:solidFill>
                <a:srgbClr val="D9D9D9"/>
              </a:solidFill>
            </a:ln>
          </a:top>
          <a:bottom>
            <a:ln w="14286" cmpd="sng">
              <a:solidFill>
                <a:srgbClr val="D9D9D9"/>
              </a:solidFill>
            </a:ln>
          </a:bottom>
          <a:insideH>
            <a:ln w="7143" cmpd="sng">
              <a:solidFill>
                <a:srgbClr val="D9D9D9"/>
              </a:solidFill>
            </a:ln>
          </a:insideH>
          <a:insideV>
            <a:ln w="0" cmpd="sng">
              <a:solidFill>
                <a:srgbClr val="D9D9D9"/>
              </a:solidFill>
            </a:ln>
          </a:insideV>
        </a:tcBdr>
      </a:tcStyle>
    </a:wholeTbl>
    <a:band1H>
      <a:tcStyle>
        <a:tcBdr/>
        <a:fill>
          <a:solidFill>
            <a:srgbClr val="F2F2F2"/>
          </a:solidFill>
        </a:fill>
      </a:tcStyle>
    </a:band1H>
    <a:band2H>
      <a:tcStyle>
        <a:tcBdr/>
        <a:fill>
          <a:solidFill>
            <a:srgbClr val="FFFFFF"/>
          </a:solidFill>
        </a:fill>
      </a:tcStyle>
    </a:band2H>
    <a:band1V>
      <a:tcStyle>
        <a:tcBdr/>
        <a:fill>
          <a:solidFill>
            <a:srgbClr val="FFFFFF"/>
          </a:solidFill>
        </a:fill>
      </a:tcStyle>
    </a:band1V>
    <a:band2V>
      <a:tcStyle>
        <a:tcBdr/>
        <a:fill>
          <a:solidFill>
            <a:srgbClr val="F2F2F2"/>
          </a:solidFill>
        </a:fill>
      </a:tcStyle>
    </a:band2V>
    <a:lastCol>
      <a:tcTxStyle b="on">
        <a:fontRef idx="minor">
          <a:prstClr val="black"/>
        </a:fontRef>
        <a:srgbClr val="000000"/>
      </a:tcTxStyle>
      <a:tcStyle>
        <a:tcBdr>
          <a:left>
            <a:ln w="21429" cmpd="sng">
              <a:solidFill>
                <a:srgbClr val="FEE600"/>
              </a:solidFill>
            </a:ln>
          </a:left>
        </a:tcBdr>
      </a:tcStyle>
    </a:lastCol>
    <a:firstCol>
      <a:tcStyle>
        <a:tcBdr/>
        <a:fill>
          <a:solidFill>
            <a:srgbClr val="FFFFFF"/>
          </a:solidFill>
        </a:fill>
      </a:tcStyle>
    </a:firstCol>
    <a:lastRow>
      <a:tcTxStyle b="on">
        <a:fontRef idx="minor">
          <a:prstClr val="black"/>
        </a:fontRef>
        <a:srgbClr val="000000"/>
      </a:tcTxStyle>
      <a:tcStyle>
        <a:tcBdr>
          <a:top>
            <a:ln w="21429" cmpd="sng">
              <a:solidFill>
                <a:srgbClr val="FEE600"/>
              </a:solidFill>
            </a:ln>
          </a:top>
        </a:tcBdr>
      </a:tcStyle>
    </a:lastRow>
    <a:firstRow>
      <a:tcTxStyle b="on">
        <a:fontRef idx="minor">
          <a:prstClr val="black"/>
        </a:fontRef>
      </a:tcTxStyle>
      <a:tcStyle>
        <a:tcBdr>
          <a:top>
            <a:ln w="14286" cmpd="sng">
              <a:solidFill>
                <a:srgbClr val="D9D9D9"/>
              </a:solidFill>
            </a:ln>
          </a:top>
        </a:tcBdr>
        <a:fill>
          <a:solidFill>
            <a:srgbClr val="FFFFFF"/>
          </a:solidFill>
        </a:fill>
      </a:tcStyle>
    </a:firstRow>
  </a:tblStyle>
  <a:tblStyle styleId="{0817EA92-75D0-4044-A80A-286907CE0DDD}" styleName="Полная заливка">
    <a:wholeTbl>
      <a:tcStyle>
        <a:tcBdr>
          <a:left>
            <a:ln w="0" cmpd="sng">
              <a:solidFill>
                <a:schemeClr val="bg1"/>
              </a:solidFill>
            </a:ln>
          </a:left>
          <a:right>
            <a:ln w="0" cmpd="sng">
              <a:solidFill>
                <a:srgbClr val="D9D9D9"/>
              </a:solidFill>
            </a:ln>
          </a:right>
          <a:top>
            <a:ln w="14286" cmpd="sng">
              <a:solidFill>
                <a:srgbClr val="D9D9D9"/>
              </a:solidFill>
            </a:ln>
          </a:top>
          <a:bottom>
            <a:ln w="14286" cmpd="sng">
              <a:solidFill>
                <a:srgbClr val="D9D9D9"/>
              </a:solidFill>
            </a:ln>
          </a:bottom>
          <a:insideH>
            <a:ln w="7143" cmpd="sng">
              <a:solidFill>
                <a:srgbClr val="D9D9D9"/>
              </a:solidFill>
            </a:ln>
          </a:insideH>
          <a:insideV>
            <a:ln w="114288" cmpd="sng">
              <a:solidFill>
                <a:srgbClr val="FFFFFF"/>
              </a:solidFill>
            </a:ln>
          </a:insideV>
        </a:tcBdr>
        <a:fill>
          <a:solidFill>
            <a:srgbClr val="F2F2F2"/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firstCol>
      <a:tcStyle>
        <a:tcBdr/>
        <a:fill>
          <a:solidFill>
            <a:srgbClr val="FFFFFF"/>
          </a:solidFill>
        </a:fill>
      </a:tcStyle>
    </a:firstCol>
    <a:lastRow>
      <a:tcStyle>
        <a:tcBdr>
          <a:top>
            <a:ln w="7143" cmpd="sng">
              <a:solidFill>
                <a:srgbClr val="D9D9D9"/>
              </a:solidFill>
            </a:ln>
          </a:top>
        </a:tcBdr>
      </a:tcStyle>
    </a:lastRow>
    <a:firstRow>
      <a:tcTxStyle b="on">
        <a:fontRef idx="minor">
          <a:prstClr val="black"/>
        </a:fontRef>
        <a:srgbClr val="000000"/>
      </a:tcTxStyle>
      <a:tcStyle>
        <a:tcBdr>
          <a:top>
            <a:ln w="14286" cmpd="sng">
              <a:solidFill>
                <a:srgbClr val="D9D9D9"/>
              </a:solidFill>
            </a:ln>
          </a:top>
          <a:bottom>
            <a:ln w="21429" cmpd="sng">
              <a:solidFill>
                <a:srgbClr val="FEE600"/>
              </a:solidFill>
            </a:ln>
          </a:bottom>
        </a:tcBdr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4" autoAdjust="0"/>
    <p:restoredTop sz="95932" autoAdjust="0"/>
  </p:normalViewPr>
  <p:slideViewPr>
    <p:cSldViewPr snapToGrid="0" snapToObjects="1">
      <p:cViewPr>
        <p:scale>
          <a:sx n="101" d="100"/>
          <a:sy n="101" d="100"/>
        </p:scale>
        <p:origin x="144" y="232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57" d="100"/>
          <a:sy n="157" d="100"/>
        </p:scale>
        <p:origin x="564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D75A828-3C73-6844-8200-209B014DDB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9D3305-F6E1-864B-B84C-A1773D1BB2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EB9CBF-9C5A-AB4D-B058-11B5BAD0EB61}" type="datetimeFigureOut">
              <a:rPr lang="x-none" smtClean="0">
                <a:latin typeface="Arial" panose="020B0604020202020204" pitchFamily="34" charset="0"/>
              </a:rPr>
              <a:pPr/>
              <a:t>30.05.2023</a:t>
            </a:fld>
            <a:endParaRPr lang="x-none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FA44F-514B-B944-A0C1-41B5AA7A76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37502-2519-4843-BB1D-05B44C9586D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1B39D-D367-0E40-8C8D-22C7F31BC1A4}" type="slidenum">
              <a:rPr lang="x-none" smtClean="0">
                <a:latin typeface="Arial" panose="020B0604020202020204" pitchFamily="34" charset="0"/>
              </a:rPr>
              <a:pPr/>
              <a:t>‹#›</a:t>
            </a:fld>
            <a:endParaRPr lang="x-non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6379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DCBCD716-AA38-E247-8EA3-34FD4386C93F}" type="datetimeFigureOut">
              <a:rPr lang="en-US" smtClean="0"/>
              <a:pPr/>
              <a:t>5/30/23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B38DF5A-DAD2-4144-A941-776C7658F38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731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8DF5A-DAD2-4144-A941-776C7658F38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630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8DF5A-DAD2-4144-A941-776C7658F38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094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8DF5A-DAD2-4144-A941-776C7658F38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717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8DF5A-DAD2-4144-A941-776C7658F38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183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8DF5A-DAD2-4144-A941-776C7658F38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49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8DF5A-DAD2-4144-A941-776C7658F38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3624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8DF5A-DAD2-4144-A941-776C7658F38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3337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8DF5A-DAD2-4144-A941-776C7658F38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1764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8DF5A-DAD2-4144-A941-776C7658F38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751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8DF5A-DAD2-4144-A941-776C7658F38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3853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8DF5A-DAD2-4144-A941-776C7658F38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166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ложка с цветным фоном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C5DF0713-BD26-F547-A7A1-20E93211AA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8750" y="5613926"/>
            <a:ext cx="3615266" cy="57150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Font typeface="+mj-lt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600" indent="-129600">
              <a:defRPr/>
            </a:lvl2pPr>
            <a:lvl3pPr marL="129600" indent="-129600">
              <a:defRPr/>
            </a:lvl3pPr>
            <a:lvl4pPr marL="129600" indent="-129600">
              <a:defRPr/>
            </a:lvl4pPr>
            <a:lvl5pPr marL="129600" indent="-129600">
              <a:defRPr/>
            </a:lvl5pPr>
          </a:lstStyle>
          <a:p>
            <a:pPr lvl="0"/>
            <a:endParaRPr lang="ru-RU" dirty="0"/>
          </a:p>
        </p:txBody>
      </p:sp>
      <p:sp>
        <p:nvSpPr>
          <p:cNvPr id="13" name="Title 9">
            <a:extLst>
              <a:ext uri="{FF2B5EF4-FFF2-40B4-BE49-F238E27FC236}">
                <a16:creationId xmlns:a16="http://schemas.microsoft.com/office/drawing/2014/main" id="{DB35E3EE-D93A-9B46-B9A6-4D0F1944F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778" y="2491171"/>
            <a:ext cx="5710238" cy="952500"/>
          </a:xfrm>
        </p:spPr>
        <p:txBody>
          <a:bodyPr lIns="0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35004" y="5707063"/>
            <a:ext cx="18000" cy="5299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9346927" y="-1111170"/>
            <a:ext cx="2567369" cy="7725192"/>
          </a:xfrm>
          <a:prstGeom prst="rect">
            <a:avLst/>
          </a:prstGeom>
        </p:spPr>
        <p:txBody>
          <a:bodyPr vert="horz" wrap="none" lIns="0" tIns="45720" rIns="91440" bIns="45720" rtlCol="0">
            <a:spAutoFit/>
          </a:bodyPr>
          <a:lstStyle/>
          <a:p>
            <a:pPr algn="l"/>
            <a:r>
              <a:rPr lang="en-US" sz="49600" b="1" dirty="0">
                <a:solidFill>
                  <a:srgbClr val="FEE600"/>
                </a:solidFill>
              </a:rPr>
              <a:t>{</a:t>
            </a:r>
          </a:p>
        </p:txBody>
      </p:sp>
      <p:pic>
        <p:nvPicPr>
          <p:cNvPr id="16" name="Picture 3" descr="D:\works\GP\2021-07\RB-DGTL-TEAM\logo1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5407" y="576606"/>
            <a:ext cx="1422991" cy="5697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817928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ложка с цветным фоном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C5DF0713-BD26-F547-A7A1-20E93211AA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8750" y="5613926"/>
            <a:ext cx="3615266" cy="57150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Font typeface="+mj-lt"/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29600" indent="-129600">
              <a:defRPr/>
            </a:lvl2pPr>
            <a:lvl3pPr marL="129600" indent="-129600">
              <a:defRPr/>
            </a:lvl3pPr>
            <a:lvl4pPr marL="129600" indent="-129600">
              <a:defRPr/>
            </a:lvl4pPr>
            <a:lvl5pPr marL="129600" indent="-129600">
              <a:defRPr/>
            </a:lvl5pPr>
          </a:lstStyle>
          <a:p>
            <a:pPr lvl="0"/>
            <a:endParaRPr lang="ru-RU" dirty="0"/>
          </a:p>
        </p:txBody>
      </p:sp>
      <p:sp>
        <p:nvSpPr>
          <p:cNvPr id="13" name="Title 9">
            <a:extLst>
              <a:ext uri="{FF2B5EF4-FFF2-40B4-BE49-F238E27FC236}">
                <a16:creationId xmlns:a16="http://schemas.microsoft.com/office/drawing/2014/main" id="{DB35E3EE-D93A-9B46-B9A6-4D0F1944F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36" y="2496070"/>
            <a:ext cx="5710238" cy="952500"/>
          </a:xfrm>
        </p:spPr>
        <p:txBody>
          <a:bodyPr lIns="0">
            <a:no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9608230" y="-1261641"/>
            <a:ext cx="2211503" cy="9248686"/>
          </a:xfrm>
          <a:prstGeom prst="rect">
            <a:avLst/>
          </a:prstGeom>
        </p:spPr>
        <p:txBody>
          <a:bodyPr vert="horz" wrap="none" lIns="0" tIns="45720" rIns="91440" bIns="45720" rtlCol="0">
            <a:spAutoFit/>
          </a:bodyPr>
          <a:lstStyle/>
          <a:p>
            <a:pPr algn="l"/>
            <a:r>
              <a:rPr lang="en-US" sz="59500" b="1" dirty="0">
                <a:solidFill>
                  <a:srgbClr val="FEE600"/>
                </a:solidFill>
              </a:rPr>
              <a:t>/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535004" y="5707063"/>
            <a:ext cx="18000" cy="5299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12" name="Picture 2" descr="D:\works\GP\2021-07\RB-DGTL-TEAM\logo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3004" y="576606"/>
            <a:ext cx="1437088" cy="5697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529452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Обложка с цветным фоном">
    <p:bg>
      <p:bgPr>
        <a:solidFill>
          <a:srgbClr val="2B2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C5DF0713-BD26-F547-A7A1-20E93211AA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8750" y="5613926"/>
            <a:ext cx="3615266" cy="57150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Font typeface="+mj-lt"/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29600" indent="-129600">
              <a:defRPr/>
            </a:lvl2pPr>
            <a:lvl3pPr marL="129600" indent="-129600">
              <a:defRPr/>
            </a:lvl3pPr>
            <a:lvl4pPr marL="129600" indent="-129600">
              <a:defRPr/>
            </a:lvl4pPr>
            <a:lvl5pPr marL="129600" indent="-129600">
              <a:defRPr/>
            </a:lvl5pPr>
          </a:lstStyle>
          <a:p>
            <a:pPr lvl="0"/>
            <a:endParaRPr lang="ru-RU" dirty="0"/>
          </a:p>
        </p:txBody>
      </p:sp>
      <p:sp>
        <p:nvSpPr>
          <p:cNvPr id="13" name="Title 9">
            <a:extLst>
              <a:ext uri="{FF2B5EF4-FFF2-40B4-BE49-F238E27FC236}">
                <a16:creationId xmlns:a16="http://schemas.microsoft.com/office/drawing/2014/main" id="{DB35E3EE-D93A-9B46-B9A6-4D0F1944F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36" y="2496070"/>
            <a:ext cx="5710238" cy="952500"/>
          </a:xfrm>
        </p:spPr>
        <p:txBody>
          <a:bodyPr lIns="0">
            <a:no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9608230" y="-1261641"/>
            <a:ext cx="2211503" cy="9248686"/>
          </a:xfrm>
          <a:prstGeom prst="rect">
            <a:avLst/>
          </a:prstGeom>
        </p:spPr>
        <p:txBody>
          <a:bodyPr vert="horz" wrap="none" lIns="0" tIns="45720" rIns="91440" bIns="45720" rtlCol="0">
            <a:spAutoFit/>
          </a:bodyPr>
          <a:lstStyle/>
          <a:p>
            <a:pPr algn="l"/>
            <a:r>
              <a:rPr lang="en-US" sz="59500" b="1" dirty="0">
                <a:solidFill>
                  <a:srgbClr val="FEE600"/>
                </a:solidFill>
              </a:rPr>
              <a:t>/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535004" y="5707063"/>
            <a:ext cx="18000" cy="5299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12" name="Picture 2" descr="D:\works\GP\2021-07\RB-DGTL-TEAM\logo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3004" y="576606"/>
            <a:ext cx="1437088" cy="5697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321317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Обложка с цветным фоном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114" y="0"/>
            <a:ext cx="12164885" cy="6853639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C5DF0713-BD26-F547-A7A1-20E93211AA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8750" y="5613926"/>
            <a:ext cx="3615266" cy="57150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Font typeface="+mj-lt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600" indent="-129600">
              <a:defRPr/>
            </a:lvl2pPr>
            <a:lvl3pPr marL="129600" indent="-129600">
              <a:defRPr/>
            </a:lvl3pPr>
            <a:lvl4pPr marL="129600" indent="-129600">
              <a:defRPr/>
            </a:lvl4pPr>
            <a:lvl5pPr marL="129600" indent="-129600">
              <a:defRPr/>
            </a:lvl5pPr>
          </a:lstStyle>
          <a:p>
            <a:pPr lvl="0"/>
            <a:endParaRPr lang="ru-RU" dirty="0"/>
          </a:p>
        </p:txBody>
      </p:sp>
      <p:sp>
        <p:nvSpPr>
          <p:cNvPr id="13" name="Title 9">
            <a:extLst>
              <a:ext uri="{FF2B5EF4-FFF2-40B4-BE49-F238E27FC236}">
                <a16:creationId xmlns:a16="http://schemas.microsoft.com/office/drawing/2014/main" id="{DB35E3EE-D93A-9B46-B9A6-4D0F1944F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778" y="2491171"/>
            <a:ext cx="5710238" cy="952500"/>
          </a:xfrm>
        </p:spPr>
        <p:txBody>
          <a:bodyPr lIns="0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35004" y="5707063"/>
            <a:ext cx="18000" cy="5299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14" name="Picture 3" descr="D:\works\GP\2021-07\RB-DGTL-TEAM\logo1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5407" y="576606"/>
            <a:ext cx="1422991" cy="5697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508370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 лист, светлый фо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/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9906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DDFD07-BE17-4840-AB75-07225BA8514C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762000" y="1700213"/>
            <a:ext cx="5334000" cy="2681287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>
              <a:defRPr lang="ru-RU" dirty="0"/>
            </a:lvl1pPr>
            <a:lvl2pPr>
              <a:defRPr b="1"/>
            </a:lvl2pPr>
            <a:lvl3pPr marL="171450" indent="-171450">
              <a:buFont typeface="Wingdings" panose="05000000000000000000" pitchFamily="2" charset="2"/>
              <a:buChar char="§"/>
              <a:defRPr b="0"/>
            </a:lvl3pPr>
            <a:lvl4pPr marL="0" indent="0">
              <a:buNone/>
              <a:defRPr/>
            </a:lvl4pPr>
            <a:lvl5pPr>
              <a:buNone/>
              <a:defRPr/>
            </a:lvl5pPr>
            <a:lvl6pPr marL="0" indent="0">
              <a:buNone/>
              <a:defRPr/>
            </a:lvl6pPr>
            <a:lvl7pPr marL="0" indent="0">
              <a:buNone/>
              <a:defRPr/>
            </a:lvl7pPr>
            <a:lvl9pPr marL="0" indent="0">
              <a:buNone/>
              <a:defRPr/>
            </a:lvl9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  <a:endParaRPr lang="en-US" dirty="0"/>
          </a:p>
          <a:p>
            <a:pPr lvl="5"/>
            <a:r>
              <a:rPr lang="ru-RU" dirty="0"/>
              <a:t>Шестой уровень</a:t>
            </a:r>
            <a:endParaRPr lang="en-US" dirty="0"/>
          </a:p>
          <a:p>
            <a:pPr lvl="6"/>
            <a:r>
              <a:rPr lang="ru-RU" dirty="0"/>
              <a:t>Седьмой уровень</a:t>
            </a:r>
            <a:endParaRPr lang="en-US" dirty="0"/>
          </a:p>
          <a:p>
            <a:pPr lvl="8"/>
            <a:r>
              <a:rPr lang="ru-RU" dirty="0"/>
              <a:t>Восьмой уровень</a:t>
            </a:r>
            <a:endParaRPr lang="en-US" dirty="0"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490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Чистый лист, светлый фо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/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11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8081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зделитель первого уровня, цветной фон">
    <p:bg>
      <p:bgPr>
        <a:solidFill>
          <a:srgbClr val="181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763" y="771441"/>
            <a:ext cx="5710237" cy="952500"/>
          </a:xfrm>
        </p:spPr>
        <p:txBody>
          <a:bodyPr lIns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0FB63C5-F963-F547-9B4D-ED6171A345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68000" y="6101543"/>
            <a:ext cx="762000" cy="381000"/>
          </a:xfrm>
          <a:prstGeom prst="rect">
            <a:avLst/>
          </a:prstGeom>
        </p:spPr>
        <p:txBody>
          <a:bodyPr vert="horz" lIns="90000" tIns="46800" rIns="0" bIns="46800" rtlCol="0" anchor="b" anchorCtr="0">
            <a:noAutofit/>
          </a:bodyPr>
          <a:lstStyle>
            <a:lvl1pPr algn="r">
              <a:defRPr lang="ru-RU" sz="900" smtClean="0">
                <a:noFill/>
              </a:defRPr>
            </a:lvl1pPr>
          </a:lstStyle>
          <a:p>
            <a:fld id="{4F260BB2-4DBA-4B96-A733-49638465F576}" type="slidenum">
              <a:rPr lang="x-none" smtClean="0"/>
              <a:pPr/>
              <a:t>‹#›</a:t>
            </a:fld>
            <a:endParaRPr lang="x-none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7E1B618-8636-0040-948B-69342B4D2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000" y="6094413"/>
            <a:ext cx="4953000" cy="381000"/>
          </a:xfrm>
          <a:prstGeom prst="rect">
            <a:avLst/>
          </a:prstGeom>
        </p:spPr>
        <p:txBody>
          <a:bodyPr vert="horz" lIns="0" tIns="46800" rIns="90000" bIns="46800" rtlCol="0" anchor="b" anchorCtr="0">
            <a:noAutofit/>
          </a:bodyPr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DGTL PowerPoint Template</a:t>
            </a:r>
            <a:endParaRPr lang="ru-RU" dirty="0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295CD079-293F-0E4D-9321-BAC583B0AA86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6956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зделитель второго уровня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763" y="771441"/>
            <a:ext cx="5710237" cy="952500"/>
          </a:xfrm>
        </p:spPr>
        <p:txBody>
          <a:bodyPr lIns="0"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0FB63C5-F963-F547-9B4D-ED6171A345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68000" y="6101543"/>
            <a:ext cx="762000" cy="381000"/>
          </a:xfrm>
          <a:prstGeom prst="rect">
            <a:avLst/>
          </a:prstGeom>
        </p:spPr>
        <p:txBody>
          <a:bodyPr vert="horz" lIns="90000" tIns="46800" rIns="0" bIns="46800" rtlCol="0" anchor="b" anchorCtr="0">
            <a:noAutofit/>
          </a:bodyPr>
          <a:lstStyle>
            <a:lvl1pPr algn="r">
              <a:defRPr lang="ru-RU" sz="900" smtClean="0">
                <a:noFill/>
              </a:defRPr>
            </a:lvl1pPr>
          </a:lstStyle>
          <a:p>
            <a:fld id="{4F260BB2-4DBA-4B96-A733-49638465F576}" type="slidenum">
              <a:rPr lang="x-none" smtClean="0"/>
              <a:pPr/>
              <a:t>‹#›</a:t>
            </a:fld>
            <a:endParaRPr lang="x-none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7E1B618-8636-0040-948B-69342B4D2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000" y="6094413"/>
            <a:ext cx="4953000" cy="381000"/>
          </a:xfrm>
          <a:prstGeom prst="rect">
            <a:avLst/>
          </a:prstGeom>
        </p:spPr>
        <p:txBody>
          <a:bodyPr vert="horz" lIns="0" tIns="46800" rIns="90000" bIns="46800" rtlCol="0" anchor="b" anchorCtr="0">
            <a:noAutofit/>
          </a:bodyPr>
          <a:lstStyle>
            <a:lvl1pPr algn="l"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DGTL PowerPoint Template</a:t>
            </a:r>
            <a:endParaRPr lang="ru-RU" dirty="0"/>
          </a:p>
        </p:txBody>
      </p:sp>
      <p:sp>
        <p:nvSpPr>
          <p:cNvPr id="10" name="Yellow strip">
            <a:extLst>
              <a:ext uri="{FF2B5EF4-FFF2-40B4-BE49-F238E27FC236}">
                <a16:creationId xmlns:a16="http://schemas.microsoft.com/office/drawing/2014/main" id="{71B86C57-B9BE-9542-9159-20E604B9B339}"/>
              </a:ext>
            </a:extLst>
          </p:cNvPr>
          <p:cNvSpPr/>
          <p:nvPr userDrawn="1"/>
        </p:nvSpPr>
        <p:spPr>
          <a:xfrm>
            <a:off x="11811000" y="0"/>
            <a:ext cx="381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9468217F-94C2-2640-9AA7-D9F166A51CE5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693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">
    <p:bg>
      <p:bgPr>
        <a:solidFill>
          <a:srgbClr val="181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9">
            <a:extLst>
              <a:ext uri="{FF2B5EF4-FFF2-40B4-BE49-F238E27FC236}">
                <a16:creationId xmlns:a16="http://schemas.microsoft.com/office/drawing/2014/main" id="{DB35E3EE-D93A-9B46-B9A6-4D0F1944F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762" y="771441"/>
            <a:ext cx="5710238" cy="952500"/>
          </a:xfrm>
        </p:spPr>
        <p:txBody>
          <a:bodyPr lIns="0">
            <a:no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AC5B148-0CB7-7847-A412-E848E273B4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68000" y="6101543"/>
            <a:ext cx="762000" cy="381000"/>
          </a:xfrm>
          <a:prstGeom prst="rect">
            <a:avLst/>
          </a:prstGeom>
        </p:spPr>
        <p:txBody>
          <a:bodyPr vert="horz" lIns="90000" tIns="46800" rIns="0" bIns="46800" rtlCol="0" anchor="b" anchorCtr="0">
            <a:noAutofit/>
          </a:bodyPr>
          <a:lstStyle>
            <a:lvl1pPr algn="r">
              <a:defRPr lang="ru-RU" sz="900" smtClean="0">
                <a:noFill/>
              </a:defRPr>
            </a:lvl1pPr>
          </a:lstStyle>
          <a:p>
            <a:fld id="{4F260BB2-4DBA-4B96-A733-49638465F576}" type="slidenum">
              <a:rPr lang="x-none" smtClean="0"/>
              <a:pPr/>
              <a:t>‹#›</a:t>
            </a:fld>
            <a:endParaRPr lang="x-none" dirty="0"/>
          </a:p>
        </p:txBody>
      </p:sp>
      <p:grpSp>
        <p:nvGrpSpPr>
          <p:cNvPr id="19" name="Group 21">
            <a:extLst>
              <a:ext uri="{FF2B5EF4-FFF2-40B4-BE49-F238E27FC236}">
                <a16:creationId xmlns:a16="http://schemas.microsoft.com/office/drawing/2014/main" id="{9A28D291-5161-474F-8C87-0D740D1C00D0}"/>
              </a:ext>
            </a:extLst>
          </p:cNvPr>
          <p:cNvGrpSpPr/>
          <p:nvPr userDrawn="1"/>
        </p:nvGrpSpPr>
        <p:grpSpPr>
          <a:xfrm>
            <a:off x="0" y="0"/>
            <a:ext cx="762000" cy="6858000"/>
            <a:chOff x="0" y="0"/>
            <a:chExt cx="762000" cy="6858000"/>
          </a:xfrm>
        </p:grpSpPr>
        <p:sp>
          <p:nvSpPr>
            <p:cNvPr id="20" name="Yellow strip">
              <a:extLst>
                <a:ext uri="{FF2B5EF4-FFF2-40B4-BE49-F238E27FC236}">
                  <a16:creationId xmlns:a16="http://schemas.microsoft.com/office/drawing/2014/main" id="{176FF8D7-16FE-CF42-A078-742A0CB1A540}"/>
                </a:ext>
              </a:extLst>
            </p:cNvPr>
            <p:cNvSpPr/>
            <p:nvPr userDrawn="1"/>
          </p:nvSpPr>
          <p:spPr>
            <a:xfrm>
              <a:off x="0" y="0"/>
              <a:ext cx="762000" cy="6858000"/>
            </a:xfrm>
            <a:prstGeom prst="rect">
              <a:avLst/>
            </a:prstGeom>
            <a:solidFill>
              <a:srgbClr val="FEE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400"/>
            </a:p>
          </p:txBody>
        </p:sp>
        <p:pic>
          <p:nvPicPr>
            <p:cNvPr id="21" name="Slogan">
              <a:extLst>
                <a:ext uri="{FF2B5EF4-FFF2-40B4-BE49-F238E27FC236}">
                  <a16:creationId xmlns:a16="http://schemas.microsoft.com/office/drawing/2014/main" id="{1C078284-8A7D-DB4D-BA21-19A38E826E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2400" y="6586238"/>
              <a:ext cx="457200" cy="152400"/>
            </a:xfrm>
            <a:prstGeom prst="rect">
              <a:avLst/>
            </a:prstGeom>
          </p:spPr>
        </p:pic>
        <p:pic>
          <p:nvPicPr>
            <p:cNvPr id="26" name="Logo">
              <a:extLst>
                <a:ext uri="{FF2B5EF4-FFF2-40B4-BE49-F238E27FC236}">
                  <a16:creationId xmlns:a16="http://schemas.microsoft.com/office/drawing/2014/main" id="{8DAD66B6-E218-1B4A-AF92-724424CC13D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8874" y="190500"/>
              <a:ext cx="382626" cy="1743075"/>
            </a:xfrm>
            <a:prstGeom prst="rect">
              <a:avLst/>
            </a:prstGeom>
          </p:spPr>
        </p:pic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A81CAC-7AC1-0F4F-9718-32B556C3826F}"/>
              </a:ext>
            </a:extLst>
          </p:cNvPr>
          <p:cNvCxnSpPr>
            <a:cxnSpLocks/>
          </p:cNvCxnSpPr>
          <p:nvPr/>
        </p:nvCxnSpPr>
        <p:spPr>
          <a:xfrm>
            <a:off x="2852610" y="4961247"/>
            <a:ext cx="0" cy="1129308"/>
          </a:xfrm>
          <a:prstGeom prst="line">
            <a:avLst/>
          </a:prstGeom>
          <a:ln w="25400" cap="flat">
            <a:solidFill>
              <a:srgbClr val="FFE800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58414-8AE4-E643-A32D-C1BBD97E7FB1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3127375" y="4961247"/>
            <a:ext cx="3730625" cy="1125312"/>
          </a:xfrm>
        </p:spPr>
        <p:txBody>
          <a:bodyPr>
            <a:noAutofit/>
          </a:bodyPr>
          <a:lstStyle>
            <a:lvl1pPr>
              <a:spcBef>
                <a:spcPts val="1200"/>
              </a:spcBef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79856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, контейне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55689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зделитель первого уровня с полосой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763" y="771441"/>
            <a:ext cx="5710237" cy="952500"/>
          </a:xfrm>
        </p:spPr>
        <p:txBody>
          <a:bodyPr lIns="0"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0FB63C5-F963-F547-9B4D-ED6171A345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68000" y="6101543"/>
            <a:ext cx="762000" cy="381000"/>
          </a:xfrm>
          <a:prstGeom prst="rect">
            <a:avLst/>
          </a:prstGeom>
        </p:spPr>
        <p:txBody>
          <a:bodyPr vert="horz" lIns="90000" tIns="46800" rIns="0" bIns="46800" rtlCol="0" anchor="b" anchorCtr="0">
            <a:noAutofit/>
          </a:bodyPr>
          <a:lstStyle>
            <a:lvl1pPr algn="r">
              <a:defRPr lang="ru-RU" sz="900" smtClean="0">
                <a:noFill/>
              </a:defRPr>
            </a:lvl1pPr>
          </a:lstStyle>
          <a:p>
            <a:fld id="{4F260BB2-4DBA-4B96-A733-49638465F576}" type="slidenum">
              <a:rPr lang="x-none" smtClean="0"/>
              <a:pPr/>
              <a:t>‹#›</a:t>
            </a:fld>
            <a:endParaRPr lang="x-none" dirty="0"/>
          </a:p>
        </p:txBody>
      </p:sp>
      <p:sp>
        <p:nvSpPr>
          <p:cNvPr id="10" name="Yellow strip">
            <a:extLst>
              <a:ext uri="{FF2B5EF4-FFF2-40B4-BE49-F238E27FC236}">
                <a16:creationId xmlns:a16="http://schemas.microsoft.com/office/drawing/2014/main" id="{71B86C57-B9BE-9542-9159-20E604B9B339}"/>
              </a:ext>
            </a:extLst>
          </p:cNvPr>
          <p:cNvSpPr/>
          <p:nvPr userDrawn="1"/>
        </p:nvSpPr>
        <p:spPr>
          <a:xfrm>
            <a:off x="11811000" y="0"/>
            <a:ext cx="381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B637834B-5998-4C41-9BE4-AF5FE916BDD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4362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 1, цветной фон">
    <p:bg>
      <p:bgPr>
        <a:solidFill>
          <a:srgbClr val="2B2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3810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DDFD07-BE17-4840-AB75-07225BA8514C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 rot="16200000">
            <a:off x="1251747" y="1986755"/>
            <a:ext cx="1130301" cy="2109787"/>
          </a:xfrm>
          <a:prstGeom prst="bracePair">
            <a:avLst>
              <a:gd name="adj" fmla="val 0"/>
            </a:avLst>
          </a:prstGeom>
          <a:ln w="1270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miter lim="800000"/>
          </a:ln>
        </p:spPr>
        <p:txBody>
          <a:bodyPr vert="vert" tIns="0" rIns="234000" bIns="0">
            <a:noAutofit/>
          </a:bodyPr>
          <a:lstStyle>
            <a:lvl1pPr>
              <a:defRPr sz="1200" b="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6C24674D-37F5-1E48-A88F-6C78DE46ABF1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 rot="16200000">
            <a:off x="5061747" y="1986754"/>
            <a:ext cx="1130299" cy="2109787"/>
          </a:xfrm>
          <a:prstGeom prst="bracePair">
            <a:avLst>
              <a:gd name="adj" fmla="val 0"/>
            </a:avLst>
          </a:prstGeom>
          <a:ln w="1270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miter lim="800000"/>
          </a:ln>
        </p:spPr>
        <p:txBody>
          <a:bodyPr vert="vert" tIns="0" rIns="234000" bIns="0">
            <a:noAutofit/>
          </a:bodyPr>
          <a:lstStyle>
            <a:lvl1pPr>
              <a:defRPr sz="1200" b="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38372DC4-F7C3-154A-B0FE-F76F8A359CCA}"/>
              </a:ext>
            </a:extLst>
          </p:cNvPr>
          <p:cNvSpPr>
            <a:spLocks noGrp="1"/>
          </p:cNvSpPr>
          <p:nvPr userDrawn="1">
            <p:ph type="body" sz="quarter" idx="20"/>
          </p:nvPr>
        </p:nvSpPr>
        <p:spPr>
          <a:xfrm rot="16200000">
            <a:off x="8879366" y="1986755"/>
            <a:ext cx="1130301" cy="2109787"/>
          </a:xfrm>
          <a:prstGeom prst="bracePair">
            <a:avLst>
              <a:gd name="adj" fmla="val 0"/>
            </a:avLst>
          </a:prstGeom>
          <a:ln w="1270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miter lim="800000"/>
          </a:ln>
        </p:spPr>
        <p:txBody>
          <a:bodyPr vert="vert" tIns="0" rIns="234000" bIns="0">
            <a:noAutofit/>
          </a:bodyPr>
          <a:lstStyle>
            <a:lvl1pPr>
              <a:defRPr sz="1200" b="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10BBF843-EA11-9144-B553-22A6BE0826BD}"/>
              </a:ext>
            </a:extLst>
          </p:cNvPr>
          <p:cNvSpPr>
            <a:spLocks noGrp="1"/>
          </p:cNvSpPr>
          <p:nvPr userDrawn="1">
            <p:ph type="body" sz="quarter" idx="22"/>
          </p:nvPr>
        </p:nvSpPr>
        <p:spPr>
          <a:xfrm rot="16200000">
            <a:off x="1251747" y="4080316"/>
            <a:ext cx="1130301" cy="2109787"/>
          </a:xfrm>
          <a:prstGeom prst="bracePair">
            <a:avLst>
              <a:gd name="adj" fmla="val 0"/>
            </a:avLst>
          </a:prstGeom>
          <a:ln w="1270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miter lim="800000"/>
          </a:ln>
        </p:spPr>
        <p:txBody>
          <a:bodyPr vert="vert" tIns="0" rIns="234000" bIns="0">
            <a:noAutofit/>
          </a:bodyPr>
          <a:lstStyle>
            <a:lvl1pPr>
              <a:defRPr sz="1200" b="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DEA850B8-C1B1-4044-9ABA-F1D883AB0AE7}"/>
              </a:ext>
            </a:extLst>
          </p:cNvPr>
          <p:cNvSpPr>
            <a:spLocks noGrp="1"/>
          </p:cNvSpPr>
          <p:nvPr userDrawn="1">
            <p:ph type="body" sz="quarter" idx="24"/>
          </p:nvPr>
        </p:nvSpPr>
        <p:spPr>
          <a:xfrm rot="16200000">
            <a:off x="5061747" y="4080315"/>
            <a:ext cx="1130299" cy="2109787"/>
          </a:xfrm>
          <a:prstGeom prst="bracePair">
            <a:avLst>
              <a:gd name="adj" fmla="val 0"/>
            </a:avLst>
          </a:prstGeom>
          <a:ln w="1270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miter lim="800000"/>
          </a:ln>
        </p:spPr>
        <p:txBody>
          <a:bodyPr vert="vert" tIns="0" rIns="234000" bIns="0">
            <a:noAutofit/>
          </a:bodyPr>
          <a:lstStyle>
            <a:lvl1pPr>
              <a:defRPr sz="1200" b="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46657899-CA76-3E46-8972-6C288BA2BDCD}"/>
              </a:ext>
            </a:extLst>
          </p:cNvPr>
          <p:cNvSpPr>
            <a:spLocks noGrp="1"/>
          </p:cNvSpPr>
          <p:nvPr userDrawn="1">
            <p:ph type="body" sz="quarter" idx="26"/>
          </p:nvPr>
        </p:nvSpPr>
        <p:spPr>
          <a:xfrm rot="16200000">
            <a:off x="8879366" y="4080316"/>
            <a:ext cx="1130301" cy="2109787"/>
          </a:xfrm>
          <a:prstGeom prst="bracePair">
            <a:avLst>
              <a:gd name="adj" fmla="val 0"/>
            </a:avLst>
          </a:prstGeom>
          <a:ln w="1270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miter lim="800000"/>
          </a:ln>
        </p:spPr>
        <p:txBody>
          <a:bodyPr vert="vert" tIns="0" rIns="234000" bIns="0">
            <a:noAutofit/>
          </a:bodyPr>
          <a:lstStyle>
            <a:lvl1pPr>
              <a:defRPr sz="1200" b="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A0825477-A22D-B841-BD44-B8C639EDA821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762001" y="1896272"/>
            <a:ext cx="762000" cy="465124"/>
          </a:xfrm>
          <a:prstGeom prst="rect">
            <a:avLst/>
          </a:prstGeom>
        </p:spPr>
        <p:txBody>
          <a:bodyPr lIns="0" rIns="0">
            <a:noAutofit/>
          </a:bodyPr>
          <a:lstStyle>
            <a:lvl1pPr>
              <a:defRPr sz="28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##</a:t>
            </a:r>
            <a:endParaRPr lang="ru-RU" dirty="0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01DFC8B8-AC52-F642-8DB3-5159D253C1DA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572000" y="1896272"/>
            <a:ext cx="762000" cy="465124"/>
          </a:xfrm>
          <a:prstGeom prst="rect">
            <a:avLst/>
          </a:prstGeom>
        </p:spPr>
        <p:txBody>
          <a:bodyPr lIns="0" rIns="0">
            <a:noAutofit/>
          </a:bodyPr>
          <a:lstStyle>
            <a:lvl1pPr>
              <a:defRPr sz="28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##</a:t>
            </a:r>
            <a:endParaRPr lang="ru-RU" dirty="0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82A175B2-4EE6-7947-896E-67D70646089D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8389620" y="1896272"/>
            <a:ext cx="762000" cy="465124"/>
          </a:xfrm>
          <a:prstGeom prst="rect">
            <a:avLst/>
          </a:prstGeom>
        </p:spPr>
        <p:txBody>
          <a:bodyPr lIns="0" rIns="0">
            <a:noAutofit/>
          </a:bodyPr>
          <a:lstStyle>
            <a:lvl1pPr>
              <a:defRPr sz="28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##</a:t>
            </a:r>
            <a:endParaRPr lang="ru-RU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0B27059C-344A-EA4E-8278-1FC16454E91E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762001" y="3989833"/>
            <a:ext cx="762000" cy="465124"/>
          </a:xfrm>
          <a:prstGeom prst="rect">
            <a:avLst/>
          </a:prstGeom>
        </p:spPr>
        <p:txBody>
          <a:bodyPr lIns="0" rIns="0">
            <a:noAutofit/>
          </a:bodyPr>
          <a:lstStyle>
            <a:lvl1pPr>
              <a:defRPr sz="28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##</a:t>
            </a:r>
            <a:endParaRPr lang="ru-RU" dirty="0"/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9FC27C45-7F56-1D4E-8920-CECE0B2BF8DD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4572000" y="3989833"/>
            <a:ext cx="762000" cy="465124"/>
          </a:xfrm>
          <a:prstGeom prst="rect">
            <a:avLst/>
          </a:prstGeom>
        </p:spPr>
        <p:txBody>
          <a:bodyPr lIns="0" rIns="0">
            <a:noAutofit/>
          </a:bodyPr>
          <a:lstStyle>
            <a:lvl1pPr>
              <a:defRPr sz="28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##</a:t>
            </a:r>
            <a:endParaRPr lang="ru-RU" dirty="0"/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13CF8080-7E39-F844-AAB5-BA73697F26E4}"/>
              </a:ext>
            </a:extLst>
          </p:cNvPr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8389620" y="3989833"/>
            <a:ext cx="762000" cy="465124"/>
          </a:xfrm>
          <a:prstGeom prst="rect">
            <a:avLst/>
          </a:prstGeom>
        </p:spPr>
        <p:txBody>
          <a:bodyPr lIns="0" rIns="0">
            <a:noAutofit/>
          </a:bodyPr>
          <a:lstStyle>
            <a:lvl1pPr>
              <a:defRPr sz="28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##</a:t>
            </a:r>
            <a:endParaRPr lang="ru-RU" dirty="0"/>
          </a:p>
        </p:txBody>
      </p:sp>
      <p:pic>
        <p:nvPicPr>
          <p:cNvPr id="22" name="Рисунок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4792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5F6623-ADB0-624A-B302-DCB44FD6FE2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14500" y="1520825"/>
            <a:ext cx="3619500" cy="9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72000" bIns="72000">
            <a:noAutofit/>
          </a:bodyPr>
          <a:lstStyle>
            <a:lvl1pPr>
              <a:defRPr b="0"/>
            </a:lvl1pPr>
          </a:lstStyle>
          <a:p>
            <a:pPr lvl="0"/>
            <a:endParaRPr lang="en-US" dirty="0"/>
          </a:p>
        </p:txBody>
      </p:sp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/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3810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3FB3FD67-336F-8D48-8F99-AE461F98FA7A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762000" y="1520825"/>
            <a:ext cx="952499" cy="970358"/>
          </a:xfrm>
          <a:prstGeom prst="bracePair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  <a:miter lim="800000"/>
          </a:ln>
        </p:spPr>
        <p:txBody>
          <a:bodyPr vert="horz" lIns="72000" tIns="0" rIns="72000" bIns="0" anchor="ctr" anchorCtr="0">
            <a:noAutofit/>
          </a:bodyPr>
          <a:lstStyle>
            <a:lvl1pPr algn="ctr">
              <a:defRPr sz="3200" b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</a:t>
            </a:r>
            <a:endParaRPr lang="ru-RU" dirty="0"/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011487B1-6413-654E-9739-6804B67D30CD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7044538" y="1520825"/>
            <a:ext cx="3616147" cy="9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72000" bIns="72000">
            <a:noAutofit/>
          </a:bodyPr>
          <a:lstStyle>
            <a:lvl1pPr>
              <a:defRPr b="0"/>
            </a:lvl1pPr>
          </a:lstStyle>
          <a:p>
            <a:pPr lvl="0"/>
            <a:endParaRPr lang="en-US" dirty="0"/>
          </a:p>
        </p:txBody>
      </p:sp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09AA0163-E151-C245-B01A-40974D54C80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096000" y="1520825"/>
            <a:ext cx="952499" cy="970358"/>
          </a:xfrm>
          <a:prstGeom prst="bracePair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  <a:miter lim="800000"/>
          </a:ln>
        </p:spPr>
        <p:txBody>
          <a:bodyPr vert="horz" lIns="72000" tIns="0" rIns="72000" bIns="0" anchor="ctr" anchorCtr="0">
            <a:noAutofit/>
          </a:bodyPr>
          <a:lstStyle>
            <a:lvl1pPr algn="ctr">
              <a:defRPr sz="3200" b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</a:t>
            </a:r>
            <a:endParaRPr lang="ru-RU" dirty="0"/>
          </a:p>
        </p:txBody>
      </p:sp>
      <p:sp>
        <p:nvSpPr>
          <p:cNvPr id="58" name="Text Placeholder 3">
            <a:extLst>
              <a:ext uri="{FF2B5EF4-FFF2-40B4-BE49-F238E27FC236}">
                <a16:creationId xmlns:a16="http://schemas.microsoft.com/office/drawing/2014/main" id="{306CC79A-7398-9F49-8E86-67825091E754}"/>
              </a:ext>
            </a:extLst>
          </p:cNvPr>
          <p:cNvSpPr>
            <a:spLocks noGrp="1"/>
          </p:cNvSpPr>
          <p:nvPr userDrawn="1">
            <p:ph type="body" sz="quarter" idx="19"/>
          </p:nvPr>
        </p:nvSpPr>
        <p:spPr>
          <a:xfrm>
            <a:off x="1714500" y="2678112"/>
            <a:ext cx="3619500" cy="932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72000" bIns="72000">
            <a:noAutofit/>
          </a:bodyPr>
          <a:lstStyle>
            <a:lvl1pPr>
              <a:defRPr b="0"/>
            </a:lvl1pPr>
          </a:lstStyle>
          <a:p>
            <a:pPr lvl="0"/>
            <a:endParaRPr lang="en-US" dirty="0"/>
          </a:p>
        </p:txBody>
      </p:sp>
      <p:sp>
        <p:nvSpPr>
          <p:cNvPr id="59" name="Text Placeholder 5">
            <a:extLst>
              <a:ext uri="{FF2B5EF4-FFF2-40B4-BE49-F238E27FC236}">
                <a16:creationId xmlns:a16="http://schemas.microsoft.com/office/drawing/2014/main" id="{9D78BCF0-67EA-9F41-AAA6-29D08D238867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762000" y="2678112"/>
            <a:ext cx="952499" cy="932118"/>
          </a:xfrm>
          <a:prstGeom prst="bracePair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  <a:miter lim="800000"/>
          </a:ln>
        </p:spPr>
        <p:txBody>
          <a:bodyPr vert="horz" lIns="72000" tIns="0" rIns="72000" bIns="0" anchor="ctr" anchorCtr="0">
            <a:noAutofit/>
          </a:bodyPr>
          <a:lstStyle>
            <a:lvl1pPr algn="ctr">
              <a:defRPr sz="3200" b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</a:t>
            </a:r>
            <a:endParaRPr lang="ru-RU" dirty="0"/>
          </a:p>
        </p:txBody>
      </p:sp>
      <p:sp>
        <p:nvSpPr>
          <p:cNvPr id="60" name="Text Placeholder 3">
            <a:extLst>
              <a:ext uri="{FF2B5EF4-FFF2-40B4-BE49-F238E27FC236}">
                <a16:creationId xmlns:a16="http://schemas.microsoft.com/office/drawing/2014/main" id="{F4374BBF-6575-EC45-8F40-76B96D5D5AA4}"/>
              </a:ext>
            </a:extLst>
          </p:cNvPr>
          <p:cNvSpPr>
            <a:spLocks noGrp="1"/>
          </p:cNvSpPr>
          <p:nvPr userDrawn="1">
            <p:ph type="body" sz="quarter" idx="21"/>
          </p:nvPr>
        </p:nvSpPr>
        <p:spPr>
          <a:xfrm>
            <a:off x="7044538" y="2678112"/>
            <a:ext cx="3616147" cy="932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72000" bIns="72000">
            <a:noAutofit/>
          </a:bodyPr>
          <a:lstStyle>
            <a:lvl1pPr>
              <a:defRPr b="0"/>
            </a:lvl1pPr>
          </a:lstStyle>
          <a:p>
            <a:pPr lvl="0"/>
            <a:endParaRPr lang="en-US" dirty="0"/>
          </a:p>
        </p:txBody>
      </p:sp>
      <p:sp>
        <p:nvSpPr>
          <p:cNvPr id="61" name="Text Placeholder 5">
            <a:extLst>
              <a:ext uri="{FF2B5EF4-FFF2-40B4-BE49-F238E27FC236}">
                <a16:creationId xmlns:a16="http://schemas.microsoft.com/office/drawing/2014/main" id="{022B9F3E-1A0A-BA48-A97E-28FD980495C1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6096000" y="2678112"/>
            <a:ext cx="952499" cy="932400"/>
          </a:xfrm>
          <a:prstGeom prst="bracePair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  <a:miter lim="800000"/>
          </a:ln>
        </p:spPr>
        <p:txBody>
          <a:bodyPr vert="horz" lIns="72000" tIns="0" rIns="72000" bIns="0" anchor="ctr" anchorCtr="0">
            <a:noAutofit/>
          </a:bodyPr>
          <a:lstStyle>
            <a:lvl1pPr algn="ctr">
              <a:defRPr sz="3200" b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</a:t>
            </a:r>
            <a:endParaRPr lang="ru-RU" dirty="0"/>
          </a:p>
        </p:txBody>
      </p:sp>
      <p:sp>
        <p:nvSpPr>
          <p:cNvPr id="62" name="Text Placeholder 3">
            <a:extLst>
              <a:ext uri="{FF2B5EF4-FFF2-40B4-BE49-F238E27FC236}">
                <a16:creationId xmlns:a16="http://schemas.microsoft.com/office/drawing/2014/main" id="{54B8CBDE-AB98-A54D-B82F-5D41073DFF79}"/>
              </a:ext>
            </a:extLst>
          </p:cNvPr>
          <p:cNvSpPr>
            <a:spLocks noGrp="1"/>
          </p:cNvSpPr>
          <p:nvPr userDrawn="1">
            <p:ph type="body" sz="quarter" idx="23"/>
          </p:nvPr>
        </p:nvSpPr>
        <p:spPr>
          <a:xfrm>
            <a:off x="1714500" y="3821112"/>
            <a:ext cx="3619500" cy="943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72000" bIns="72000">
            <a:noAutofit/>
          </a:bodyPr>
          <a:lstStyle>
            <a:lvl1pPr>
              <a:defRPr b="0"/>
            </a:lvl1pPr>
          </a:lstStyle>
          <a:p>
            <a:pPr lvl="0"/>
            <a:endParaRPr lang="en-US" dirty="0"/>
          </a:p>
        </p:txBody>
      </p:sp>
      <p:sp>
        <p:nvSpPr>
          <p:cNvPr id="63" name="Text Placeholder 5">
            <a:extLst>
              <a:ext uri="{FF2B5EF4-FFF2-40B4-BE49-F238E27FC236}">
                <a16:creationId xmlns:a16="http://schemas.microsoft.com/office/drawing/2014/main" id="{1E66CD11-9ACD-CC44-BD3A-70B22A101C21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762000" y="3821112"/>
            <a:ext cx="952499" cy="944865"/>
          </a:xfrm>
          <a:prstGeom prst="bracePair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  <a:miter lim="800000"/>
          </a:ln>
        </p:spPr>
        <p:txBody>
          <a:bodyPr vert="horz" lIns="72000" tIns="0" rIns="72000" bIns="0" anchor="ctr" anchorCtr="0">
            <a:noAutofit/>
          </a:bodyPr>
          <a:lstStyle>
            <a:lvl1pPr algn="ctr">
              <a:defRPr sz="3200" b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</a:t>
            </a:r>
            <a:endParaRPr lang="ru-RU" dirty="0"/>
          </a:p>
        </p:txBody>
      </p:sp>
      <p:sp>
        <p:nvSpPr>
          <p:cNvPr id="64" name="Text Placeholder 3">
            <a:extLst>
              <a:ext uri="{FF2B5EF4-FFF2-40B4-BE49-F238E27FC236}">
                <a16:creationId xmlns:a16="http://schemas.microsoft.com/office/drawing/2014/main" id="{B41327E2-409B-CA46-A2B5-92E4B7580E04}"/>
              </a:ext>
            </a:extLst>
          </p:cNvPr>
          <p:cNvSpPr>
            <a:spLocks noGrp="1"/>
          </p:cNvSpPr>
          <p:nvPr userDrawn="1">
            <p:ph type="body" sz="quarter" idx="25"/>
          </p:nvPr>
        </p:nvSpPr>
        <p:spPr>
          <a:xfrm>
            <a:off x="7044538" y="3821112"/>
            <a:ext cx="3616147" cy="943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72000" bIns="72000">
            <a:noAutofit/>
          </a:bodyPr>
          <a:lstStyle>
            <a:lvl1pPr>
              <a:defRPr b="0"/>
            </a:lvl1pPr>
          </a:lstStyle>
          <a:p>
            <a:pPr lvl="0"/>
            <a:endParaRPr lang="en-US" dirty="0"/>
          </a:p>
        </p:txBody>
      </p:sp>
      <p:sp>
        <p:nvSpPr>
          <p:cNvPr id="65" name="Text Placeholder 5">
            <a:extLst>
              <a:ext uri="{FF2B5EF4-FFF2-40B4-BE49-F238E27FC236}">
                <a16:creationId xmlns:a16="http://schemas.microsoft.com/office/drawing/2014/main" id="{7B7FB942-36EB-974D-AEAF-1D6B67EB8BF6}"/>
              </a:ext>
            </a:extLst>
          </p:cNvPr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6096000" y="3821112"/>
            <a:ext cx="952499" cy="943200"/>
          </a:xfrm>
          <a:prstGeom prst="bracePair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  <a:miter lim="800000"/>
          </a:ln>
        </p:spPr>
        <p:txBody>
          <a:bodyPr vert="horz" lIns="72000" tIns="0" rIns="72000" bIns="0" anchor="ctr" anchorCtr="0">
            <a:noAutofit/>
          </a:bodyPr>
          <a:lstStyle>
            <a:lvl1pPr algn="ctr">
              <a:defRPr sz="3200" b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</a:t>
            </a:r>
            <a:endParaRPr lang="ru-RU" dirty="0"/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0780056C-1463-A641-8A90-3665BA65E45D}"/>
              </a:ext>
            </a:extLst>
          </p:cNvPr>
          <p:cNvSpPr>
            <a:spLocks noGrp="1"/>
          </p:cNvSpPr>
          <p:nvPr userDrawn="1">
            <p:ph type="body" sz="quarter" idx="27"/>
          </p:nvPr>
        </p:nvSpPr>
        <p:spPr>
          <a:xfrm>
            <a:off x="1714500" y="4964112"/>
            <a:ext cx="3619500" cy="939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72000" bIns="72000">
            <a:noAutofit/>
          </a:bodyPr>
          <a:lstStyle>
            <a:lvl1pPr>
              <a:defRPr b="0"/>
            </a:lvl1pPr>
          </a:lstStyle>
          <a:p>
            <a:pPr lvl="0"/>
            <a:endParaRPr lang="en-US" dirty="0"/>
          </a:p>
        </p:txBody>
      </p:sp>
      <p:sp>
        <p:nvSpPr>
          <p:cNvPr id="67" name="Text Placeholder 5">
            <a:extLst>
              <a:ext uri="{FF2B5EF4-FFF2-40B4-BE49-F238E27FC236}">
                <a16:creationId xmlns:a16="http://schemas.microsoft.com/office/drawing/2014/main" id="{A3039EB1-81BC-6F4F-8B2A-3269D183BBBD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762000" y="4964112"/>
            <a:ext cx="952499" cy="941388"/>
          </a:xfrm>
          <a:prstGeom prst="bracePair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  <a:miter lim="800000"/>
          </a:ln>
        </p:spPr>
        <p:txBody>
          <a:bodyPr vert="horz" lIns="72000" tIns="0" rIns="72000" bIns="0" anchor="ctr" anchorCtr="0">
            <a:noAutofit/>
          </a:bodyPr>
          <a:lstStyle>
            <a:lvl1pPr algn="ctr">
              <a:defRPr sz="3200" b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</a:t>
            </a:r>
            <a:endParaRPr lang="ru-RU" dirty="0"/>
          </a:p>
        </p:txBody>
      </p:sp>
      <p:sp>
        <p:nvSpPr>
          <p:cNvPr id="68" name="Text Placeholder 3">
            <a:extLst>
              <a:ext uri="{FF2B5EF4-FFF2-40B4-BE49-F238E27FC236}">
                <a16:creationId xmlns:a16="http://schemas.microsoft.com/office/drawing/2014/main" id="{32BFE806-E7AA-1247-9915-83C18C7D400D}"/>
              </a:ext>
            </a:extLst>
          </p:cNvPr>
          <p:cNvSpPr>
            <a:spLocks noGrp="1"/>
          </p:cNvSpPr>
          <p:nvPr userDrawn="1">
            <p:ph type="body" sz="quarter" idx="29"/>
          </p:nvPr>
        </p:nvSpPr>
        <p:spPr>
          <a:xfrm>
            <a:off x="7044538" y="4964112"/>
            <a:ext cx="3616147" cy="939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72000" bIns="72000">
            <a:noAutofit/>
          </a:bodyPr>
          <a:lstStyle>
            <a:lvl1pPr>
              <a:defRPr b="0"/>
            </a:lvl1pPr>
          </a:lstStyle>
          <a:p>
            <a:pPr lvl="0"/>
            <a:endParaRPr lang="en-US" dirty="0"/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5F12BF2E-80E8-2B44-88E6-1AAD2CE55308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6096000" y="4964112"/>
            <a:ext cx="952499" cy="939600"/>
          </a:xfrm>
          <a:prstGeom prst="bracePair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  <a:miter lim="800000"/>
          </a:ln>
        </p:spPr>
        <p:txBody>
          <a:bodyPr vert="horz" lIns="72000" tIns="0" rIns="72000" bIns="0" anchor="ctr" anchorCtr="0">
            <a:noAutofit/>
          </a:bodyPr>
          <a:lstStyle>
            <a:lvl1pPr algn="ctr">
              <a:defRPr sz="3200" b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</a:t>
            </a:r>
            <a:endParaRPr lang="ru-RU" dirty="0"/>
          </a:p>
        </p:txBody>
      </p:sp>
      <p:pic>
        <p:nvPicPr>
          <p:cNvPr id="26" name="Рисунок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1578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 лист, цветной фон">
    <p:bg>
      <p:bgPr>
        <a:solidFill>
          <a:srgbClr val="181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610F2452-CD17-D14C-9758-05BA425E131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D4F67099-0831-3A43-AAE8-80EBD773310B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9906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9BDA7A6E-EB79-6F44-B101-F2CB12996EC2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762000" y="1700213"/>
            <a:ext cx="5334000" cy="2109787"/>
          </a:xfrm>
          <a:prstGeom prst="rect">
            <a:avLst/>
          </a:prstGeom>
        </p:spPr>
        <p:txBody>
          <a:bodyPr lIns="0"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 lvl="0"/>
            <a:endParaRPr lang="ru-RU" dirty="0"/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8335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 лист, 2 текстовых бло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/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9906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DDFD07-BE17-4840-AB75-07225BA8514C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762000" y="1700213"/>
            <a:ext cx="4572000" cy="268128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971837C3-28F7-CF49-AAB7-B1C06D0FB3B4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6096000" y="1700213"/>
            <a:ext cx="4572000" cy="268128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0266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 лист, цветной фон 1/3">
    <p:bg>
      <p:bgPr>
        <a:solidFill>
          <a:srgbClr val="181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88B5BD-A6B6-F341-8F89-F2A1B2AF5FE9}"/>
              </a:ext>
            </a:extLst>
          </p:cNvPr>
          <p:cNvSpPr/>
          <p:nvPr userDrawn="1"/>
        </p:nvSpPr>
        <p:spPr>
          <a:xfrm flipH="1">
            <a:off x="0" y="0"/>
            <a:ext cx="800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x-none" sz="1400" dirty="0"/>
          </a:p>
        </p:txBody>
      </p:sp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6858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DDFD07-BE17-4840-AB75-07225BA8514C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762000" y="1700213"/>
            <a:ext cx="4572000" cy="268128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FDA7189D-8D47-6145-A331-22B27C810F49}"/>
              </a:ext>
            </a:extLst>
          </p:cNvPr>
          <p:cNvSpPr>
            <a:spLocks noGrp="1"/>
          </p:cNvSpPr>
          <p:nvPr userDrawn="1">
            <p:ph type="body" sz="quarter" idx="19"/>
          </p:nvPr>
        </p:nvSpPr>
        <p:spPr>
          <a:xfrm>
            <a:off x="8389430" y="1700213"/>
            <a:ext cx="3048000" cy="268128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 lvl="0"/>
            <a:endParaRPr lang="ru-RU" dirty="0"/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2767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 лист, цветной фон 1/2">
    <p:bg>
      <p:bgPr>
        <a:solidFill>
          <a:srgbClr val="2B2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88B5BD-A6B6-F341-8F89-F2A1B2AF5FE9}"/>
              </a:ext>
            </a:extLst>
          </p:cNvPr>
          <p:cNvSpPr/>
          <p:nvPr userDrawn="1"/>
        </p:nvSpPr>
        <p:spPr>
          <a:xfrm flipH="1">
            <a:off x="0" y="0"/>
            <a:ext cx="62865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x-none" sz="1400" dirty="0"/>
          </a:p>
        </p:txBody>
      </p:sp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4572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DDFD07-BE17-4840-AB75-07225BA8514C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762000" y="1700213"/>
            <a:ext cx="4572000" cy="268128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FDA7189D-8D47-6145-A331-22B27C810F49}"/>
              </a:ext>
            </a:extLst>
          </p:cNvPr>
          <p:cNvSpPr>
            <a:spLocks noGrp="1"/>
          </p:cNvSpPr>
          <p:nvPr userDrawn="1">
            <p:ph type="body" sz="quarter" idx="19"/>
          </p:nvPr>
        </p:nvSpPr>
        <p:spPr>
          <a:xfrm>
            <a:off x="6888646" y="1700213"/>
            <a:ext cx="3048000" cy="268128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pPr lvl="0"/>
            <a:endParaRPr lang="ru-RU" dirty="0"/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1510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 лист, цветной фон 1/2 + лого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88B5BD-A6B6-F341-8F89-F2A1B2AF5FE9}"/>
              </a:ext>
            </a:extLst>
          </p:cNvPr>
          <p:cNvSpPr/>
          <p:nvPr userDrawn="1"/>
        </p:nvSpPr>
        <p:spPr>
          <a:xfrm flipH="1">
            <a:off x="0" y="0"/>
            <a:ext cx="62865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x-none" sz="1400" dirty="0"/>
          </a:p>
        </p:txBody>
      </p:sp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4572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DDFD07-BE17-4840-AB75-07225BA8514C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762000" y="1700213"/>
            <a:ext cx="4572000" cy="268128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FDA7189D-8D47-6145-A331-22B27C810F49}"/>
              </a:ext>
            </a:extLst>
          </p:cNvPr>
          <p:cNvSpPr>
            <a:spLocks noGrp="1"/>
          </p:cNvSpPr>
          <p:nvPr userDrawn="1">
            <p:ph type="body" sz="quarter" idx="19"/>
          </p:nvPr>
        </p:nvSpPr>
        <p:spPr>
          <a:xfrm>
            <a:off x="6888646" y="1700213"/>
            <a:ext cx="3048000" cy="268128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 lvl="0"/>
            <a:endParaRPr lang="ru-RU" dirty="0"/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5349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блока с ико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/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3810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620CC12E-925A-7247-B6DE-CF47387F3036}"/>
              </a:ext>
            </a:extLst>
          </p:cNvPr>
          <p:cNvSpPr>
            <a:spLocks noGrp="1"/>
          </p:cNvSpPr>
          <p:nvPr userDrawn="1">
            <p:ph type="body" sz="quarter" idx="21"/>
          </p:nvPr>
        </p:nvSpPr>
        <p:spPr>
          <a:xfrm>
            <a:off x="952498" y="2867774"/>
            <a:ext cx="2667002" cy="1127213"/>
          </a:xfrm>
          <a:prstGeom prst="rect">
            <a:avLst/>
          </a:prstGeom>
        </p:spPr>
        <p:txBody>
          <a:bodyPr lIns="0">
            <a:noAutofit/>
          </a:bodyPr>
          <a:lstStyle>
            <a:lvl1pPr algn="ctr">
              <a:defRPr sz="1400" b="0"/>
            </a:lvl1pPr>
          </a:lstStyle>
          <a:p>
            <a:pPr lvl="0"/>
            <a:endParaRPr lang="ru-RU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40F63697-77DB-774D-A6DA-D0B71AAE9DD9}"/>
              </a:ext>
            </a:extLst>
          </p:cNvPr>
          <p:cNvSpPr>
            <a:spLocks noGrp="1"/>
          </p:cNvSpPr>
          <p:nvPr userDrawn="1">
            <p:ph type="pic" sz="quarter" idx="22"/>
          </p:nvPr>
        </p:nvSpPr>
        <p:spPr>
          <a:xfrm>
            <a:off x="2097092" y="2047126"/>
            <a:ext cx="377816" cy="377816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>
                <a:noFill/>
              </a:defRPr>
            </a:lvl1pPr>
          </a:lstStyle>
          <a:p>
            <a:endParaRPr lang="x-none" dirty="0"/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667BA825-9CE6-1549-9893-5AB7B8B0156E}"/>
              </a:ext>
            </a:extLst>
          </p:cNvPr>
          <p:cNvSpPr>
            <a:spLocks noGrp="1"/>
          </p:cNvSpPr>
          <p:nvPr userDrawn="1">
            <p:ph type="body" sz="quarter" idx="23"/>
          </p:nvPr>
        </p:nvSpPr>
        <p:spPr>
          <a:xfrm>
            <a:off x="4762500" y="2867774"/>
            <a:ext cx="2674428" cy="1127213"/>
          </a:xfrm>
          <a:prstGeom prst="rect">
            <a:avLst/>
          </a:prstGeom>
        </p:spPr>
        <p:txBody>
          <a:bodyPr lIns="0">
            <a:noAutofit/>
          </a:bodyPr>
          <a:lstStyle>
            <a:lvl1pPr algn="ctr">
              <a:defRPr sz="1400" b="0"/>
            </a:lvl1pPr>
          </a:lstStyle>
          <a:p>
            <a:pPr lvl="0"/>
            <a:endParaRPr lang="ru-RU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33AEACCB-733F-A449-A30A-2759292CFA7B}"/>
              </a:ext>
            </a:extLst>
          </p:cNvPr>
          <p:cNvSpPr>
            <a:spLocks noGrp="1"/>
          </p:cNvSpPr>
          <p:nvPr userDrawn="1">
            <p:ph type="pic" sz="quarter" idx="24"/>
          </p:nvPr>
        </p:nvSpPr>
        <p:spPr>
          <a:xfrm>
            <a:off x="5910807" y="2047126"/>
            <a:ext cx="377816" cy="377816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>
                <a:noFill/>
              </a:defRPr>
            </a:lvl1pPr>
          </a:lstStyle>
          <a:p>
            <a:endParaRPr lang="x-none"/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26E643D5-C73B-1441-BB98-2E2A671598D0}"/>
              </a:ext>
            </a:extLst>
          </p:cNvPr>
          <p:cNvSpPr>
            <a:spLocks noGrp="1"/>
          </p:cNvSpPr>
          <p:nvPr userDrawn="1">
            <p:ph type="body" sz="quarter" idx="25"/>
          </p:nvPr>
        </p:nvSpPr>
        <p:spPr>
          <a:xfrm>
            <a:off x="8572500" y="2867774"/>
            <a:ext cx="2681858" cy="1127213"/>
          </a:xfrm>
          <a:prstGeom prst="rect">
            <a:avLst/>
          </a:prstGeom>
        </p:spPr>
        <p:txBody>
          <a:bodyPr lIns="0">
            <a:noAutofit/>
          </a:bodyPr>
          <a:lstStyle>
            <a:lvl1pPr algn="ctr">
              <a:defRPr sz="1400" b="0"/>
            </a:lvl1pPr>
          </a:lstStyle>
          <a:p>
            <a:pPr lvl="0"/>
            <a:endParaRPr lang="ru-RU" dirty="0"/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CD2EEE09-B691-1C40-9555-9A2AAC3F5F03}"/>
              </a:ext>
            </a:extLst>
          </p:cNvPr>
          <p:cNvSpPr>
            <a:spLocks noGrp="1"/>
          </p:cNvSpPr>
          <p:nvPr userDrawn="1">
            <p:ph type="pic" sz="quarter" idx="26"/>
          </p:nvPr>
        </p:nvSpPr>
        <p:spPr>
          <a:xfrm>
            <a:off x="9724522" y="2047126"/>
            <a:ext cx="377816" cy="377816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>
                <a:noFill/>
              </a:defRPr>
            </a:lvl1pPr>
          </a:lstStyle>
          <a:p>
            <a:endParaRPr lang="x-none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228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блоков с ико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7DB42F86-8A5C-F94F-8896-09D9FC00FE3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 rot="16200000">
            <a:off x="6073141" y="-1587015"/>
            <a:ext cx="45719" cy="10641600"/>
          </a:xfrm>
          <a:prstGeom prst="bracePair">
            <a:avLst>
              <a:gd name="adj" fmla="val 0"/>
            </a:avLst>
          </a:prstGeom>
          <a:ln w="635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0" scaled="1"/>
              <a:tileRect/>
            </a:gradFill>
            <a:miter lim="800000"/>
          </a:ln>
        </p:spPr>
        <p:txBody>
          <a:bodyPr vert="vert" tIns="0" rIns="234000" bIns="0">
            <a:noAutofit/>
          </a:bodyPr>
          <a:lstStyle>
            <a:lvl1pPr>
              <a:defRPr sz="100" b="0">
                <a:ln>
                  <a:noFill/>
                </a:ln>
                <a:noFill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/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3810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DDFD07-BE17-4840-AB75-07225BA8514C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762000" y="2298582"/>
            <a:ext cx="3048000" cy="1127213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A56034C-03E9-6448-8691-555908B71FA1}"/>
              </a:ext>
            </a:extLst>
          </p:cNvPr>
          <p:cNvSpPr>
            <a:spLocks noGrp="1"/>
          </p:cNvSpPr>
          <p:nvPr userDrawn="1">
            <p:ph type="pic" sz="quarter" idx="16"/>
          </p:nvPr>
        </p:nvSpPr>
        <p:spPr>
          <a:xfrm>
            <a:off x="829723" y="1774334"/>
            <a:ext cx="309562" cy="3095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B008EEED-224E-EE45-9D41-442AF4686BA4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4575715" y="2298582"/>
            <a:ext cx="3048000" cy="1127213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A5DEA5E0-A7BE-A245-B3D3-9C5B9DB7B742}"/>
              </a:ext>
            </a:extLst>
          </p:cNvPr>
          <p:cNvSpPr>
            <a:spLocks noGrp="1"/>
          </p:cNvSpPr>
          <p:nvPr userDrawn="1">
            <p:ph type="pic" sz="quarter" idx="18"/>
          </p:nvPr>
        </p:nvSpPr>
        <p:spPr>
          <a:xfrm>
            <a:off x="4643438" y="1774334"/>
            <a:ext cx="309562" cy="3095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FDA7189D-8D47-6145-A331-22B27C810F49}"/>
              </a:ext>
            </a:extLst>
          </p:cNvPr>
          <p:cNvSpPr>
            <a:spLocks noGrp="1"/>
          </p:cNvSpPr>
          <p:nvPr userDrawn="1">
            <p:ph type="body" sz="quarter" idx="19"/>
          </p:nvPr>
        </p:nvSpPr>
        <p:spPr>
          <a:xfrm>
            <a:off x="8389430" y="2298582"/>
            <a:ext cx="3048000" cy="1127213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CFA257DE-FB53-0D44-B740-639DA150416D}"/>
              </a:ext>
            </a:extLst>
          </p:cNvPr>
          <p:cNvSpPr>
            <a:spLocks noGrp="1"/>
          </p:cNvSpPr>
          <p:nvPr userDrawn="1">
            <p:ph type="pic" sz="quarter" idx="20"/>
          </p:nvPr>
        </p:nvSpPr>
        <p:spPr>
          <a:xfrm>
            <a:off x="8457153" y="1774334"/>
            <a:ext cx="309562" cy="3095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620CC12E-925A-7247-B6DE-CF47387F3036}"/>
              </a:ext>
            </a:extLst>
          </p:cNvPr>
          <p:cNvSpPr>
            <a:spLocks noGrp="1"/>
          </p:cNvSpPr>
          <p:nvPr userDrawn="1">
            <p:ph type="body" sz="quarter" idx="21"/>
          </p:nvPr>
        </p:nvSpPr>
        <p:spPr>
          <a:xfrm>
            <a:off x="762000" y="4579893"/>
            <a:ext cx="3048000" cy="1127213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40F63697-77DB-774D-A6DA-D0B71AAE9DD9}"/>
              </a:ext>
            </a:extLst>
          </p:cNvPr>
          <p:cNvSpPr>
            <a:spLocks noGrp="1"/>
          </p:cNvSpPr>
          <p:nvPr userDrawn="1">
            <p:ph type="pic" sz="quarter" idx="22"/>
          </p:nvPr>
        </p:nvSpPr>
        <p:spPr>
          <a:xfrm>
            <a:off x="829723" y="4063802"/>
            <a:ext cx="309562" cy="3095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/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667BA825-9CE6-1549-9893-5AB7B8B0156E}"/>
              </a:ext>
            </a:extLst>
          </p:cNvPr>
          <p:cNvSpPr>
            <a:spLocks noGrp="1"/>
          </p:cNvSpPr>
          <p:nvPr userDrawn="1">
            <p:ph type="body" sz="quarter" idx="23"/>
          </p:nvPr>
        </p:nvSpPr>
        <p:spPr>
          <a:xfrm>
            <a:off x="4575715" y="4579893"/>
            <a:ext cx="3048000" cy="1127213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33AEACCB-733F-A449-A30A-2759292CFA7B}"/>
              </a:ext>
            </a:extLst>
          </p:cNvPr>
          <p:cNvSpPr>
            <a:spLocks noGrp="1"/>
          </p:cNvSpPr>
          <p:nvPr userDrawn="1">
            <p:ph type="pic" sz="quarter" idx="24"/>
          </p:nvPr>
        </p:nvSpPr>
        <p:spPr>
          <a:xfrm>
            <a:off x="4643438" y="4063802"/>
            <a:ext cx="309562" cy="3095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/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26E643D5-C73B-1441-BB98-2E2A671598D0}"/>
              </a:ext>
            </a:extLst>
          </p:cNvPr>
          <p:cNvSpPr>
            <a:spLocks noGrp="1"/>
          </p:cNvSpPr>
          <p:nvPr userDrawn="1">
            <p:ph type="body" sz="quarter" idx="25"/>
          </p:nvPr>
        </p:nvSpPr>
        <p:spPr>
          <a:xfrm>
            <a:off x="8389430" y="4579893"/>
            <a:ext cx="3048000" cy="1127213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CD2EEE09-B691-1C40-9555-9A2AAC3F5F03}"/>
              </a:ext>
            </a:extLst>
          </p:cNvPr>
          <p:cNvSpPr>
            <a:spLocks noGrp="1"/>
          </p:cNvSpPr>
          <p:nvPr userDrawn="1">
            <p:ph type="pic" sz="quarter" idx="26"/>
          </p:nvPr>
        </p:nvSpPr>
        <p:spPr>
          <a:xfrm>
            <a:off x="8457153" y="4063802"/>
            <a:ext cx="309562" cy="3095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/>
          </a:p>
        </p:txBody>
      </p:sp>
      <p:pic>
        <p:nvPicPr>
          <p:cNvPr id="27" name="Рисунок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1962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блока с иконками, цветной фон 1/3">
    <p:bg>
      <p:bgPr>
        <a:solidFill>
          <a:srgbClr val="2B2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88B5BD-A6B6-F341-8F89-F2A1B2AF5FE9}"/>
              </a:ext>
            </a:extLst>
          </p:cNvPr>
          <p:cNvSpPr/>
          <p:nvPr userDrawn="1"/>
        </p:nvSpPr>
        <p:spPr>
          <a:xfrm flipH="1">
            <a:off x="0" y="0"/>
            <a:ext cx="800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x-none" sz="1400"/>
          </a:p>
        </p:txBody>
      </p:sp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3810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DDFD07-BE17-4840-AB75-07225BA8514C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762000" y="2298582"/>
            <a:ext cx="3048000" cy="1127213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A56034C-03E9-6448-8691-555908B71FA1}"/>
              </a:ext>
            </a:extLst>
          </p:cNvPr>
          <p:cNvSpPr>
            <a:spLocks noGrp="1"/>
          </p:cNvSpPr>
          <p:nvPr userDrawn="1">
            <p:ph type="pic" sz="quarter" idx="16"/>
          </p:nvPr>
        </p:nvSpPr>
        <p:spPr>
          <a:xfrm>
            <a:off x="829723" y="1774334"/>
            <a:ext cx="309562" cy="3095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B008EEED-224E-EE45-9D41-442AF4686BA4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4575715" y="2298582"/>
            <a:ext cx="3048000" cy="1127213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A5DEA5E0-A7BE-A245-B3D3-9C5B9DB7B742}"/>
              </a:ext>
            </a:extLst>
          </p:cNvPr>
          <p:cNvSpPr>
            <a:spLocks noGrp="1"/>
          </p:cNvSpPr>
          <p:nvPr userDrawn="1">
            <p:ph type="pic" sz="quarter" idx="18"/>
          </p:nvPr>
        </p:nvSpPr>
        <p:spPr>
          <a:xfrm>
            <a:off x="4643438" y="1774334"/>
            <a:ext cx="309562" cy="3095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FDA7189D-8D47-6145-A331-22B27C810F49}"/>
              </a:ext>
            </a:extLst>
          </p:cNvPr>
          <p:cNvSpPr>
            <a:spLocks noGrp="1"/>
          </p:cNvSpPr>
          <p:nvPr userDrawn="1">
            <p:ph type="body" sz="quarter" idx="19"/>
          </p:nvPr>
        </p:nvSpPr>
        <p:spPr>
          <a:xfrm>
            <a:off x="8389430" y="2298582"/>
            <a:ext cx="3048000" cy="1127213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CFA257DE-FB53-0D44-B740-639DA150416D}"/>
              </a:ext>
            </a:extLst>
          </p:cNvPr>
          <p:cNvSpPr>
            <a:spLocks noGrp="1"/>
          </p:cNvSpPr>
          <p:nvPr userDrawn="1">
            <p:ph type="pic" sz="quarter" idx="20"/>
          </p:nvPr>
        </p:nvSpPr>
        <p:spPr>
          <a:xfrm>
            <a:off x="8457153" y="1774334"/>
            <a:ext cx="309562" cy="3095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620CC12E-925A-7247-B6DE-CF47387F3036}"/>
              </a:ext>
            </a:extLst>
          </p:cNvPr>
          <p:cNvSpPr>
            <a:spLocks noGrp="1"/>
          </p:cNvSpPr>
          <p:nvPr userDrawn="1">
            <p:ph type="body" sz="quarter" idx="21"/>
          </p:nvPr>
        </p:nvSpPr>
        <p:spPr>
          <a:xfrm>
            <a:off x="762000" y="4579893"/>
            <a:ext cx="3048000" cy="1127213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40F63697-77DB-774D-A6DA-D0B71AAE9DD9}"/>
              </a:ext>
            </a:extLst>
          </p:cNvPr>
          <p:cNvSpPr>
            <a:spLocks noGrp="1"/>
          </p:cNvSpPr>
          <p:nvPr userDrawn="1">
            <p:ph type="pic" sz="quarter" idx="22"/>
          </p:nvPr>
        </p:nvSpPr>
        <p:spPr>
          <a:xfrm>
            <a:off x="829723" y="4063802"/>
            <a:ext cx="309562" cy="3095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/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667BA825-9CE6-1549-9893-5AB7B8B0156E}"/>
              </a:ext>
            </a:extLst>
          </p:cNvPr>
          <p:cNvSpPr>
            <a:spLocks noGrp="1"/>
          </p:cNvSpPr>
          <p:nvPr userDrawn="1">
            <p:ph type="body" sz="quarter" idx="23"/>
          </p:nvPr>
        </p:nvSpPr>
        <p:spPr>
          <a:xfrm>
            <a:off x="4575715" y="4579893"/>
            <a:ext cx="3048000" cy="1127213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33AEACCB-733F-A449-A30A-2759292CFA7B}"/>
              </a:ext>
            </a:extLst>
          </p:cNvPr>
          <p:cNvSpPr>
            <a:spLocks noGrp="1"/>
          </p:cNvSpPr>
          <p:nvPr userDrawn="1">
            <p:ph type="pic" sz="quarter" idx="24"/>
          </p:nvPr>
        </p:nvSpPr>
        <p:spPr>
          <a:xfrm>
            <a:off x="4643438" y="4063802"/>
            <a:ext cx="309562" cy="3095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/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26E643D5-C73B-1441-BB98-2E2A671598D0}"/>
              </a:ext>
            </a:extLst>
          </p:cNvPr>
          <p:cNvSpPr>
            <a:spLocks noGrp="1"/>
          </p:cNvSpPr>
          <p:nvPr userDrawn="1">
            <p:ph type="body" sz="quarter" idx="25"/>
          </p:nvPr>
        </p:nvSpPr>
        <p:spPr>
          <a:xfrm>
            <a:off x="8389430" y="4579893"/>
            <a:ext cx="3048000" cy="1127213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CD2EEE09-B691-1C40-9555-9A2AAC3F5F03}"/>
              </a:ext>
            </a:extLst>
          </p:cNvPr>
          <p:cNvSpPr>
            <a:spLocks noGrp="1"/>
          </p:cNvSpPr>
          <p:nvPr userDrawn="1">
            <p:ph type="pic" sz="quarter" idx="26"/>
          </p:nvPr>
        </p:nvSpPr>
        <p:spPr>
          <a:xfrm>
            <a:off x="8457153" y="4063802"/>
            <a:ext cx="309562" cy="3095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CB230CD7-6684-EC4F-8A85-5AAF93378D09}"/>
              </a:ext>
            </a:extLst>
          </p:cNvPr>
          <p:cNvSpPr>
            <a:spLocks noGrp="1"/>
          </p:cNvSpPr>
          <p:nvPr userDrawn="1">
            <p:ph type="body" sz="quarter" idx="27"/>
          </p:nvPr>
        </p:nvSpPr>
        <p:spPr>
          <a:xfrm rot="16200000">
            <a:off x="6073141" y="-1587015"/>
            <a:ext cx="45719" cy="10641600"/>
          </a:xfrm>
          <a:prstGeom prst="bracePair">
            <a:avLst>
              <a:gd name="adj" fmla="val 0"/>
            </a:avLst>
          </a:prstGeom>
          <a:ln w="635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0" scaled="1"/>
              <a:tileRect/>
            </a:gradFill>
            <a:miter lim="800000"/>
          </a:ln>
        </p:spPr>
        <p:txBody>
          <a:bodyPr vert="vert" tIns="0" rIns="234000" bIns="0">
            <a:noAutofit/>
          </a:bodyPr>
          <a:lstStyle>
            <a:lvl1pPr>
              <a:defRPr sz="100" b="0">
                <a:ln>
                  <a:noFill/>
                </a:ln>
                <a:noFill/>
              </a:defRPr>
            </a:lvl1pPr>
          </a:lstStyle>
          <a:p>
            <a:pPr lvl="0"/>
            <a:endParaRPr lang="ru-RU" dirty="0"/>
          </a:p>
        </p:txBody>
      </p:sp>
      <p:pic>
        <p:nvPicPr>
          <p:cNvPr id="27" name="Рисунок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6016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 + иконки, цветной фон 1/2">
    <p:bg>
      <p:bgPr>
        <a:solidFill>
          <a:srgbClr val="181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88B5BD-A6B6-F341-8F89-F2A1B2AF5FE9}"/>
              </a:ext>
            </a:extLst>
          </p:cNvPr>
          <p:cNvSpPr/>
          <p:nvPr userDrawn="1"/>
        </p:nvSpPr>
        <p:spPr>
          <a:xfrm flipH="1"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x-none" sz="1400" dirty="0"/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EE519EBD-BE94-6D47-8B18-FDFF8FF93FA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 rot="16200000">
            <a:off x="3215941" y="2053610"/>
            <a:ext cx="45719" cy="4953600"/>
          </a:xfrm>
          <a:prstGeom prst="bracePair">
            <a:avLst>
              <a:gd name="adj" fmla="val 0"/>
            </a:avLst>
          </a:prstGeom>
          <a:ln w="635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0" scaled="1"/>
              <a:tileRect/>
            </a:gradFill>
            <a:miter lim="800000"/>
          </a:ln>
        </p:spPr>
        <p:txBody>
          <a:bodyPr vert="vert" tIns="0" rIns="234000" bIns="0">
            <a:noAutofit/>
          </a:bodyPr>
          <a:lstStyle>
            <a:lvl1pPr>
              <a:defRPr sz="100" b="0">
                <a:ln>
                  <a:noFill/>
                </a:ln>
                <a:noFill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5334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3810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DDFD07-BE17-4840-AB75-07225BA8514C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2501900" y="1545862"/>
            <a:ext cx="3213100" cy="971070"/>
          </a:xfrm>
          <a:prstGeom prst="rect">
            <a:avLst/>
          </a:prstGeom>
        </p:spPr>
        <p:txBody>
          <a:bodyPr lIns="0" bIns="0" anchor="b" anchorCtr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FDA7189D-8D47-6145-A331-22B27C810F49}"/>
              </a:ext>
            </a:extLst>
          </p:cNvPr>
          <p:cNvSpPr>
            <a:spLocks noGrp="1"/>
          </p:cNvSpPr>
          <p:nvPr userDrawn="1">
            <p:ph type="body" sz="quarter" idx="19"/>
          </p:nvPr>
        </p:nvSpPr>
        <p:spPr>
          <a:xfrm>
            <a:off x="7627430" y="969265"/>
            <a:ext cx="3791102" cy="1126236"/>
          </a:xfrm>
          <a:prstGeom prst="rect">
            <a:avLst/>
          </a:prstGeom>
        </p:spPr>
        <p:txBody>
          <a:bodyPr lIns="0" tIns="0">
            <a:noAutofit/>
          </a:bodyPr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ED1458D2-90F1-F04E-BB01-B8D0CB1C82CA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773468" y="1501971"/>
            <a:ext cx="1512532" cy="1157287"/>
          </a:xfrm>
          <a:prstGeom prst="rect">
            <a:avLst/>
          </a:prstGeom>
        </p:spPr>
        <p:txBody>
          <a:bodyPr wrap="none" lIns="0" anchor="b" anchorCtr="0">
            <a:noAutofit/>
          </a:bodyPr>
          <a:lstStyle>
            <a:lvl1pPr>
              <a:defRPr sz="4800" b="0"/>
            </a:lvl1pPr>
          </a:lstStyle>
          <a:p>
            <a:pPr lvl="0"/>
            <a:r>
              <a:rPr lang="en-US" dirty="0"/>
              <a:t>###</a:t>
            </a:r>
            <a:endParaRPr lang="ru-R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C5F53158-F92F-7648-B26D-8AE848C71AD8}"/>
              </a:ext>
            </a:extLst>
          </p:cNvPr>
          <p:cNvSpPr>
            <a:spLocks noGrp="1"/>
          </p:cNvSpPr>
          <p:nvPr userDrawn="1">
            <p:ph type="body" sz="quarter" idx="21"/>
          </p:nvPr>
        </p:nvSpPr>
        <p:spPr>
          <a:xfrm>
            <a:off x="2501900" y="3091463"/>
            <a:ext cx="3213100" cy="948217"/>
          </a:xfrm>
          <a:prstGeom prst="rect">
            <a:avLst/>
          </a:prstGeom>
        </p:spPr>
        <p:txBody>
          <a:bodyPr lIns="0" bIns="0" anchor="b" anchorCtr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455BA647-4A0F-B242-856D-C02B9774E891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773468" y="3047574"/>
            <a:ext cx="1512532" cy="1138866"/>
          </a:xfrm>
          <a:prstGeom prst="rect">
            <a:avLst/>
          </a:prstGeom>
        </p:spPr>
        <p:txBody>
          <a:bodyPr wrap="none" lIns="0" anchor="b" anchorCtr="0">
            <a:noAutofit/>
          </a:bodyPr>
          <a:lstStyle>
            <a:lvl1pPr>
              <a:defRPr sz="4800" b="0"/>
            </a:lvl1pPr>
          </a:lstStyle>
          <a:p>
            <a:pPr lvl="0"/>
            <a:r>
              <a:rPr lang="en-US" dirty="0"/>
              <a:t>###</a:t>
            </a:r>
            <a:endParaRPr lang="ru-RU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485A0CF-49F2-D148-987B-8771AE68A7B9}"/>
              </a:ext>
            </a:extLst>
          </p:cNvPr>
          <p:cNvSpPr>
            <a:spLocks noGrp="1"/>
          </p:cNvSpPr>
          <p:nvPr userDrawn="1">
            <p:ph type="body" sz="quarter" idx="23"/>
          </p:nvPr>
        </p:nvSpPr>
        <p:spPr>
          <a:xfrm>
            <a:off x="2501900" y="4432695"/>
            <a:ext cx="3213100" cy="937453"/>
          </a:xfrm>
          <a:prstGeom prst="rect">
            <a:avLst/>
          </a:prstGeom>
        </p:spPr>
        <p:txBody>
          <a:bodyPr lIns="0" bIns="0" anchor="b" anchorCtr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3E97AEB2-B7D8-BF4D-B1CD-B6E7E3285A48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773468" y="4381490"/>
            <a:ext cx="1512532" cy="1127953"/>
          </a:xfrm>
          <a:prstGeom prst="rect">
            <a:avLst/>
          </a:prstGeom>
        </p:spPr>
        <p:txBody>
          <a:bodyPr wrap="none" lIns="0" anchor="b" anchorCtr="0">
            <a:noAutofit/>
          </a:bodyPr>
          <a:lstStyle>
            <a:lvl1pPr>
              <a:defRPr sz="4800" b="0"/>
            </a:lvl1pPr>
          </a:lstStyle>
          <a:p>
            <a:pPr lvl="0"/>
            <a:r>
              <a:rPr lang="en-US" dirty="0"/>
              <a:t>###</a:t>
            </a:r>
            <a:endParaRPr lang="ru-RU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5F4D7DFD-B406-D345-8C1C-06BEF6BA7556}"/>
              </a:ext>
            </a:extLst>
          </p:cNvPr>
          <p:cNvSpPr>
            <a:spLocks noGrp="1"/>
          </p:cNvSpPr>
          <p:nvPr userDrawn="1">
            <p:ph type="pic" sz="quarter" idx="16"/>
          </p:nvPr>
        </p:nvSpPr>
        <p:spPr>
          <a:xfrm>
            <a:off x="6603337" y="1106108"/>
            <a:ext cx="341702" cy="3417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 dirty="0"/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C2E7E51-253F-4C44-B2AA-1401E4039254}"/>
              </a:ext>
            </a:extLst>
          </p:cNvPr>
          <p:cNvSpPr>
            <a:spLocks noGrp="1"/>
          </p:cNvSpPr>
          <p:nvPr userDrawn="1">
            <p:ph type="body" sz="quarter" idx="25"/>
          </p:nvPr>
        </p:nvSpPr>
        <p:spPr>
          <a:xfrm>
            <a:off x="7627430" y="2294691"/>
            <a:ext cx="3791102" cy="1134309"/>
          </a:xfrm>
          <a:prstGeom prst="rect">
            <a:avLst/>
          </a:prstGeom>
        </p:spPr>
        <p:txBody>
          <a:bodyPr lIns="0" tIns="0">
            <a:noAutofit/>
          </a:bodyPr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D3440E2F-536B-5C4D-89D0-8C3668E25D5E}"/>
              </a:ext>
            </a:extLst>
          </p:cNvPr>
          <p:cNvSpPr>
            <a:spLocks noGrp="1"/>
          </p:cNvSpPr>
          <p:nvPr userDrawn="1">
            <p:ph type="pic" sz="quarter" idx="26"/>
          </p:nvPr>
        </p:nvSpPr>
        <p:spPr>
          <a:xfrm>
            <a:off x="6603337" y="2468227"/>
            <a:ext cx="341702" cy="3417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 dirty="0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C1775DEF-3D4C-3E4A-A3B1-EB52F46B92D7}"/>
              </a:ext>
            </a:extLst>
          </p:cNvPr>
          <p:cNvSpPr>
            <a:spLocks noGrp="1"/>
          </p:cNvSpPr>
          <p:nvPr userDrawn="1">
            <p:ph type="body" sz="quarter" idx="27"/>
          </p:nvPr>
        </p:nvSpPr>
        <p:spPr>
          <a:xfrm>
            <a:off x="7627430" y="3628191"/>
            <a:ext cx="3791102" cy="1134309"/>
          </a:xfrm>
          <a:prstGeom prst="rect">
            <a:avLst/>
          </a:prstGeom>
        </p:spPr>
        <p:txBody>
          <a:bodyPr lIns="0" tIns="0">
            <a:noAutofit/>
          </a:bodyPr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4B1F92C8-819C-994D-B68B-49AC02AACF3C}"/>
              </a:ext>
            </a:extLst>
          </p:cNvPr>
          <p:cNvSpPr>
            <a:spLocks noGrp="1"/>
          </p:cNvSpPr>
          <p:nvPr userDrawn="1">
            <p:ph type="pic" sz="quarter" idx="28"/>
          </p:nvPr>
        </p:nvSpPr>
        <p:spPr>
          <a:xfrm>
            <a:off x="6603337" y="3743644"/>
            <a:ext cx="341702" cy="3417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EAA19C1E-C4AC-6741-A701-1BBEE4F40EFE}"/>
              </a:ext>
            </a:extLst>
          </p:cNvPr>
          <p:cNvSpPr>
            <a:spLocks noGrp="1"/>
          </p:cNvSpPr>
          <p:nvPr userDrawn="1">
            <p:ph type="body" sz="quarter" idx="29"/>
          </p:nvPr>
        </p:nvSpPr>
        <p:spPr>
          <a:xfrm>
            <a:off x="7627430" y="4953001"/>
            <a:ext cx="3791102" cy="1142999"/>
          </a:xfrm>
          <a:prstGeom prst="rect">
            <a:avLst/>
          </a:prstGeom>
        </p:spPr>
        <p:txBody>
          <a:bodyPr lIns="0" tIns="0">
            <a:noAutofit/>
          </a:bodyPr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43150DC1-24AD-2441-9D17-57E5D1C40451}"/>
              </a:ext>
            </a:extLst>
          </p:cNvPr>
          <p:cNvSpPr>
            <a:spLocks noGrp="1"/>
          </p:cNvSpPr>
          <p:nvPr userDrawn="1">
            <p:ph type="pic" sz="quarter" idx="30"/>
          </p:nvPr>
        </p:nvSpPr>
        <p:spPr>
          <a:xfrm>
            <a:off x="6603337" y="5091580"/>
            <a:ext cx="341702" cy="3417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 dirty="0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72CBD026-CBA8-3446-8A88-E764EA07FE04}"/>
              </a:ext>
            </a:extLst>
          </p:cNvPr>
          <p:cNvSpPr>
            <a:spLocks noGrp="1"/>
          </p:cNvSpPr>
          <p:nvPr userDrawn="1">
            <p:ph type="body" sz="quarter" idx="31"/>
          </p:nvPr>
        </p:nvSpPr>
        <p:spPr>
          <a:xfrm rot="16200000">
            <a:off x="3215941" y="517418"/>
            <a:ext cx="45719" cy="4953600"/>
          </a:xfrm>
          <a:prstGeom prst="bracePair">
            <a:avLst>
              <a:gd name="adj" fmla="val 0"/>
            </a:avLst>
          </a:prstGeom>
          <a:ln w="635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0" scaled="1"/>
              <a:tileRect/>
            </a:gradFill>
            <a:miter lim="800000"/>
          </a:ln>
        </p:spPr>
        <p:txBody>
          <a:bodyPr vert="vert" tIns="0" rIns="234000" bIns="0">
            <a:noAutofit/>
          </a:bodyPr>
          <a:lstStyle>
            <a:lvl1pPr>
              <a:defRPr sz="100" b="0">
                <a:ln>
                  <a:noFill/>
                </a:ln>
                <a:noFill/>
              </a:defRPr>
            </a:lvl1pPr>
          </a:lstStyle>
          <a:p>
            <a:pPr lvl="0"/>
            <a:endParaRPr lang="ru-RU" dirty="0"/>
          </a:p>
        </p:txBody>
      </p:sp>
      <p:pic>
        <p:nvPicPr>
          <p:cNvPr id="27" name="Рисунок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0784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блока с иконками + изображ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CF6BD99-45CE-E848-9E24-423EC1BD378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x-none"/>
          </a:p>
        </p:txBody>
      </p:sp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4953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/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3810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893F7666-CB21-0F4D-B769-46A2EBA6EE7B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1524000" y="1706589"/>
            <a:ext cx="3810000" cy="960412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651D9B4-01BE-7F40-AD83-DB3F6CDFAB13}"/>
              </a:ext>
            </a:extLst>
          </p:cNvPr>
          <p:cNvSpPr>
            <a:spLocks noGrp="1"/>
          </p:cNvSpPr>
          <p:nvPr userDrawn="1">
            <p:ph type="pic" sz="quarter" idx="17"/>
          </p:nvPr>
        </p:nvSpPr>
        <p:spPr>
          <a:xfrm>
            <a:off x="829723" y="1838882"/>
            <a:ext cx="309562" cy="3095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/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78AEEF1F-C177-8B40-AD83-5C8B6155B99A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1524000" y="3248875"/>
            <a:ext cx="3810000" cy="960412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C36DD05E-B07E-C74C-9AC1-164515C1476A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>
          <a:xfrm>
            <a:off x="829723" y="3381168"/>
            <a:ext cx="309562" cy="3095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A79F4F3F-50BF-D248-9E08-FD2631D6B5BA}"/>
              </a:ext>
            </a:extLst>
          </p:cNvPr>
          <p:cNvSpPr>
            <a:spLocks noGrp="1"/>
          </p:cNvSpPr>
          <p:nvPr userDrawn="1">
            <p:ph type="body" sz="quarter" idx="20"/>
          </p:nvPr>
        </p:nvSpPr>
        <p:spPr>
          <a:xfrm>
            <a:off x="1524000" y="4779295"/>
            <a:ext cx="3810000" cy="960412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8CF3ADA1-C5B6-FA4C-9B35-1D2D6789B781}"/>
              </a:ext>
            </a:extLst>
          </p:cNvPr>
          <p:cNvSpPr>
            <a:spLocks noGrp="1"/>
          </p:cNvSpPr>
          <p:nvPr userDrawn="1">
            <p:ph type="pic" sz="quarter" idx="21"/>
          </p:nvPr>
        </p:nvSpPr>
        <p:spPr>
          <a:xfrm>
            <a:off x="829723" y="4911588"/>
            <a:ext cx="309562" cy="3095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/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0255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блока с полос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/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3810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849A83C-DBE9-DC4D-AEA9-77E777F407BD}"/>
              </a:ext>
            </a:extLst>
          </p:cNvPr>
          <p:cNvSpPr>
            <a:spLocks noGrp="1"/>
          </p:cNvSpPr>
          <p:nvPr userDrawn="1">
            <p:ph type="body" sz="quarter" idx="20"/>
          </p:nvPr>
        </p:nvSpPr>
        <p:spPr>
          <a:xfrm>
            <a:off x="762000" y="2095500"/>
            <a:ext cx="3048000" cy="1714500"/>
          </a:xfrm>
          <a:prstGeom prst="bracePair">
            <a:avLst>
              <a:gd name="adj" fmla="val 0"/>
            </a:avLst>
          </a:prstGeom>
          <a:noFill/>
          <a:ln w="3175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  <a:miter lim="800000"/>
          </a:ln>
        </p:spPr>
        <p:txBody>
          <a:bodyPr vert="horz" lIns="180000" tIns="0" rIns="72000" bIns="0" anchor="t" anchorCtr="0">
            <a:noAutofit/>
          </a:bodyPr>
          <a:lstStyle>
            <a:lvl1pPr algn="l">
              <a:defRPr sz="1600" b="1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A1346B40-4C18-684D-BB79-7330C00F8C80}"/>
              </a:ext>
            </a:extLst>
          </p:cNvPr>
          <p:cNvSpPr>
            <a:spLocks noGrp="1"/>
          </p:cNvSpPr>
          <p:nvPr userDrawn="1">
            <p:ph type="body" sz="quarter" idx="21"/>
          </p:nvPr>
        </p:nvSpPr>
        <p:spPr>
          <a:xfrm>
            <a:off x="4581524" y="2095500"/>
            <a:ext cx="3038475" cy="1714500"/>
          </a:xfrm>
          <a:prstGeom prst="bracePair">
            <a:avLst>
              <a:gd name="adj" fmla="val 0"/>
            </a:avLst>
          </a:prstGeom>
          <a:noFill/>
          <a:ln w="3175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  <a:miter lim="800000"/>
          </a:ln>
        </p:spPr>
        <p:txBody>
          <a:bodyPr vert="horz" lIns="180000" tIns="0" rIns="72000" bIns="0" anchor="t" anchorCtr="0">
            <a:noAutofit/>
          </a:bodyPr>
          <a:lstStyle>
            <a:lvl1pPr algn="l">
              <a:defRPr sz="1600" b="1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9C542388-4CB0-0E4B-8533-E396BC54C1DE}"/>
              </a:ext>
            </a:extLst>
          </p:cNvPr>
          <p:cNvSpPr>
            <a:spLocks noGrp="1"/>
          </p:cNvSpPr>
          <p:nvPr userDrawn="1">
            <p:ph type="body" sz="quarter" idx="22"/>
          </p:nvPr>
        </p:nvSpPr>
        <p:spPr>
          <a:xfrm>
            <a:off x="8015630" y="2095500"/>
            <a:ext cx="3048000" cy="1714500"/>
          </a:xfrm>
          <a:prstGeom prst="bracePair">
            <a:avLst>
              <a:gd name="adj" fmla="val 0"/>
            </a:avLst>
          </a:prstGeom>
          <a:noFill/>
          <a:ln w="3175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  <a:miter lim="800000"/>
          </a:ln>
        </p:spPr>
        <p:txBody>
          <a:bodyPr vert="horz" lIns="180000" tIns="0" rIns="72000" bIns="0" anchor="t" anchorCtr="0">
            <a:noAutofit/>
          </a:bodyPr>
          <a:lstStyle>
            <a:lvl1pPr algn="l">
              <a:defRPr sz="1600" b="1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endParaRPr lang="ru-RU" dirty="0"/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9304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блока с полосой, цветной фон 1/3">
    <p:bg>
      <p:bgPr>
        <a:solidFill>
          <a:srgbClr val="181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5BD79E-5A34-A944-9A3E-6C99E1FCF91D}"/>
              </a:ext>
            </a:extLst>
          </p:cNvPr>
          <p:cNvSpPr/>
          <p:nvPr userDrawn="1"/>
        </p:nvSpPr>
        <p:spPr>
          <a:xfrm flipH="1">
            <a:off x="0" y="0"/>
            <a:ext cx="800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x-none" sz="1400"/>
          </a:p>
        </p:txBody>
      </p:sp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3810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849A83C-DBE9-DC4D-AEA9-77E777F407BD}"/>
              </a:ext>
            </a:extLst>
          </p:cNvPr>
          <p:cNvSpPr>
            <a:spLocks noGrp="1"/>
          </p:cNvSpPr>
          <p:nvPr userDrawn="1">
            <p:ph type="body" sz="quarter" idx="20"/>
          </p:nvPr>
        </p:nvSpPr>
        <p:spPr>
          <a:xfrm>
            <a:off x="762000" y="2095500"/>
            <a:ext cx="3048000" cy="1714500"/>
          </a:xfrm>
          <a:prstGeom prst="bracePair">
            <a:avLst>
              <a:gd name="adj" fmla="val 0"/>
            </a:avLst>
          </a:prstGeom>
          <a:noFill/>
          <a:ln w="3175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  <a:miter lim="800000"/>
          </a:ln>
        </p:spPr>
        <p:txBody>
          <a:bodyPr vert="horz" lIns="180000" tIns="0" rIns="72000" bIns="0" anchor="t" anchorCtr="0">
            <a:noAutofit/>
          </a:bodyPr>
          <a:lstStyle>
            <a:lvl1pPr algn="l">
              <a:defRPr sz="1600" b="1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A1346B40-4C18-684D-BB79-7330C00F8C80}"/>
              </a:ext>
            </a:extLst>
          </p:cNvPr>
          <p:cNvSpPr>
            <a:spLocks noGrp="1"/>
          </p:cNvSpPr>
          <p:nvPr userDrawn="1">
            <p:ph type="body" sz="quarter" idx="21"/>
          </p:nvPr>
        </p:nvSpPr>
        <p:spPr>
          <a:xfrm>
            <a:off x="4581524" y="2095500"/>
            <a:ext cx="3038475" cy="1714500"/>
          </a:xfrm>
          <a:prstGeom prst="bracePair">
            <a:avLst>
              <a:gd name="adj" fmla="val 0"/>
            </a:avLst>
          </a:prstGeom>
          <a:noFill/>
          <a:ln w="3175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  <a:miter lim="800000"/>
          </a:ln>
        </p:spPr>
        <p:txBody>
          <a:bodyPr vert="horz" lIns="180000" tIns="0" rIns="72000" bIns="0" anchor="t" anchorCtr="0">
            <a:noAutofit/>
          </a:bodyPr>
          <a:lstStyle>
            <a:lvl1pPr algn="l">
              <a:defRPr sz="1600" b="1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9C542388-4CB0-0E4B-8533-E396BC54C1DE}"/>
              </a:ext>
            </a:extLst>
          </p:cNvPr>
          <p:cNvSpPr>
            <a:spLocks noGrp="1"/>
          </p:cNvSpPr>
          <p:nvPr userDrawn="1">
            <p:ph type="body" sz="quarter" idx="22"/>
          </p:nvPr>
        </p:nvSpPr>
        <p:spPr>
          <a:xfrm>
            <a:off x="8015630" y="2095500"/>
            <a:ext cx="3048000" cy="1714500"/>
          </a:xfrm>
          <a:prstGeom prst="bracePair">
            <a:avLst>
              <a:gd name="adj" fmla="val 0"/>
            </a:avLst>
          </a:prstGeom>
          <a:noFill/>
          <a:ln w="3175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  <a:miter lim="800000"/>
          </a:ln>
        </p:spPr>
        <p:txBody>
          <a:bodyPr vert="horz" lIns="180000" tIns="0" rIns="72000" bIns="0" anchor="t" anchorCtr="0">
            <a:noAutofit/>
          </a:bodyPr>
          <a:lstStyle>
            <a:lvl1pPr algn="l">
              <a:defRPr sz="1600" b="1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lang="ru-RU" dirty="0"/>
          </a:p>
        </p:txBody>
      </p:sp>
      <p:pic>
        <p:nvPicPr>
          <p:cNvPr id="20" name="Рисунок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9787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блока с полосой, цветной фон">
    <p:bg>
      <p:bgPr>
        <a:solidFill>
          <a:srgbClr val="181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3810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849A83C-DBE9-DC4D-AEA9-77E777F407BD}"/>
              </a:ext>
            </a:extLst>
          </p:cNvPr>
          <p:cNvSpPr>
            <a:spLocks noGrp="1"/>
          </p:cNvSpPr>
          <p:nvPr userDrawn="1">
            <p:ph type="body" sz="quarter" idx="20"/>
          </p:nvPr>
        </p:nvSpPr>
        <p:spPr>
          <a:xfrm>
            <a:off x="762000" y="2095500"/>
            <a:ext cx="3048000" cy="1714500"/>
          </a:xfrm>
          <a:prstGeom prst="bracePair">
            <a:avLst>
              <a:gd name="adj" fmla="val 0"/>
            </a:avLst>
          </a:prstGeom>
          <a:noFill/>
          <a:ln w="3175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  <a:miter lim="800000"/>
          </a:ln>
        </p:spPr>
        <p:txBody>
          <a:bodyPr vert="horz" lIns="180000" tIns="0" rIns="72000" bIns="0" anchor="t" anchorCtr="0">
            <a:noAutofit/>
          </a:bodyPr>
          <a:lstStyle>
            <a:lvl1pPr algn="l">
              <a:defRPr sz="1600" b="1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A1346B40-4C18-684D-BB79-7330C00F8C80}"/>
              </a:ext>
            </a:extLst>
          </p:cNvPr>
          <p:cNvSpPr>
            <a:spLocks noGrp="1"/>
          </p:cNvSpPr>
          <p:nvPr userDrawn="1">
            <p:ph type="body" sz="quarter" idx="21"/>
          </p:nvPr>
        </p:nvSpPr>
        <p:spPr>
          <a:xfrm>
            <a:off x="4581524" y="2095500"/>
            <a:ext cx="3038475" cy="1714500"/>
          </a:xfrm>
          <a:prstGeom prst="bracePair">
            <a:avLst>
              <a:gd name="adj" fmla="val 0"/>
            </a:avLst>
          </a:prstGeom>
          <a:noFill/>
          <a:ln w="3175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  <a:miter lim="800000"/>
          </a:ln>
        </p:spPr>
        <p:txBody>
          <a:bodyPr vert="horz" lIns="180000" tIns="0" rIns="72000" bIns="0" anchor="t" anchorCtr="0">
            <a:noAutofit/>
          </a:bodyPr>
          <a:lstStyle>
            <a:lvl1pPr algn="l">
              <a:defRPr sz="1600" b="1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9C542388-4CB0-0E4B-8533-E396BC54C1DE}"/>
              </a:ext>
            </a:extLst>
          </p:cNvPr>
          <p:cNvSpPr>
            <a:spLocks noGrp="1"/>
          </p:cNvSpPr>
          <p:nvPr userDrawn="1">
            <p:ph type="body" sz="quarter" idx="22"/>
          </p:nvPr>
        </p:nvSpPr>
        <p:spPr>
          <a:xfrm>
            <a:off x="8015630" y="2095500"/>
            <a:ext cx="3048000" cy="1714500"/>
          </a:xfrm>
          <a:prstGeom prst="bracePair">
            <a:avLst>
              <a:gd name="adj" fmla="val 0"/>
            </a:avLst>
          </a:prstGeom>
          <a:noFill/>
          <a:ln w="3175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  <a:miter lim="800000"/>
          </a:ln>
        </p:spPr>
        <p:txBody>
          <a:bodyPr vert="horz" lIns="180000" tIns="0" rIns="72000" bIns="0" anchor="t" anchorCtr="0">
            <a:noAutofit/>
          </a:bodyPr>
          <a:lstStyle>
            <a:lvl1pPr algn="l">
              <a:defRPr sz="1600" b="1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lang="ru-RU" dirty="0"/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4582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сто. Четко. Компетентно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Yellow strip">
            <a:extLst>
              <a:ext uri="{FF2B5EF4-FFF2-40B4-BE49-F238E27FC236}">
                <a16:creationId xmlns:a16="http://schemas.microsoft.com/office/drawing/2014/main" id="{9BE922A6-20C8-E742-B6AD-C8D028B8C962}"/>
              </a:ext>
            </a:extLst>
          </p:cNvPr>
          <p:cNvSpPr/>
          <p:nvPr userDrawn="1"/>
        </p:nvSpPr>
        <p:spPr>
          <a:xfrm>
            <a:off x="10668000" y="0"/>
            <a:ext cx="1524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3810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30049B-621C-BA48-BF04-178AC3F29314}"/>
              </a:ext>
            </a:extLst>
          </p:cNvPr>
          <p:cNvSpPr txBox="1"/>
          <p:nvPr userDrawn="1"/>
        </p:nvSpPr>
        <p:spPr>
          <a:xfrm>
            <a:off x="747979" y="2095500"/>
            <a:ext cx="1552042" cy="380999"/>
          </a:xfrm>
          <a:prstGeom prst="rect">
            <a:avLst/>
          </a:prstGeom>
          <a:noFill/>
        </p:spPr>
        <p:txBody>
          <a:bodyPr wrap="none" lIns="0" tIns="0" rIns="0" bIns="46800" rtlCol="0">
            <a:noAutofit/>
          </a:bodyPr>
          <a:lstStyle/>
          <a:p>
            <a:pPr algn="l"/>
            <a:r>
              <a:rPr lang="ru-RU" sz="3200" b="1" dirty="0"/>
              <a:t>Просто.</a:t>
            </a:r>
            <a:endParaRPr lang="x-none" sz="3200" b="1" dirty="0" err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F68362-121E-224D-9BDC-618DA4243F4E}"/>
              </a:ext>
            </a:extLst>
          </p:cNvPr>
          <p:cNvSpPr txBox="1"/>
          <p:nvPr userDrawn="1"/>
        </p:nvSpPr>
        <p:spPr>
          <a:xfrm>
            <a:off x="3810001" y="2095500"/>
            <a:ext cx="1552042" cy="380999"/>
          </a:xfrm>
          <a:prstGeom prst="rect">
            <a:avLst/>
          </a:prstGeom>
          <a:noFill/>
        </p:spPr>
        <p:txBody>
          <a:bodyPr wrap="none" lIns="0" tIns="0" rIns="0" bIns="46800" rtlCol="0">
            <a:noAutofit/>
          </a:bodyPr>
          <a:lstStyle/>
          <a:p>
            <a:pPr algn="l"/>
            <a:r>
              <a:rPr lang="ru-RU" sz="3200" b="1" dirty="0"/>
              <a:t>Четко.</a:t>
            </a:r>
            <a:endParaRPr lang="x-none" sz="3200" b="1" dirty="0" err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90AD7D-D969-524C-A294-3EE5244C3694}"/>
              </a:ext>
            </a:extLst>
          </p:cNvPr>
          <p:cNvSpPr txBox="1"/>
          <p:nvPr userDrawn="1"/>
        </p:nvSpPr>
        <p:spPr>
          <a:xfrm>
            <a:off x="6872023" y="2095500"/>
            <a:ext cx="3047999" cy="380999"/>
          </a:xfrm>
          <a:prstGeom prst="rect">
            <a:avLst/>
          </a:prstGeom>
          <a:noFill/>
        </p:spPr>
        <p:txBody>
          <a:bodyPr wrap="none" lIns="0" tIns="0" rIns="0" bIns="46800" rtlCol="0">
            <a:noAutofit/>
          </a:bodyPr>
          <a:lstStyle/>
          <a:p>
            <a:pPr algn="l"/>
            <a:r>
              <a:rPr lang="ru-RU" sz="3200" b="1" dirty="0"/>
              <a:t>Компетентно.</a:t>
            </a:r>
            <a:endParaRPr lang="x-none" sz="3200" b="1" dirty="0" err="1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14297EE-77F2-DA4F-9459-462F4D089B33}"/>
              </a:ext>
            </a:extLst>
          </p:cNvPr>
          <p:cNvCxnSpPr/>
          <p:nvPr userDrawn="1"/>
        </p:nvCxnSpPr>
        <p:spPr>
          <a:xfrm>
            <a:off x="761999" y="2667000"/>
            <a:ext cx="2286001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0C2D754-4786-A242-A9B9-44ADB5C70AFB}"/>
              </a:ext>
            </a:extLst>
          </p:cNvPr>
          <p:cNvCxnSpPr/>
          <p:nvPr userDrawn="1"/>
        </p:nvCxnSpPr>
        <p:spPr>
          <a:xfrm>
            <a:off x="3810000" y="2667000"/>
            <a:ext cx="2286001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01F0FBD-FCFE-3943-8D91-D770369361DF}"/>
              </a:ext>
            </a:extLst>
          </p:cNvPr>
          <p:cNvCxnSpPr>
            <a:cxnSpLocks/>
          </p:cNvCxnSpPr>
          <p:nvPr userDrawn="1"/>
        </p:nvCxnSpPr>
        <p:spPr>
          <a:xfrm>
            <a:off x="6872024" y="2667000"/>
            <a:ext cx="3047999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3A0644-3A8C-A144-8FBC-1C7E27CC612C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762000" y="2857500"/>
            <a:ext cx="2667000" cy="2286000"/>
          </a:xfrm>
          <a:prstGeom prst="rect">
            <a:avLst/>
          </a:prstGeom>
        </p:spPr>
        <p:txBody>
          <a:bodyPr lIns="0">
            <a:noAutofit/>
          </a:bodyPr>
          <a:lstStyle>
            <a:lvl1pPr marL="171450" indent="-171450">
              <a:buFont typeface="Wingdings" pitchFamily="2" charset="2"/>
              <a:buChar char="§"/>
              <a:defRPr/>
            </a:lvl1pPr>
          </a:lstStyle>
          <a:p>
            <a:pPr lvl="0"/>
            <a:endParaRPr lang="x-none" dirty="0"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0807740B-78AF-9546-A3CD-E80626054324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3810000" y="2857500"/>
            <a:ext cx="2667000" cy="2286000"/>
          </a:xfrm>
          <a:prstGeom prst="rect">
            <a:avLst/>
          </a:prstGeom>
        </p:spPr>
        <p:txBody>
          <a:bodyPr lIns="0">
            <a:noAutofit/>
          </a:bodyPr>
          <a:lstStyle>
            <a:lvl1pPr marL="171450" indent="-171450">
              <a:buFont typeface="Wingdings" pitchFamily="2" charset="2"/>
              <a:buChar char="§"/>
              <a:defRPr/>
            </a:lvl1pPr>
          </a:lstStyle>
          <a:p>
            <a:pPr lvl="0"/>
            <a:endParaRPr lang="x-none" dirty="0"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57E8F205-31F8-C443-9E7D-BC67C3E71695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6872023" y="2857500"/>
            <a:ext cx="2667000" cy="2286000"/>
          </a:xfrm>
          <a:prstGeom prst="rect">
            <a:avLst/>
          </a:prstGeom>
        </p:spPr>
        <p:txBody>
          <a:bodyPr lIns="0">
            <a:noAutofit/>
          </a:bodyPr>
          <a:lstStyle>
            <a:lvl1pPr marL="171450" indent="-171450">
              <a:buFont typeface="Wingdings" pitchFamily="2" charset="2"/>
              <a:buChar char="§"/>
              <a:defRPr/>
            </a:lvl1pPr>
          </a:lstStyle>
          <a:p>
            <a:pPr lvl="0"/>
            <a:endParaRPr lang="x-none" dirty="0"/>
          </a:p>
        </p:txBody>
      </p:sp>
      <p:pic>
        <p:nvPicPr>
          <p:cNvPr id="29" name="Рисунок 2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3643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блока с цветными заголов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FC9789AA-E9AD-A740-AFC5-5AF11B5337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145281" y="1905000"/>
            <a:ext cx="45719" cy="3456000"/>
          </a:xfrm>
          <a:prstGeom prst="bracePair">
            <a:avLst>
              <a:gd name="adj" fmla="val 0"/>
            </a:avLst>
          </a:prstGeom>
          <a:ln w="635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0" scaled="1"/>
              <a:tileRect/>
            </a:gradFill>
            <a:miter lim="800000"/>
          </a:ln>
        </p:spPr>
        <p:txBody>
          <a:bodyPr vert="vert" tIns="0" rIns="234000" bIns="0">
            <a:noAutofit/>
          </a:bodyPr>
          <a:lstStyle>
            <a:lvl1pPr>
              <a:defRPr sz="100" b="0">
                <a:ln>
                  <a:noFill/>
                </a:ln>
                <a:noFill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/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3810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B6A84-1F1C-6345-B7B7-71DEFC24D91E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762000" y="2677552"/>
            <a:ext cx="3048000" cy="2656598"/>
          </a:xfrm>
          <a:prstGeom prst="rect">
            <a:avLst/>
          </a:prstGeom>
        </p:spPr>
        <p:txBody>
          <a:bodyPr lIns="0">
            <a:noAutofit/>
          </a:bodyPr>
          <a:lstStyle/>
          <a:p>
            <a:pPr lvl="0"/>
            <a:endParaRPr lang="x-none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A437B321-C0D0-9840-942C-57E7711A3529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762000" y="1905151"/>
            <a:ext cx="3048000" cy="571500"/>
          </a:xfrm>
          <a:prstGeom prst="rect">
            <a:avLst/>
          </a:prstGeom>
        </p:spPr>
        <p:txBody>
          <a:bodyPr lIns="0" tIns="0">
            <a:noAutofit/>
          </a:bodyPr>
          <a:lstStyle>
            <a:lvl1pPr>
              <a:lnSpc>
                <a:spcPct val="90000"/>
              </a:lnSpc>
              <a:defRPr sz="2000" b="1">
                <a:solidFill>
                  <a:schemeClr val="accent3"/>
                </a:solidFill>
              </a:defRPr>
            </a:lvl1pPr>
          </a:lstStyle>
          <a:p>
            <a:pPr lvl="0"/>
            <a:endParaRPr lang="x-none" dirty="0"/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D84A774E-75B9-5E46-BC28-165D375C95CC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4572000" y="2677552"/>
            <a:ext cx="3048000" cy="2656598"/>
          </a:xfrm>
          <a:prstGeom prst="rect">
            <a:avLst/>
          </a:prstGeom>
        </p:spPr>
        <p:txBody>
          <a:bodyPr lIns="0">
            <a:noAutofit/>
          </a:bodyPr>
          <a:lstStyle/>
          <a:p>
            <a:pPr lvl="0"/>
            <a:endParaRPr lang="x-none" dirty="0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BF3C8B70-8368-AA4B-A1DE-7D3893C42971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4572000" y="1905151"/>
            <a:ext cx="3048000" cy="571500"/>
          </a:xfrm>
          <a:prstGeom prst="rect">
            <a:avLst/>
          </a:prstGeom>
        </p:spPr>
        <p:txBody>
          <a:bodyPr lIns="0" tIns="0">
            <a:noAutofit/>
          </a:bodyPr>
          <a:lstStyle>
            <a:lvl1pPr>
              <a:lnSpc>
                <a:spcPct val="90000"/>
              </a:lnSpc>
              <a:defRPr sz="2000" b="1">
                <a:solidFill>
                  <a:schemeClr val="accent4"/>
                </a:solidFill>
              </a:defRPr>
            </a:lvl1pPr>
          </a:lstStyle>
          <a:p>
            <a:pPr lvl="0"/>
            <a:endParaRPr lang="x-none" dirty="0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A3EA9F24-3E53-6E43-A96B-99735961E29F}"/>
              </a:ext>
            </a:extLst>
          </p:cNvPr>
          <p:cNvSpPr>
            <a:spLocks noGrp="1"/>
          </p:cNvSpPr>
          <p:nvPr userDrawn="1">
            <p:ph type="body" sz="quarter" idx="19"/>
          </p:nvPr>
        </p:nvSpPr>
        <p:spPr>
          <a:xfrm>
            <a:off x="8382000" y="2677552"/>
            <a:ext cx="3048000" cy="2656598"/>
          </a:xfrm>
          <a:prstGeom prst="rect">
            <a:avLst/>
          </a:prstGeom>
        </p:spPr>
        <p:txBody>
          <a:bodyPr lIns="0">
            <a:noAutofit/>
          </a:bodyPr>
          <a:lstStyle/>
          <a:p>
            <a:pPr lvl="0"/>
            <a:endParaRPr lang="x-none" dirty="0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405ACA2A-484A-5048-BD8C-D92EC9C282D4}"/>
              </a:ext>
            </a:extLst>
          </p:cNvPr>
          <p:cNvSpPr>
            <a:spLocks noGrp="1"/>
          </p:cNvSpPr>
          <p:nvPr userDrawn="1">
            <p:ph type="body" sz="quarter" idx="20"/>
          </p:nvPr>
        </p:nvSpPr>
        <p:spPr>
          <a:xfrm>
            <a:off x="8382000" y="1905151"/>
            <a:ext cx="3048000" cy="571500"/>
          </a:xfrm>
          <a:prstGeom prst="rect">
            <a:avLst/>
          </a:prstGeom>
        </p:spPr>
        <p:txBody>
          <a:bodyPr lIns="0" tIns="0">
            <a:noAutofit/>
          </a:bodyPr>
          <a:lstStyle>
            <a:lvl1pPr>
              <a:lnSpc>
                <a:spcPct val="90000"/>
              </a:lnSpc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endParaRPr lang="x-none" dirty="0"/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6577492D-BE80-1041-A0A8-CC753B4F846B}"/>
              </a:ext>
            </a:extLst>
          </p:cNvPr>
          <p:cNvSpPr>
            <a:spLocks noGrp="1"/>
          </p:cNvSpPr>
          <p:nvPr userDrawn="1">
            <p:ph type="body" sz="quarter" idx="28"/>
          </p:nvPr>
        </p:nvSpPr>
        <p:spPr>
          <a:xfrm>
            <a:off x="7952740" y="1905000"/>
            <a:ext cx="45719" cy="3456000"/>
          </a:xfrm>
          <a:prstGeom prst="bracePair">
            <a:avLst>
              <a:gd name="adj" fmla="val 0"/>
            </a:avLst>
          </a:prstGeom>
          <a:ln w="635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0" scaled="1"/>
              <a:tileRect/>
            </a:gradFill>
            <a:miter lim="800000"/>
          </a:ln>
        </p:spPr>
        <p:txBody>
          <a:bodyPr vert="vert" tIns="0" rIns="234000" bIns="0">
            <a:noAutofit/>
          </a:bodyPr>
          <a:lstStyle>
            <a:lvl1pPr>
              <a:defRPr sz="100" b="0">
                <a:ln>
                  <a:noFill/>
                </a:ln>
                <a:noFill/>
              </a:defRPr>
            </a:lvl1pPr>
          </a:lstStyle>
          <a:p>
            <a:pPr lvl="0"/>
            <a:endParaRPr lang="ru-RU" dirty="0"/>
          </a:p>
        </p:txBody>
      </p:sp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2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блока с цветными заголов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FC9789AA-E9AD-A740-AFC5-5AF11B5337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288280" y="1520825"/>
            <a:ext cx="45719" cy="4194000"/>
          </a:xfrm>
          <a:prstGeom prst="bracePair">
            <a:avLst>
              <a:gd name="adj" fmla="val 0"/>
            </a:avLst>
          </a:prstGeom>
          <a:ln w="635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0" scaled="1"/>
              <a:tileRect/>
            </a:gradFill>
            <a:miter lim="800000"/>
          </a:ln>
        </p:spPr>
        <p:txBody>
          <a:bodyPr vert="vert" tIns="0" rIns="234000" bIns="0">
            <a:noAutofit/>
          </a:bodyPr>
          <a:lstStyle>
            <a:lvl1pPr>
              <a:defRPr sz="100" b="0">
                <a:ln>
                  <a:noFill/>
                </a:ln>
                <a:noFill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/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3810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B6A84-1F1C-6345-B7B7-71DEFC24D91E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762000" y="2296402"/>
            <a:ext cx="3810000" cy="1132598"/>
          </a:xfrm>
          <a:prstGeom prst="rect">
            <a:avLst/>
          </a:prstGeom>
        </p:spPr>
        <p:txBody>
          <a:bodyPr lIns="0">
            <a:noAutofit/>
          </a:bodyPr>
          <a:lstStyle/>
          <a:p>
            <a:pPr lvl="0"/>
            <a:endParaRPr lang="x-none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A437B321-C0D0-9840-942C-57E7711A3529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762000" y="1524001"/>
            <a:ext cx="3810000" cy="571500"/>
          </a:xfrm>
          <a:prstGeom prst="rect">
            <a:avLst/>
          </a:prstGeom>
        </p:spPr>
        <p:txBody>
          <a:bodyPr lIns="0" tIns="0">
            <a:noAutofit/>
          </a:bodyPr>
          <a:lstStyle>
            <a:lvl1pPr>
              <a:lnSpc>
                <a:spcPct val="90000"/>
              </a:lnSpc>
              <a:defRPr sz="2000" b="1">
                <a:solidFill>
                  <a:schemeClr val="accent3"/>
                </a:solidFill>
              </a:defRPr>
            </a:lvl1pPr>
          </a:lstStyle>
          <a:p>
            <a:pPr lvl="0"/>
            <a:endParaRPr lang="x-none" dirty="0"/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D84A774E-75B9-5E46-BC28-165D375C95CC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6105527" y="2296402"/>
            <a:ext cx="3809998" cy="1132598"/>
          </a:xfrm>
          <a:prstGeom prst="rect">
            <a:avLst/>
          </a:prstGeom>
        </p:spPr>
        <p:txBody>
          <a:bodyPr lIns="0">
            <a:noAutofit/>
          </a:bodyPr>
          <a:lstStyle/>
          <a:p>
            <a:pPr lvl="0"/>
            <a:endParaRPr lang="x-none" dirty="0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BF3C8B70-8368-AA4B-A1DE-7D3893C42971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6105527" y="1524001"/>
            <a:ext cx="3809998" cy="571500"/>
          </a:xfrm>
          <a:prstGeom prst="rect">
            <a:avLst/>
          </a:prstGeom>
        </p:spPr>
        <p:txBody>
          <a:bodyPr lIns="0" tIns="0">
            <a:noAutofit/>
          </a:bodyPr>
          <a:lstStyle>
            <a:lvl1pPr>
              <a:lnSpc>
                <a:spcPct val="90000"/>
              </a:lnSpc>
              <a:defRPr sz="2000" b="1">
                <a:solidFill>
                  <a:schemeClr val="accent4"/>
                </a:solidFill>
              </a:defRPr>
            </a:lvl1pPr>
          </a:lstStyle>
          <a:p>
            <a:pPr lvl="0"/>
            <a:endParaRPr lang="x-non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F9FD3E6-2345-2C47-A2B4-BD1E95EDFD44}"/>
              </a:ext>
            </a:extLst>
          </p:cNvPr>
          <p:cNvSpPr>
            <a:spLocks noGrp="1"/>
          </p:cNvSpPr>
          <p:nvPr userDrawn="1">
            <p:ph type="body" sz="quarter" idx="21"/>
          </p:nvPr>
        </p:nvSpPr>
        <p:spPr>
          <a:xfrm>
            <a:off x="762000" y="4582401"/>
            <a:ext cx="3810000" cy="1137476"/>
          </a:xfrm>
          <a:prstGeom prst="rect">
            <a:avLst/>
          </a:prstGeom>
        </p:spPr>
        <p:txBody>
          <a:bodyPr lIns="0">
            <a:noAutofit/>
          </a:bodyPr>
          <a:lstStyle/>
          <a:p>
            <a:pPr lvl="0"/>
            <a:endParaRPr lang="x-none" dirty="0"/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1CC8E56E-ED3B-684D-98FC-E1AA46B0892C}"/>
              </a:ext>
            </a:extLst>
          </p:cNvPr>
          <p:cNvSpPr>
            <a:spLocks noGrp="1"/>
          </p:cNvSpPr>
          <p:nvPr userDrawn="1">
            <p:ph type="body" sz="quarter" idx="22"/>
          </p:nvPr>
        </p:nvSpPr>
        <p:spPr>
          <a:xfrm>
            <a:off x="762000" y="3810000"/>
            <a:ext cx="3810000" cy="571500"/>
          </a:xfrm>
          <a:prstGeom prst="rect">
            <a:avLst/>
          </a:prstGeom>
        </p:spPr>
        <p:txBody>
          <a:bodyPr lIns="0" tIns="0">
            <a:noAutofit/>
          </a:bodyPr>
          <a:lstStyle>
            <a:lvl1pPr>
              <a:lnSpc>
                <a:spcPct val="90000"/>
              </a:lnSpc>
              <a:defRPr sz="2000" b="1">
                <a:solidFill>
                  <a:schemeClr val="accent4"/>
                </a:solidFill>
              </a:defRPr>
            </a:lvl1pPr>
          </a:lstStyle>
          <a:p>
            <a:pPr lvl="0"/>
            <a:endParaRPr lang="x-none" dirty="0"/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9BB58B5F-D4C2-8246-887C-FEDC8A18FA95}"/>
              </a:ext>
            </a:extLst>
          </p:cNvPr>
          <p:cNvSpPr>
            <a:spLocks noGrp="1"/>
          </p:cNvSpPr>
          <p:nvPr userDrawn="1">
            <p:ph type="body" sz="quarter" idx="23"/>
          </p:nvPr>
        </p:nvSpPr>
        <p:spPr>
          <a:xfrm>
            <a:off x="6105527" y="4577524"/>
            <a:ext cx="3809998" cy="1137476"/>
          </a:xfrm>
          <a:prstGeom prst="rect">
            <a:avLst/>
          </a:prstGeom>
        </p:spPr>
        <p:txBody>
          <a:bodyPr lIns="0">
            <a:noAutofit/>
          </a:bodyPr>
          <a:lstStyle/>
          <a:p>
            <a:pPr lvl="0"/>
            <a:endParaRPr lang="x-none" dirty="0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85235F49-945C-0E49-A7FA-EE581925089C}"/>
              </a:ext>
            </a:extLst>
          </p:cNvPr>
          <p:cNvSpPr>
            <a:spLocks noGrp="1"/>
          </p:cNvSpPr>
          <p:nvPr userDrawn="1">
            <p:ph type="body" sz="quarter" idx="24"/>
          </p:nvPr>
        </p:nvSpPr>
        <p:spPr>
          <a:xfrm>
            <a:off x="6105527" y="3805123"/>
            <a:ext cx="3809998" cy="571500"/>
          </a:xfrm>
          <a:prstGeom prst="rect">
            <a:avLst/>
          </a:prstGeom>
        </p:spPr>
        <p:txBody>
          <a:bodyPr lIns="0" tIns="0">
            <a:noAutofit/>
          </a:bodyPr>
          <a:lstStyle>
            <a:lvl1pPr>
              <a:lnSpc>
                <a:spcPct val="90000"/>
              </a:lnSpc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endParaRPr lang="x-none" dirty="0"/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1736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блоков с цветными заголов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5FE8E01A-38C2-6541-A5DB-57C897C1E36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954200" y="1520825"/>
            <a:ext cx="46800" cy="1908000"/>
          </a:xfrm>
          <a:prstGeom prst="bracePair">
            <a:avLst>
              <a:gd name="adj" fmla="val 0"/>
            </a:avLst>
          </a:prstGeom>
          <a:ln w="635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0" scaled="1"/>
              <a:tileRect/>
            </a:gradFill>
            <a:miter lim="800000"/>
          </a:ln>
        </p:spPr>
        <p:txBody>
          <a:bodyPr vert="vert" tIns="0" rIns="234000" bIns="0">
            <a:noAutofit/>
          </a:bodyPr>
          <a:lstStyle>
            <a:lvl1pPr>
              <a:defRPr sz="100" b="0">
                <a:ln>
                  <a:noFill/>
                </a:ln>
                <a:noFill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FC9789AA-E9AD-A740-AFC5-5AF11B5337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145281" y="1520825"/>
            <a:ext cx="45719" cy="4194000"/>
          </a:xfrm>
          <a:prstGeom prst="bracePair">
            <a:avLst>
              <a:gd name="adj" fmla="val 0"/>
            </a:avLst>
          </a:prstGeom>
          <a:ln w="635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0" scaled="1"/>
              <a:tileRect/>
            </a:gradFill>
            <a:miter lim="800000"/>
          </a:ln>
        </p:spPr>
        <p:txBody>
          <a:bodyPr vert="vert" tIns="0" rIns="234000" bIns="0">
            <a:noAutofit/>
          </a:bodyPr>
          <a:lstStyle>
            <a:lvl1pPr>
              <a:defRPr sz="100" b="0">
                <a:ln>
                  <a:noFill/>
                </a:ln>
                <a:noFill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/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3810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B6A84-1F1C-6345-B7B7-71DEFC24D91E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762000" y="2296402"/>
            <a:ext cx="3048000" cy="1132598"/>
          </a:xfrm>
          <a:prstGeom prst="rect">
            <a:avLst/>
          </a:prstGeom>
        </p:spPr>
        <p:txBody>
          <a:bodyPr lIns="0">
            <a:noAutofit/>
          </a:bodyPr>
          <a:lstStyle/>
          <a:p>
            <a:pPr lvl="0"/>
            <a:endParaRPr lang="x-none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A437B321-C0D0-9840-942C-57E7711A3529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762000" y="1524001"/>
            <a:ext cx="3048000" cy="571500"/>
          </a:xfrm>
          <a:prstGeom prst="rect">
            <a:avLst/>
          </a:prstGeom>
        </p:spPr>
        <p:txBody>
          <a:bodyPr lIns="0" tIns="0">
            <a:noAutofit/>
          </a:bodyPr>
          <a:lstStyle>
            <a:lvl1pPr>
              <a:lnSpc>
                <a:spcPct val="90000"/>
              </a:lnSpc>
              <a:defRPr sz="2000" b="1">
                <a:solidFill>
                  <a:schemeClr val="accent3"/>
                </a:solidFill>
              </a:defRPr>
            </a:lvl1pPr>
          </a:lstStyle>
          <a:p>
            <a:pPr lvl="0"/>
            <a:endParaRPr lang="x-none" dirty="0"/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D84A774E-75B9-5E46-BC28-165D375C95CC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4572000" y="2296402"/>
            <a:ext cx="3048000" cy="1132598"/>
          </a:xfrm>
          <a:prstGeom prst="rect">
            <a:avLst/>
          </a:prstGeom>
        </p:spPr>
        <p:txBody>
          <a:bodyPr lIns="0">
            <a:noAutofit/>
          </a:bodyPr>
          <a:lstStyle/>
          <a:p>
            <a:pPr lvl="0"/>
            <a:endParaRPr lang="x-none" dirty="0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BF3C8B70-8368-AA4B-A1DE-7D3893C42971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4572000" y="1524001"/>
            <a:ext cx="3048000" cy="571500"/>
          </a:xfrm>
          <a:prstGeom prst="rect">
            <a:avLst/>
          </a:prstGeom>
        </p:spPr>
        <p:txBody>
          <a:bodyPr lIns="0" tIns="0">
            <a:noAutofit/>
          </a:bodyPr>
          <a:lstStyle>
            <a:lvl1pPr>
              <a:lnSpc>
                <a:spcPct val="90000"/>
              </a:lnSpc>
              <a:defRPr sz="2000" b="1">
                <a:solidFill>
                  <a:schemeClr val="accent4"/>
                </a:solidFill>
              </a:defRPr>
            </a:lvl1pPr>
          </a:lstStyle>
          <a:p>
            <a:pPr lvl="0"/>
            <a:endParaRPr lang="x-none" dirty="0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A3EA9F24-3E53-6E43-A96B-99735961E29F}"/>
              </a:ext>
            </a:extLst>
          </p:cNvPr>
          <p:cNvSpPr>
            <a:spLocks noGrp="1"/>
          </p:cNvSpPr>
          <p:nvPr userDrawn="1">
            <p:ph type="body" sz="quarter" idx="19"/>
          </p:nvPr>
        </p:nvSpPr>
        <p:spPr>
          <a:xfrm>
            <a:off x="8382000" y="2296402"/>
            <a:ext cx="3048000" cy="1132598"/>
          </a:xfrm>
          <a:prstGeom prst="rect">
            <a:avLst/>
          </a:prstGeom>
        </p:spPr>
        <p:txBody>
          <a:bodyPr lIns="0">
            <a:noAutofit/>
          </a:bodyPr>
          <a:lstStyle/>
          <a:p>
            <a:pPr lvl="0"/>
            <a:endParaRPr lang="x-none" dirty="0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405ACA2A-484A-5048-BD8C-D92EC9C282D4}"/>
              </a:ext>
            </a:extLst>
          </p:cNvPr>
          <p:cNvSpPr>
            <a:spLocks noGrp="1"/>
          </p:cNvSpPr>
          <p:nvPr userDrawn="1">
            <p:ph type="body" sz="quarter" idx="20"/>
          </p:nvPr>
        </p:nvSpPr>
        <p:spPr>
          <a:xfrm>
            <a:off x="8382000" y="1524001"/>
            <a:ext cx="3048000" cy="571500"/>
          </a:xfrm>
          <a:prstGeom prst="rect">
            <a:avLst/>
          </a:prstGeom>
        </p:spPr>
        <p:txBody>
          <a:bodyPr lIns="0" tIns="0">
            <a:noAutofit/>
          </a:bodyPr>
          <a:lstStyle>
            <a:lvl1pPr>
              <a:lnSpc>
                <a:spcPct val="90000"/>
              </a:lnSpc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endParaRPr lang="x-non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F9FD3E6-2345-2C47-A2B4-BD1E95EDFD44}"/>
              </a:ext>
            </a:extLst>
          </p:cNvPr>
          <p:cNvSpPr>
            <a:spLocks noGrp="1"/>
          </p:cNvSpPr>
          <p:nvPr userDrawn="1">
            <p:ph type="body" sz="quarter" idx="21"/>
          </p:nvPr>
        </p:nvSpPr>
        <p:spPr>
          <a:xfrm>
            <a:off x="762000" y="4582401"/>
            <a:ext cx="3048000" cy="1137476"/>
          </a:xfrm>
          <a:prstGeom prst="rect">
            <a:avLst/>
          </a:prstGeom>
        </p:spPr>
        <p:txBody>
          <a:bodyPr lIns="0">
            <a:noAutofit/>
          </a:bodyPr>
          <a:lstStyle/>
          <a:p>
            <a:pPr lvl="0"/>
            <a:endParaRPr lang="x-none" dirty="0"/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1CC8E56E-ED3B-684D-98FC-E1AA46B0892C}"/>
              </a:ext>
            </a:extLst>
          </p:cNvPr>
          <p:cNvSpPr>
            <a:spLocks noGrp="1"/>
          </p:cNvSpPr>
          <p:nvPr userDrawn="1">
            <p:ph type="body" sz="quarter" idx="22"/>
          </p:nvPr>
        </p:nvSpPr>
        <p:spPr>
          <a:xfrm>
            <a:off x="762000" y="3810000"/>
            <a:ext cx="3048000" cy="571500"/>
          </a:xfrm>
          <a:prstGeom prst="rect">
            <a:avLst/>
          </a:prstGeom>
        </p:spPr>
        <p:txBody>
          <a:bodyPr lIns="0" tIns="0">
            <a:noAutofit/>
          </a:bodyPr>
          <a:lstStyle>
            <a:lvl1pPr>
              <a:lnSpc>
                <a:spcPct val="90000"/>
              </a:lnSpc>
              <a:defRPr sz="2000" b="1">
                <a:solidFill>
                  <a:schemeClr val="accent4"/>
                </a:solidFill>
              </a:defRPr>
            </a:lvl1pPr>
          </a:lstStyle>
          <a:p>
            <a:pPr lvl="0"/>
            <a:endParaRPr lang="x-none" dirty="0"/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9BB58B5F-D4C2-8246-887C-FEDC8A18FA95}"/>
              </a:ext>
            </a:extLst>
          </p:cNvPr>
          <p:cNvSpPr>
            <a:spLocks noGrp="1"/>
          </p:cNvSpPr>
          <p:nvPr userDrawn="1">
            <p:ph type="body" sz="quarter" idx="23"/>
          </p:nvPr>
        </p:nvSpPr>
        <p:spPr>
          <a:xfrm>
            <a:off x="4572000" y="4577524"/>
            <a:ext cx="6858000" cy="1137476"/>
          </a:xfrm>
          <a:prstGeom prst="rect">
            <a:avLst/>
          </a:prstGeom>
        </p:spPr>
        <p:txBody>
          <a:bodyPr lIns="0">
            <a:noAutofit/>
          </a:bodyPr>
          <a:lstStyle/>
          <a:p>
            <a:pPr lvl="0"/>
            <a:endParaRPr lang="x-none" dirty="0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85235F49-945C-0E49-A7FA-EE581925089C}"/>
              </a:ext>
            </a:extLst>
          </p:cNvPr>
          <p:cNvSpPr>
            <a:spLocks noGrp="1"/>
          </p:cNvSpPr>
          <p:nvPr userDrawn="1">
            <p:ph type="body" sz="quarter" idx="24"/>
          </p:nvPr>
        </p:nvSpPr>
        <p:spPr>
          <a:xfrm>
            <a:off x="4572000" y="3805123"/>
            <a:ext cx="6858000" cy="571500"/>
          </a:xfrm>
          <a:prstGeom prst="rect">
            <a:avLst/>
          </a:prstGeom>
        </p:spPr>
        <p:txBody>
          <a:bodyPr lIns="0" tIns="0">
            <a:noAutofit/>
          </a:bodyPr>
          <a:lstStyle>
            <a:lvl1pPr>
              <a:lnSpc>
                <a:spcPct val="90000"/>
              </a:lnSpc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endParaRPr lang="x-none" dirty="0"/>
          </a:p>
        </p:txBody>
      </p:sp>
      <p:pic>
        <p:nvPicPr>
          <p:cNvPr id="36" name="Рисунок 3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3953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блоков с цветными заголов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5FE8E01A-38C2-6541-A5DB-57C897C1E36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954200" y="1520825"/>
            <a:ext cx="46800" cy="1908000"/>
          </a:xfrm>
          <a:prstGeom prst="bracePair">
            <a:avLst>
              <a:gd name="adj" fmla="val 0"/>
            </a:avLst>
          </a:prstGeom>
          <a:ln w="635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0" scaled="1"/>
              <a:tileRect/>
            </a:gradFill>
            <a:miter lim="800000"/>
          </a:ln>
        </p:spPr>
        <p:txBody>
          <a:bodyPr vert="vert" tIns="0" rIns="234000" bIns="0">
            <a:noAutofit/>
          </a:bodyPr>
          <a:lstStyle>
            <a:lvl1pPr>
              <a:defRPr sz="100" b="0">
                <a:ln>
                  <a:noFill/>
                </a:ln>
                <a:noFill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FC9789AA-E9AD-A740-AFC5-5AF11B5337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145281" y="1520825"/>
            <a:ext cx="45719" cy="4194000"/>
          </a:xfrm>
          <a:prstGeom prst="bracePair">
            <a:avLst>
              <a:gd name="adj" fmla="val 0"/>
            </a:avLst>
          </a:prstGeom>
          <a:ln w="635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0" scaled="1"/>
              <a:tileRect/>
            </a:gradFill>
            <a:miter lim="800000"/>
          </a:ln>
        </p:spPr>
        <p:txBody>
          <a:bodyPr vert="vert" tIns="0" rIns="234000" bIns="0">
            <a:noAutofit/>
          </a:bodyPr>
          <a:lstStyle>
            <a:lvl1pPr>
              <a:defRPr sz="100" b="0">
                <a:ln>
                  <a:noFill/>
                </a:ln>
                <a:noFill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/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3810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B6A84-1F1C-6345-B7B7-71DEFC24D91E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762000" y="2296402"/>
            <a:ext cx="3048000" cy="1132598"/>
          </a:xfrm>
          <a:prstGeom prst="rect">
            <a:avLst/>
          </a:prstGeom>
        </p:spPr>
        <p:txBody>
          <a:bodyPr lIns="0">
            <a:noAutofit/>
          </a:bodyPr>
          <a:lstStyle/>
          <a:p>
            <a:pPr lvl="0"/>
            <a:endParaRPr lang="x-none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A437B321-C0D0-9840-942C-57E7711A3529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762000" y="1524001"/>
            <a:ext cx="3048000" cy="571500"/>
          </a:xfrm>
          <a:prstGeom prst="rect">
            <a:avLst/>
          </a:prstGeom>
        </p:spPr>
        <p:txBody>
          <a:bodyPr lIns="0" tIns="0">
            <a:noAutofit/>
          </a:bodyPr>
          <a:lstStyle>
            <a:lvl1pPr>
              <a:lnSpc>
                <a:spcPct val="90000"/>
              </a:lnSpc>
              <a:defRPr sz="2000" b="1">
                <a:solidFill>
                  <a:schemeClr val="accent3"/>
                </a:solidFill>
              </a:defRPr>
            </a:lvl1pPr>
          </a:lstStyle>
          <a:p>
            <a:pPr lvl="0"/>
            <a:endParaRPr lang="x-none" dirty="0"/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D84A774E-75B9-5E46-BC28-165D375C95CC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4572000" y="2296402"/>
            <a:ext cx="3048000" cy="1132598"/>
          </a:xfrm>
          <a:prstGeom prst="rect">
            <a:avLst/>
          </a:prstGeom>
        </p:spPr>
        <p:txBody>
          <a:bodyPr lIns="0">
            <a:noAutofit/>
          </a:bodyPr>
          <a:lstStyle/>
          <a:p>
            <a:pPr lvl="0"/>
            <a:endParaRPr lang="x-none" dirty="0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BF3C8B70-8368-AA4B-A1DE-7D3893C42971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4572000" y="1524001"/>
            <a:ext cx="3048000" cy="571500"/>
          </a:xfrm>
          <a:prstGeom prst="rect">
            <a:avLst/>
          </a:prstGeom>
        </p:spPr>
        <p:txBody>
          <a:bodyPr lIns="0" tIns="0">
            <a:noAutofit/>
          </a:bodyPr>
          <a:lstStyle>
            <a:lvl1pPr>
              <a:lnSpc>
                <a:spcPct val="90000"/>
              </a:lnSpc>
              <a:defRPr sz="2000" b="1">
                <a:solidFill>
                  <a:schemeClr val="accent4"/>
                </a:solidFill>
              </a:defRPr>
            </a:lvl1pPr>
          </a:lstStyle>
          <a:p>
            <a:pPr lvl="0"/>
            <a:endParaRPr lang="x-none" dirty="0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A3EA9F24-3E53-6E43-A96B-99735961E29F}"/>
              </a:ext>
            </a:extLst>
          </p:cNvPr>
          <p:cNvSpPr>
            <a:spLocks noGrp="1"/>
          </p:cNvSpPr>
          <p:nvPr userDrawn="1">
            <p:ph type="body" sz="quarter" idx="19"/>
          </p:nvPr>
        </p:nvSpPr>
        <p:spPr>
          <a:xfrm>
            <a:off x="8382000" y="2296402"/>
            <a:ext cx="3048000" cy="1132598"/>
          </a:xfrm>
          <a:prstGeom prst="rect">
            <a:avLst/>
          </a:prstGeom>
        </p:spPr>
        <p:txBody>
          <a:bodyPr lIns="0">
            <a:noAutofit/>
          </a:bodyPr>
          <a:lstStyle/>
          <a:p>
            <a:pPr lvl="0"/>
            <a:endParaRPr lang="x-none" dirty="0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405ACA2A-484A-5048-BD8C-D92EC9C282D4}"/>
              </a:ext>
            </a:extLst>
          </p:cNvPr>
          <p:cNvSpPr>
            <a:spLocks noGrp="1"/>
          </p:cNvSpPr>
          <p:nvPr userDrawn="1">
            <p:ph type="body" sz="quarter" idx="20"/>
          </p:nvPr>
        </p:nvSpPr>
        <p:spPr>
          <a:xfrm>
            <a:off x="8382000" y="1524001"/>
            <a:ext cx="3048000" cy="571500"/>
          </a:xfrm>
          <a:prstGeom prst="rect">
            <a:avLst/>
          </a:prstGeom>
        </p:spPr>
        <p:txBody>
          <a:bodyPr lIns="0" tIns="0">
            <a:noAutofit/>
          </a:bodyPr>
          <a:lstStyle>
            <a:lvl1pPr>
              <a:lnSpc>
                <a:spcPct val="90000"/>
              </a:lnSpc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endParaRPr lang="x-non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F9FD3E6-2345-2C47-A2B4-BD1E95EDFD44}"/>
              </a:ext>
            </a:extLst>
          </p:cNvPr>
          <p:cNvSpPr>
            <a:spLocks noGrp="1"/>
          </p:cNvSpPr>
          <p:nvPr userDrawn="1">
            <p:ph type="body" sz="quarter" idx="21"/>
          </p:nvPr>
        </p:nvSpPr>
        <p:spPr>
          <a:xfrm>
            <a:off x="762000" y="4582401"/>
            <a:ext cx="3048000" cy="1137476"/>
          </a:xfrm>
          <a:prstGeom prst="rect">
            <a:avLst/>
          </a:prstGeom>
        </p:spPr>
        <p:txBody>
          <a:bodyPr lIns="0">
            <a:noAutofit/>
          </a:bodyPr>
          <a:lstStyle/>
          <a:p>
            <a:pPr lvl="0"/>
            <a:endParaRPr lang="x-none" dirty="0"/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1CC8E56E-ED3B-684D-98FC-E1AA46B0892C}"/>
              </a:ext>
            </a:extLst>
          </p:cNvPr>
          <p:cNvSpPr>
            <a:spLocks noGrp="1"/>
          </p:cNvSpPr>
          <p:nvPr userDrawn="1">
            <p:ph type="body" sz="quarter" idx="22"/>
          </p:nvPr>
        </p:nvSpPr>
        <p:spPr>
          <a:xfrm>
            <a:off x="762000" y="3810000"/>
            <a:ext cx="3048000" cy="571500"/>
          </a:xfrm>
          <a:prstGeom prst="rect">
            <a:avLst/>
          </a:prstGeom>
        </p:spPr>
        <p:txBody>
          <a:bodyPr lIns="0" tIns="0">
            <a:noAutofit/>
          </a:bodyPr>
          <a:lstStyle>
            <a:lvl1pPr>
              <a:lnSpc>
                <a:spcPct val="90000"/>
              </a:lnSpc>
              <a:defRPr sz="2000" b="1">
                <a:solidFill>
                  <a:schemeClr val="accent4"/>
                </a:solidFill>
              </a:defRPr>
            </a:lvl1pPr>
          </a:lstStyle>
          <a:p>
            <a:pPr lvl="0"/>
            <a:endParaRPr lang="x-none" dirty="0"/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9BB58B5F-D4C2-8246-887C-FEDC8A18FA95}"/>
              </a:ext>
            </a:extLst>
          </p:cNvPr>
          <p:cNvSpPr>
            <a:spLocks noGrp="1"/>
          </p:cNvSpPr>
          <p:nvPr userDrawn="1">
            <p:ph type="body" sz="quarter" idx="23"/>
          </p:nvPr>
        </p:nvSpPr>
        <p:spPr>
          <a:xfrm>
            <a:off x="4572000" y="4577524"/>
            <a:ext cx="3048000" cy="1137476"/>
          </a:xfrm>
          <a:prstGeom prst="rect">
            <a:avLst/>
          </a:prstGeom>
        </p:spPr>
        <p:txBody>
          <a:bodyPr lIns="0">
            <a:noAutofit/>
          </a:bodyPr>
          <a:lstStyle/>
          <a:p>
            <a:pPr lvl="0"/>
            <a:endParaRPr lang="x-none" dirty="0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85235F49-945C-0E49-A7FA-EE581925089C}"/>
              </a:ext>
            </a:extLst>
          </p:cNvPr>
          <p:cNvSpPr>
            <a:spLocks noGrp="1"/>
          </p:cNvSpPr>
          <p:nvPr userDrawn="1">
            <p:ph type="body" sz="quarter" idx="24"/>
          </p:nvPr>
        </p:nvSpPr>
        <p:spPr>
          <a:xfrm>
            <a:off x="4572000" y="3805123"/>
            <a:ext cx="3048000" cy="571500"/>
          </a:xfrm>
          <a:prstGeom prst="rect">
            <a:avLst/>
          </a:prstGeom>
        </p:spPr>
        <p:txBody>
          <a:bodyPr lIns="0" tIns="0">
            <a:noAutofit/>
          </a:bodyPr>
          <a:lstStyle>
            <a:lvl1pPr>
              <a:lnSpc>
                <a:spcPct val="90000"/>
              </a:lnSpc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endParaRPr lang="x-none" dirty="0"/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E020D9D6-B6C5-8646-9156-7DFC9EF4EB36}"/>
              </a:ext>
            </a:extLst>
          </p:cNvPr>
          <p:cNvSpPr>
            <a:spLocks noGrp="1"/>
          </p:cNvSpPr>
          <p:nvPr userDrawn="1">
            <p:ph type="body" sz="quarter" idx="29"/>
          </p:nvPr>
        </p:nvSpPr>
        <p:spPr>
          <a:xfrm>
            <a:off x="8382000" y="4577524"/>
            <a:ext cx="3048000" cy="1137476"/>
          </a:xfrm>
          <a:prstGeom prst="rect">
            <a:avLst/>
          </a:prstGeom>
        </p:spPr>
        <p:txBody>
          <a:bodyPr lIns="0">
            <a:noAutofit/>
          </a:bodyPr>
          <a:lstStyle/>
          <a:p>
            <a:pPr lvl="0"/>
            <a:endParaRPr lang="x-none" dirty="0"/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E4276057-4233-864D-9D5B-F35AE6B3ECA0}"/>
              </a:ext>
            </a:extLst>
          </p:cNvPr>
          <p:cNvSpPr>
            <a:spLocks noGrp="1"/>
          </p:cNvSpPr>
          <p:nvPr userDrawn="1">
            <p:ph type="body" sz="quarter" idx="30"/>
          </p:nvPr>
        </p:nvSpPr>
        <p:spPr>
          <a:xfrm>
            <a:off x="8382000" y="3805123"/>
            <a:ext cx="3048000" cy="571500"/>
          </a:xfrm>
          <a:prstGeom prst="rect">
            <a:avLst/>
          </a:prstGeom>
        </p:spPr>
        <p:txBody>
          <a:bodyPr lIns="0" tIns="0">
            <a:noAutofit/>
          </a:bodyPr>
          <a:lstStyle>
            <a:lvl1pPr>
              <a:lnSpc>
                <a:spcPct val="90000"/>
              </a:lnSpc>
              <a:defRPr sz="2000" b="1">
                <a:solidFill>
                  <a:schemeClr val="accent3"/>
                </a:solidFill>
              </a:defRPr>
            </a:lvl1pPr>
          </a:lstStyle>
          <a:p>
            <a:pPr lvl="0"/>
            <a:endParaRPr lang="x-none" dirty="0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4A00934C-2C24-9243-B79E-06AC0C0E622E}"/>
              </a:ext>
            </a:extLst>
          </p:cNvPr>
          <p:cNvSpPr>
            <a:spLocks noGrp="1"/>
          </p:cNvSpPr>
          <p:nvPr userDrawn="1">
            <p:ph type="body" sz="quarter" idx="31"/>
          </p:nvPr>
        </p:nvSpPr>
        <p:spPr>
          <a:xfrm>
            <a:off x="7954200" y="1520825"/>
            <a:ext cx="45719" cy="4194000"/>
          </a:xfrm>
          <a:prstGeom prst="bracePair">
            <a:avLst>
              <a:gd name="adj" fmla="val 0"/>
            </a:avLst>
          </a:prstGeom>
          <a:ln w="635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0" scaled="1"/>
              <a:tileRect/>
            </a:gradFill>
            <a:miter lim="800000"/>
          </a:ln>
        </p:spPr>
        <p:txBody>
          <a:bodyPr vert="vert" tIns="0" rIns="234000" bIns="0">
            <a:noAutofit/>
          </a:bodyPr>
          <a:lstStyle>
            <a:lvl1pPr>
              <a:defRPr sz="100" b="0">
                <a:ln>
                  <a:noFill/>
                </a:ln>
                <a:noFill/>
              </a:defRPr>
            </a:lvl1pPr>
          </a:lstStyle>
          <a:p>
            <a:pPr lvl="0"/>
            <a:endParaRPr lang="ru-RU" dirty="0"/>
          </a:p>
        </p:txBody>
      </p:sp>
      <p:pic>
        <p:nvPicPr>
          <p:cNvPr id="39" name="Рисунок 3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384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рупный текст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25851"/>
            <a:ext cx="9906001" cy="1711147"/>
          </a:xfrm>
        </p:spPr>
        <p:txBody>
          <a:bodyPr lIns="0">
            <a:noAutofit/>
          </a:bodyPr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/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356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рупный текст 2">
    <p:bg>
      <p:bgPr>
        <a:solidFill>
          <a:srgbClr val="2B2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1929" y="1525851"/>
            <a:ext cx="9906001" cy="1711147"/>
          </a:xfrm>
        </p:spPr>
        <p:txBody>
          <a:bodyPr lIns="0">
            <a:noAutofit/>
          </a:bodyPr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2219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карточк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7A1C745E-DEB6-0544-AB36-D6D9FCF67C9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62000" y="2857500"/>
            <a:ext cx="3241419" cy="2859238"/>
          </a:xfrm>
          <a:custGeom>
            <a:avLst/>
            <a:gdLst>
              <a:gd name="connsiteX0" fmla="*/ 0 w 3241419"/>
              <a:gd name="connsiteY0" fmla="*/ 0 h 2859238"/>
              <a:gd name="connsiteX1" fmla="*/ 195819 w 3241419"/>
              <a:gd name="connsiteY1" fmla="*/ 0 h 2859238"/>
              <a:gd name="connsiteX2" fmla="*/ 3045600 w 3241419"/>
              <a:gd name="connsiteY2" fmla="*/ 0 h 2859238"/>
              <a:gd name="connsiteX3" fmla="*/ 3241419 w 3241419"/>
              <a:gd name="connsiteY3" fmla="*/ 0 h 2859238"/>
              <a:gd name="connsiteX4" fmla="*/ 3241419 w 3241419"/>
              <a:gd name="connsiteY4" fmla="*/ 2731087 h 2859238"/>
              <a:gd name="connsiteX5" fmla="*/ 3113268 w 3241419"/>
              <a:gd name="connsiteY5" fmla="*/ 2859238 h 2859238"/>
              <a:gd name="connsiteX6" fmla="*/ 2917449 w 3241419"/>
              <a:gd name="connsiteY6" fmla="*/ 2859238 h 2859238"/>
              <a:gd name="connsiteX7" fmla="*/ 323970 w 3241419"/>
              <a:gd name="connsiteY7" fmla="*/ 2859238 h 2859238"/>
              <a:gd name="connsiteX8" fmla="*/ 128151 w 3241419"/>
              <a:gd name="connsiteY8" fmla="*/ 2859238 h 2859238"/>
              <a:gd name="connsiteX9" fmla="*/ 0 w 3241419"/>
              <a:gd name="connsiteY9" fmla="*/ 2731087 h 2859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241419" h="2859238">
                <a:moveTo>
                  <a:pt x="0" y="0"/>
                </a:moveTo>
                <a:lnTo>
                  <a:pt x="195819" y="0"/>
                </a:lnTo>
                <a:lnTo>
                  <a:pt x="3045600" y="0"/>
                </a:lnTo>
                <a:lnTo>
                  <a:pt x="3241419" y="0"/>
                </a:lnTo>
                <a:lnTo>
                  <a:pt x="3241419" y="2731087"/>
                </a:lnTo>
                <a:cubicBezTo>
                  <a:pt x="3241419" y="2801863"/>
                  <a:pt x="3184044" y="2859238"/>
                  <a:pt x="3113268" y="2859238"/>
                </a:cubicBezTo>
                <a:lnTo>
                  <a:pt x="2917449" y="2859238"/>
                </a:lnTo>
                <a:lnTo>
                  <a:pt x="323970" y="2859238"/>
                </a:lnTo>
                <a:lnTo>
                  <a:pt x="128151" y="2859238"/>
                </a:lnTo>
                <a:cubicBezTo>
                  <a:pt x="57375" y="2859238"/>
                  <a:pt x="0" y="2801863"/>
                  <a:pt x="0" y="2731087"/>
                </a:cubicBezTo>
                <a:close/>
              </a:path>
            </a:pathLst>
          </a:custGeom>
          <a:ln w="6350">
            <a:solidFill>
              <a:schemeClr val="bg1">
                <a:lumMod val="85000"/>
              </a:schemeClr>
            </a:solidFill>
          </a:ln>
        </p:spPr>
        <p:txBody>
          <a:bodyPr wrap="square" lIns="144000" tIns="251999">
            <a:noAutofit/>
          </a:bodyPr>
          <a:lstStyle>
            <a:lvl1pPr marL="171450" indent="-171450">
              <a:buFont typeface="Wingdings" pitchFamily="2" charset="2"/>
              <a:buChar char="§"/>
              <a:defRPr sz="1200"/>
            </a:lvl1pPr>
          </a:lstStyle>
          <a:p>
            <a:pPr lvl="0"/>
            <a:endParaRPr lang="en-US" dirty="0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BDBA5254-B210-D64F-8D98-49E406953CF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192200" y="2857500"/>
            <a:ext cx="3234381" cy="2859238"/>
          </a:xfrm>
          <a:custGeom>
            <a:avLst/>
            <a:gdLst>
              <a:gd name="connsiteX0" fmla="*/ 0 w 3234381"/>
              <a:gd name="connsiteY0" fmla="*/ 0 h 2859238"/>
              <a:gd name="connsiteX1" fmla="*/ 188781 w 3234381"/>
              <a:gd name="connsiteY1" fmla="*/ 0 h 2859238"/>
              <a:gd name="connsiteX2" fmla="*/ 3045600 w 3234381"/>
              <a:gd name="connsiteY2" fmla="*/ 0 h 2859238"/>
              <a:gd name="connsiteX3" fmla="*/ 3234381 w 3234381"/>
              <a:gd name="connsiteY3" fmla="*/ 0 h 2859238"/>
              <a:gd name="connsiteX4" fmla="*/ 3234381 w 3234381"/>
              <a:gd name="connsiteY4" fmla="*/ 2715590 h 2859238"/>
              <a:gd name="connsiteX5" fmla="*/ 3090733 w 3234381"/>
              <a:gd name="connsiteY5" fmla="*/ 2859238 h 2859238"/>
              <a:gd name="connsiteX6" fmla="*/ 2901952 w 3234381"/>
              <a:gd name="connsiteY6" fmla="*/ 2859238 h 2859238"/>
              <a:gd name="connsiteX7" fmla="*/ 332429 w 3234381"/>
              <a:gd name="connsiteY7" fmla="*/ 2859238 h 2859238"/>
              <a:gd name="connsiteX8" fmla="*/ 143648 w 3234381"/>
              <a:gd name="connsiteY8" fmla="*/ 2859238 h 2859238"/>
              <a:gd name="connsiteX9" fmla="*/ 0 w 3234381"/>
              <a:gd name="connsiteY9" fmla="*/ 2715590 h 2859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234381" h="2859238">
                <a:moveTo>
                  <a:pt x="0" y="0"/>
                </a:moveTo>
                <a:lnTo>
                  <a:pt x="188781" y="0"/>
                </a:lnTo>
                <a:lnTo>
                  <a:pt x="3045600" y="0"/>
                </a:lnTo>
                <a:lnTo>
                  <a:pt x="3234381" y="0"/>
                </a:lnTo>
                <a:lnTo>
                  <a:pt x="3234381" y="2715590"/>
                </a:lnTo>
                <a:cubicBezTo>
                  <a:pt x="3234381" y="2794925"/>
                  <a:pt x="3170068" y="2859238"/>
                  <a:pt x="3090733" y="2859238"/>
                </a:cubicBezTo>
                <a:lnTo>
                  <a:pt x="2901952" y="2859238"/>
                </a:lnTo>
                <a:lnTo>
                  <a:pt x="332429" y="2859238"/>
                </a:lnTo>
                <a:lnTo>
                  <a:pt x="143648" y="2859238"/>
                </a:lnTo>
                <a:cubicBezTo>
                  <a:pt x="64313" y="2859238"/>
                  <a:pt x="0" y="2794925"/>
                  <a:pt x="0" y="2715590"/>
                </a:cubicBezTo>
                <a:close/>
              </a:path>
            </a:pathLst>
          </a:custGeom>
          <a:ln w="6350">
            <a:solidFill>
              <a:schemeClr val="bg1">
                <a:lumMod val="85000"/>
              </a:schemeClr>
            </a:solidFill>
          </a:ln>
        </p:spPr>
        <p:txBody>
          <a:bodyPr wrap="square" lIns="144000" tIns="251999">
            <a:noAutofit/>
          </a:bodyPr>
          <a:lstStyle>
            <a:lvl1pPr marL="171450" indent="-171450">
              <a:buFont typeface="Wingdings" pitchFamily="2" charset="2"/>
              <a:buChar char="§"/>
              <a:defRPr sz="1200"/>
            </a:lvl1pPr>
          </a:lstStyle>
          <a:p>
            <a:pPr lvl="0"/>
            <a:endParaRPr lang="en-US" dirty="0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52BEBD2A-6043-364D-9EEE-D09E993A69D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621200" y="2857500"/>
            <a:ext cx="3238498" cy="2859238"/>
          </a:xfrm>
          <a:custGeom>
            <a:avLst/>
            <a:gdLst>
              <a:gd name="connsiteX0" fmla="*/ 0 w 3238498"/>
              <a:gd name="connsiteY0" fmla="*/ 0 h 2859238"/>
              <a:gd name="connsiteX1" fmla="*/ 192898 w 3238498"/>
              <a:gd name="connsiteY1" fmla="*/ 0 h 2859238"/>
              <a:gd name="connsiteX2" fmla="*/ 3045600 w 3238498"/>
              <a:gd name="connsiteY2" fmla="*/ 0 h 2859238"/>
              <a:gd name="connsiteX3" fmla="*/ 3238498 w 3238498"/>
              <a:gd name="connsiteY3" fmla="*/ 0 h 2859238"/>
              <a:gd name="connsiteX4" fmla="*/ 3238498 w 3238498"/>
              <a:gd name="connsiteY4" fmla="*/ 2738835 h 2859238"/>
              <a:gd name="connsiteX5" fmla="*/ 3118095 w 3238498"/>
              <a:gd name="connsiteY5" fmla="*/ 2859238 h 2859238"/>
              <a:gd name="connsiteX6" fmla="*/ 2925197 w 3238498"/>
              <a:gd name="connsiteY6" fmla="*/ 2859238 h 2859238"/>
              <a:gd name="connsiteX7" fmla="*/ 313301 w 3238498"/>
              <a:gd name="connsiteY7" fmla="*/ 2859238 h 2859238"/>
              <a:gd name="connsiteX8" fmla="*/ 120403 w 3238498"/>
              <a:gd name="connsiteY8" fmla="*/ 2859238 h 2859238"/>
              <a:gd name="connsiteX9" fmla="*/ 0 w 3238498"/>
              <a:gd name="connsiteY9" fmla="*/ 2738835 h 2859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238498" h="2859238">
                <a:moveTo>
                  <a:pt x="0" y="0"/>
                </a:moveTo>
                <a:lnTo>
                  <a:pt x="192898" y="0"/>
                </a:lnTo>
                <a:lnTo>
                  <a:pt x="3045600" y="0"/>
                </a:lnTo>
                <a:lnTo>
                  <a:pt x="3238498" y="0"/>
                </a:lnTo>
                <a:lnTo>
                  <a:pt x="3238498" y="2738835"/>
                </a:lnTo>
                <a:cubicBezTo>
                  <a:pt x="3238498" y="2805332"/>
                  <a:pt x="3184592" y="2859238"/>
                  <a:pt x="3118095" y="2859238"/>
                </a:cubicBezTo>
                <a:lnTo>
                  <a:pt x="2925197" y="2859238"/>
                </a:lnTo>
                <a:lnTo>
                  <a:pt x="313301" y="2859238"/>
                </a:lnTo>
                <a:lnTo>
                  <a:pt x="120403" y="2859238"/>
                </a:lnTo>
                <a:cubicBezTo>
                  <a:pt x="53906" y="2859238"/>
                  <a:pt x="0" y="2805332"/>
                  <a:pt x="0" y="2738835"/>
                </a:cubicBezTo>
                <a:close/>
              </a:path>
            </a:pathLst>
          </a:custGeom>
          <a:ln w="6350">
            <a:solidFill>
              <a:schemeClr val="bg1">
                <a:lumMod val="85000"/>
              </a:schemeClr>
            </a:solidFill>
          </a:ln>
        </p:spPr>
        <p:txBody>
          <a:bodyPr wrap="square" lIns="144000" tIns="251999">
            <a:noAutofit/>
          </a:bodyPr>
          <a:lstStyle>
            <a:lvl1pPr marL="171450" indent="-171450">
              <a:buFont typeface="Wingdings" pitchFamily="2" charset="2"/>
              <a:buChar char="§"/>
              <a:defRPr sz="1200"/>
            </a:lvl1pPr>
          </a:lstStyle>
          <a:p>
            <a:pPr lvl="0"/>
            <a:endParaRPr lang="en-US" dirty="0"/>
          </a:p>
        </p:txBody>
      </p:sp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/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3810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66FBE1F8-0F6E-E149-B329-5EC57AF372ED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762000" y="1520825"/>
            <a:ext cx="3241419" cy="1336675"/>
          </a:xfrm>
          <a:custGeom>
            <a:avLst/>
            <a:gdLst>
              <a:gd name="connsiteX0" fmla="*/ 128303 w 3241419"/>
              <a:gd name="connsiteY0" fmla="*/ 0 h 1336675"/>
              <a:gd name="connsiteX1" fmla="*/ 2097219 w 3241419"/>
              <a:gd name="connsiteY1" fmla="*/ 0 h 1336675"/>
              <a:gd name="connsiteX2" fmla="*/ 2920898 w 3241419"/>
              <a:gd name="connsiteY2" fmla="*/ 0 h 1336675"/>
              <a:gd name="connsiteX3" fmla="*/ 3113117 w 3241419"/>
              <a:gd name="connsiteY3" fmla="*/ 0 h 1336675"/>
              <a:gd name="connsiteX4" fmla="*/ 3241419 w 3241419"/>
              <a:gd name="connsiteY4" fmla="*/ 128151 h 1336675"/>
              <a:gd name="connsiteX5" fmla="*/ 3241419 w 3241419"/>
              <a:gd name="connsiteY5" fmla="*/ 324346 h 1336675"/>
              <a:gd name="connsiteX6" fmla="*/ 3240219 w 3241419"/>
              <a:gd name="connsiteY6" fmla="*/ 324346 h 1336675"/>
              <a:gd name="connsiteX7" fmla="*/ 3240219 w 3241419"/>
              <a:gd name="connsiteY7" fmla="*/ 1336675 h 1336675"/>
              <a:gd name="connsiteX8" fmla="*/ 3048000 w 3241419"/>
              <a:gd name="connsiteY8" fmla="*/ 1336675 h 1336675"/>
              <a:gd name="connsiteX9" fmla="*/ 2097219 w 3241419"/>
              <a:gd name="connsiteY9" fmla="*/ 1336675 h 1336675"/>
              <a:gd name="connsiteX10" fmla="*/ 0 w 3241419"/>
              <a:gd name="connsiteY10" fmla="*/ 1336675 h 1336675"/>
              <a:gd name="connsiteX11" fmla="*/ 0 w 3241419"/>
              <a:gd name="connsiteY11" fmla="*/ 324346 h 1336675"/>
              <a:gd name="connsiteX12" fmla="*/ 0 w 3241419"/>
              <a:gd name="connsiteY12" fmla="*/ 132556 h 1336675"/>
              <a:gd name="connsiteX13" fmla="*/ 0 w 3241419"/>
              <a:gd name="connsiteY13" fmla="*/ 128151 h 1336675"/>
              <a:gd name="connsiteX14" fmla="*/ 128303 w 3241419"/>
              <a:gd name="connsiteY14" fmla="*/ 0 h 133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241419" h="1336675">
                <a:moveTo>
                  <a:pt x="128303" y="0"/>
                </a:moveTo>
                <a:lnTo>
                  <a:pt x="2097219" y="0"/>
                </a:lnTo>
                <a:lnTo>
                  <a:pt x="2920898" y="0"/>
                </a:lnTo>
                <a:lnTo>
                  <a:pt x="3113117" y="0"/>
                </a:lnTo>
                <a:cubicBezTo>
                  <a:pt x="3183976" y="0"/>
                  <a:pt x="3241419" y="57375"/>
                  <a:pt x="3241419" y="128151"/>
                </a:cubicBezTo>
                <a:lnTo>
                  <a:pt x="3241419" y="324346"/>
                </a:lnTo>
                <a:lnTo>
                  <a:pt x="3240219" y="324346"/>
                </a:lnTo>
                <a:lnTo>
                  <a:pt x="3240219" y="1336675"/>
                </a:lnTo>
                <a:lnTo>
                  <a:pt x="3048000" y="1336675"/>
                </a:lnTo>
                <a:lnTo>
                  <a:pt x="2097219" y="1336675"/>
                </a:lnTo>
                <a:lnTo>
                  <a:pt x="0" y="1336675"/>
                </a:lnTo>
                <a:lnTo>
                  <a:pt x="0" y="324346"/>
                </a:lnTo>
                <a:lnTo>
                  <a:pt x="0" y="132556"/>
                </a:lnTo>
                <a:lnTo>
                  <a:pt x="0" y="128151"/>
                </a:lnTo>
                <a:cubicBezTo>
                  <a:pt x="0" y="57375"/>
                  <a:pt x="57443" y="0"/>
                  <a:pt x="128303" y="0"/>
                </a:cubicBezTo>
                <a:close/>
              </a:path>
            </a:pathLst>
          </a:custGeom>
          <a:solidFill>
            <a:srgbClr val="181C2B"/>
          </a:solidFill>
          <a:ln w="6350">
            <a:noFill/>
          </a:ln>
        </p:spPr>
        <p:txBody>
          <a:bodyPr wrap="square" lIns="756000" anchor="ctr" anchorCtr="0"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021D1439-9E74-8247-B80F-9D7D12785AE7}"/>
              </a:ext>
            </a:extLst>
          </p:cNvPr>
          <p:cNvSpPr>
            <a:spLocks noGrp="1"/>
          </p:cNvSpPr>
          <p:nvPr userDrawn="1">
            <p:ph type="pic" sz="quarter" idx="16"/>
          </p:nvPr>
        </p:nvSpPr>
        <p:spPr>
          <a:xfrm>
            <a:off x="988219" y="2034381"/>
            <a:ext cx="309562" cy="3095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EDCD20A-EA39-8241-93C3-5ED12408DB3E}"/>
              </a:ext>
            </a:extLst>
          </p:cNvPr>
          <p:cNvSpPr>
            <a:spLocks noGrp="1"/>
          </p:cNvSpPr>
          <p:nvPr userDrawn="1">
            <p:ph type="body" sz="quarter" idx="19"/>
          </p:nvPr>
        </p:nvSpPr>
        <p:spPr>
          <a:xfrm>
            <a:off x="4191000" y="1520825"/>
            <a:ext cx="3235581" cy="1336675"/>
          </a:xfrm>
          <a:custGeom>
            <a:avLst/>
            <a:gdLst>
              <a:gd name="connsiteX0" fmla="*/ 128303 w 3235581"/>
              <a:gd name="connsiteY0" fmla="*/ 0 h 1336675"/>
              <a:gd name="connsiteX1" fmla="*/ 2091381 w 3235581"/>
              <a:gd name="connsiteY1" fmla="*/ 0 h 1336675"/>
              <a:gd name="connsiteX2" fmla="*/ 2920898 w 3235581"/>
              <a:gd name="connsiteY2" fmla="*/ 0 h 1336675"/>
              <a:gd name="connsiteX3" fmla="*/ 3107279 w 3235581"/>
              <a:gd name="connsiteY3" fmla="*/ 0 h 1336675"/>
              <a:gd name="connsiteX4" fmla="*/ 3235581 w 3235581"/>
              <a:gd name="connsiteY4" fmla="*/ 128151 h 1336675"/>
              <a:gd name="connsiteX5" fmla="*/ 3235581 w 3235581"/>
              <a:gd name="connsiteY5" fmla="*/ 324346 h 1336675"/>
              <a:gd name="connsiteX6" fmla="*/ 3234381 w 3235581"/>
              <a:gd name="connsiteY6" fmla="*/ 324346 h 1336675"/>
              <a:gd name="connsiteX7" fmla="*/ 3234381 w 3235581"/>
              <a:gd name="connsiteY7" fmla="*/ 1336675 h 1336675"/>
              <a:gd name="connsiteX8" fmla="*/ 3049200 w 3235581"/>
              <a:gd name="connsiteY8" fmla="*/ 1336675 h 1336675"/>
              <a:gd name="connsiteX9" fmla="*/ 2091381 w 3235581"/>
              <a:gd name="connsiteY9" fmla="*/ 1336675 h 1336675"/>
              <a:gd name="connsiteX10" fmla="*/ 1200 w 3235581"/>
              <a:gd name="connsiteY10" fmla="*/ 1336675 h 1336675"/>
              <a:gd name="connsiteX11" fmla="*/ 1200 w 3235581"/>
              <a:gd name="connsiteY11" fmla="*/ 324346 h 1336675"/>
              <a:gd name="connsiteX12" fmla="*/ 0 w 3235581"/>
              <a:gd name="connsiteY12" fmla="*/ 324346 h 1336675"/>
              <a:gd name="connsiteX13" fmla="*/ 0 w 3235581"/>
              <a:gd name="connsiteY13" fmla="*/ 128151 h 1336675"/>
              <a:gd name="connsiteX14" fmla="*/ 128303 w 3235581"/>
              <a:gd name="connsiteY14" fmla="*/ 0 h 133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235581" h="1336675">
                <a:moveTo>
                  <a:pt x="128303" y="0"/>
                </a:moveTo>
                <a:lnTo>
                  <a:pt x="2091381" y="0"/>
                </a:lnTo>
                <a:lnTo>
                  <a:pt x="2920898" y="0"/>
                </a:lnTo>
                <a:lnTo>
                  <a:pt x="3107279" y="0"/>
                </a:lnTo>
                <a:cubicBezTo>
                  <a:pt x="3178138" y="0"/>
                  <a:pt x="3235581" y="57375"/>
                  <a:pt x="3235581" y="128151"/>
                </a:cubicBezTo>
                <a:lnTo>
                  <a:pt x="3235581" y="324346"/>
                </a:lnTo>
                <a:lnTo>
                  <a:pt x="3234381" y="324346"/>
                </a:lnTo>
                <a:lnTo>
                  <a:pt x="3234381" y="1336675"/>
                </a:lnTo>
                <a:lnTo>
                  <a:pt x="3049200" y="1336675"/>
                </a:lnTo>
                <a:lnTo>
                  <a:pt x="2091381" y="1336675"/>
                </a:lnTo>
                <a:lnTo>
                  <a:pt x="1200" y="1336675"/>
                </a:lnTo>
                <a:lnTo>
                  <a:pt x="1200" y="324346"/>
                </a:lnTo>
                <a:lnTo>
                  <a:pt x="0" y="324346"/>
                </a:lnTo>
                <a:lnTo>
                  <a:pt x="0" y="128151"/>
                </a:lnTo>
                <a:cubicBezTo>
                  <a:pt x="0" y="57375"/>
                  <a:pt x="57443" y="0"/>
                  <a:pt x="128303" y="0"/>
                </a:cubicBezTo>
                <a:close/>
              </a:path>
            </a:pathLst>
          </a:custGeom>
          <a:solidFill>
            <a:srgbClr val="181C2B"/>
          </a:solidFill>
          <a:ln w="6350">
            <a:noFill/>
          </a:ln>
        </p:spPr>
        <p:txBody>
          <a:bodyPr wrap="square" lIns="756000" anchor="ctr" anchorCtr="0"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3" name="Picture Placeholder 3">
            <a:extLst>
              <a:ext uri="{FF2B5EF4-FFF2-40B4-BE49-F238E27FC236}">
                <a16:creationId xmlns:a16="http://schemas.microsoft.com/office/drawing/2014/main" id="{3A3640D7-D192-134B-ADBE-F3BA08CAADDB}"/>
              </a:ext>
            </a:extLst>
          </p:cNvPr>
          <p:cNvSpPr>
            <a:spLocks noGrp="1"/>
          </p:cNvSpPr>
          <p:nvPr userDrawn="1">
            <p:ph type="pic" sz="quarter" idx="20"/>
          </p:nvPr>
        </p:nvSpPr>
        <p:spPr>
          <a:xfrm>
            <a:off x="4418419" y="2034381"/>
            <a:ext cx="309562" cy="3095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90509BDC-88B6-DF4F-9282-C17AE1DBE800}"/>
              </a:ext>
            </a:extLst>
          </p:cNvPr>
          <p:cNvSpPr>
            <a:spLocks noGrp="1"/>
          </p:cNvSpPr>
          <p:nvPr userDrawn="1">
            <p:ph type="body" sz="quarter" idx="22"/>
          </p:nvPr>
        </p:nvSpPr>
        <p:spPr>
          <a:xfrm>
            <a:off x="7620000" y="1520825"/>
            <a:ext cx="3239698" cy="1336675"/>
          </a:xfrm>
          <a:custGeom>
            <a:avLst/>
            <a:gdLst>
              <a:gd name="connsiteX0" fmla="*/ 128302 w 3239698"/>
              <a:gd name="connsiteY0" fmla="*/ 0 h 1336675"/>
              <a:gd name="connsiteX1" fmla="*/ 2095498 w 3239698"/>
              <a:gd name="connsiteY1" fmla="*/ 0 h 1336675"/>
              <a:gd name="connsiteX2" fmla="*/ 2920898 w 3239698"/>
              <a:gd name="connsiteY2" fmla="*/ 0 h 1336675"/>
              <a:gd name="connsiteX3" fmla="*/ 3111396 w 3239698"/>
              <a:gd name="connsiteY3" fmla="*/ 0 h 1336675"/>
              <a:gd name="connsiteX4" fmla="*/ 3239698 w 3239698"/>
              <a:gd name="connsiteY4" fmla="*/ 128151 h 1336675"/>
              <a:gd name="connsiteX5" fmla="*/ 3239698 w 3239698"/>
              <a:gd name="connsiteY5" fmla="*/ 324346 h 1336675"/>
              <a:gd name="connsiteX6" fmla="*/ 3238498 w 3239698"/>
              <a:gd name="connsiteY6" fmla="*/ 324346 h 1336675"/>
              <a:gd name="connsiteX7" fmla="*/ 3238498 w 3239698"/>
              <a:gd name="connsiteY7" fmla="*/ 1336675 h 1336675"/>
              <a:gd name="connsiteX8" fmla="*/ 3049200 w 3239698"/>
              <a:gd name="connsiteY8" fmla="*/ 1336675 h 1336675"/>
              <a:gd name="connsiteX9" fmla="*/ 2095498 w 3239698"/>
              <a:gd name="connsiteY9" fmla="*/ 1336675 h 1336675"/>
              <a:gd name="connsiteX10" fmla="*/ 1200 w 3239698"/>
              <a:gd name="connsiteY10" fmla="*/ 1336675 h 1336675"/>
              <a:gd name="connsiteX11" fmla="*/ 1200 w 3239698"/>
              <a:gd name="connsiteY11" fmla="*/ 324346 h 1336675"/>
              <a:gd name="connsiteX12" fmla="*/ 0 w 3239698"/>
              <a:gd name="connsiteY12" fmla="*/ 324346 h 1336675"/>
              <a:gd name="connsiteX13" fmla="*/ 0 w 3239698"/>
              <a:gd name="connsiteY13" fmla="*/ 128151 h 1336675"/>
              <a:gd name="connsiteX14" fmla="*/ 128302 w 3239698"/>
              <a:gd name="connsiteY14" fmla="*/ 0 h 133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239698" h="1336675">
                <a:moveTo>
                  <a:pt x="128302" y="0"/>
                </a:moveTo>
                <a:lnTo>
                  <a:pt x="2095498" y="0"/>
                </a:lnTo>
                <a:lnTo>
                  <a:pt x="2920898" y="0"/>
                </a:lnTo>
                <a:lnTo>
                  <a:pt x="3111396" y="0"/>
                </a:lnTo>
                <a:cubicBezTo>
                  <a:pt x="3182255" y="0"/>
                  <a:pt x="3239698" y="57375"/>
                  <a:pt x="3239698" y="128151"/>
                </a:cubicBezTo>
                <a:lnTo>
                  <a:pt x="3239698" y="324346"/>
                </a:lnTo>
                <a:lnTo>
                  <a:pt x="3238498" y="324346"/>
                </a:lnTo>
                <a:lnTo>
                  <a:pt x="3238498" y="1336675"/>
                </a:lnTo>
                <a:lnTo>
                  <a:pt x="3049200" y="1336675"/>
                </a:lnTo>
                <a:lnTo>
                  <a:pt x="2095498" y="1336675"/>
                </a:lnTo>
                <a:lnTo>
                  <a:pt x="1200" y="1336675"/>
                </a:lnTo>
                <a:lnTo>
                  <a:pt x="1200" y="324346"/>
                </a:lnTo>
                <a:lnTo>
                  <a:pt x="0" y="324346"/>
                </a:lnTo>
                <a:lnTo>
                  <a:pt x="0" y="128151"/>
                </a:lnTo>
                <a:cubicBezTo>
                  <a:pt x="0" y="57375"/>
                  <a:pt x="57443" y="0"/>
                  <a:pt x="128302" y="0"/>
                </a:cubicBezTo>
                <a:close/>
              </a:path>
            </a:pathLst>
          </a:custGeom>
          <a:solidFill>
            <a:srgbClr val="181C2B"/>
          </a:solidFill>
          <a:ln w="6350">
            <a:noFill/>
          </a:ln>
        </p:spPr>
        <p:txBody>
          <a:bodyPr wrap="square" lIns="756000" anchor="ctr" anchorCtr="0"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7" name="Picture Placeholder 3">
            <a:extLst>
              <a:ext uri="{FF2B5EF4-FFF2-40B4-BE49-F238E27FC236}">
                <a16:creationId xmlns:a16="http://schemas.microsoft.com/office/drawing/2014/main" id="{3C282EAF-9D41-094D-8090-2DB7DEE1D67C}"/>
              </a:ext>
            </a:extLst>
          </p:cNvPr>
          <p:cNvSpPr>
            <a:spLocks noGrp="1"/>
          </p:cNvSpPr>
          <p:nvPr userDrawn="1">
            <p:ph type="pic" sz="quarter" idx="23"/>
          </p:nvPr>
        </p:nvSpPr>
        <p:spPr>
          <a:xfrm>
            <a:off x="7847419" y="2034381"/>
            <a:ext cx="309562" cy="3095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/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2905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карточк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/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3810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82C90944-A655-AC42-A82C-358381819275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761998" y="1520825"/>
            <a:ext cx="3241420" cy="4194175"/>
          </a:xfrm>
          <a:custGeom>
            <a:avLst/>
            <a:gdLst>
              <a:gd name="connsiteX0" fmla="*/ 128304 w 3241420"/>
              <a:gd name="connsiteY0" fmla="*/ 0 h 4194175"/>
              <a:gd name="connsiteX1" fmla="*/ 2097220 w 3241420"/>
              <a:gd name="connsiteY1" fmla="*/ 0 h 4194175"/>
              <a:gd name="connsiteX2" fmla="*/ 2920899 w 3241420"/>
              <a:gd name="connsiteY2" fmla="*/ 0 h 4194175"/>
              <a:gd name="connsiteX3" fmla="*/ 3113118 w 3241420"/>
              <a:gd name="connsiteY3" fmla="*/ 0 h 4194175"/>
              <a:gd name="connsiteX4" fmla="*/ 3241420 w 3241420"/>
              <a:gd name="connsiteY4" fmla="*/ 128151 h 4194175"/>
              <a:gd name="connsiteX5" fmla="*/ 3241420 w 3241420"/>
              <a:gd name="connsiteY5" fmla="*/ 324346 h 4194175"/>
              <a:gd name="connsiteX6" fmla="*/ 3240220 w 3241420"/>
              <a:gd name="connsiteY6" fmla="*/ 324346 h 4194175"/>
              <a:gd name="connsiteX7" fmla="*/ 3240220 w 3241420"/>
              <a:gd name="connsiteY7" fmla="*/ 1146174 h 4194175"/>
              <a:gd name="connsiteX8" fmla="*/ 3241419 w 3241420"/>
              <a:gd name="connsiteY8" fmla="*/ 1146174 h 4194175"/>
              <a:gd name="connsiteX9" fmla="*/ 3241419 w 3241420"/>
              <a:gd name="connsiteY9" fmla="*/ 2857500 h 4194175"/>
              <a:gd name="connsiteX10" fmla="*/ 3241420 w 3241420"/>
              <a:gd name="connsiteY10" fmla="*/ 2857500 h 4194175"/>
              <a:gd name="connsiteX11" fmla="*/ 3241420 w 3241420"/>
              <a:gd name="connsiteY11" fmla="*/ 3869829 h 4194175"/>
              <a:gd name="connsiteX12" fmla="*/ 3241420 w 3241420"/>
              <a:gd name="connsiteY12" fmla="*/ 4061619 h 4194175"/>
              <a:gd name="connsiteX13" fmla="*/ 3241420 w 3241420"/>
              <a:gd name="connsiteY13" fmla="*/ 4066024 h 4194175"/>
              <a:gd name="connsiteX14" fmla="*/ 3113117 w 3241420"/>
              <a:gd name="connsiteY14" fmla="*/ 4194175 h 4194175"/>
              <a:gd name="connsiteX15" fmla="*/ 1144201 w 3241420"/>
              <a:gd name="connsiteY15" fmla="*/ 4194175 h 4194175"/>
              <a:gd name="connsiteX16" fmla="*/ 320522 w 3241420"/>
              <a:gd name="connsiteY16" fmla="*/ 4194175 h 4194175"/>
              <a:gd name="connsiteX17" fmla="*/ 128303 w 3241420"/>
              <a:gd name="connsiteY17" fmla="*/ 4194175 h 4194175"/>
              <a:gd name="connsiteX18" fmla="*/ 1 w 3241420"/>
              <a:gd name="connsiteY18" fmla="*/ 4066024 h 4194175"/>
              <a:gd name="connsiteX19" fmla="*/ 1 w 3241420"/>
              <a:gd name="connsiteY19" fmla="*/ 3869829 h 4194175"/>
              <a:gd name="connsiteX20" fmla="*/ 1201 w 3241420"/>
              <a:gd name="connsiteY20" fmla="*/ 3869829 h 4194175"/>
              <a:gd name="connsiteX21" fmla="*/ 1201 w 3241420"/>
              <a:gd name="connsiteY21" fmla="*/ 3311154 h 4194175"/>
              <a:gd name="connsiteX22" fmla="*/ 0 w 3241420"/>
              <a:gd name="connsiteY22" fmla="*/ 3300562 h 4194175"/>
              <a:gd name="connsiteX23" fmla="*/ 0 w 3241420"/>
              <a:gd name="connsiteY23" fmla="*/ 2950813 h 4194175"/>
              <a:gd name="connsiteX24" fmla="*/ 1200 w 3241420"/>
              <a:gd name="connsiteY24" fmla="*/ 2950813 h 4194175"/>
              <a:gd name="connsiteX25" fmla="*/ 1200 w 3241420"/>
              <a:gd name="connsiteY25" fmla="*/ 1336675 h 4194175"/>
              <a:gd name="connsiteX26" fmla="*/ 1 w 3241420"/>
              <a:gd name="connsiteY26" fmla="*/ 1336675 h 4194175"/>
              <a:gd name="connsiteX27" fmla="*/ 1 w 3241420"/>
              <a:gd name="connsiteY27" fmla="*/ 324346 h 4194175"/>
              <a:gd name="connsiteX28" fmla="*/ 1 w 3241420"/>
              <a:gd name="connsiteY28" fmla="*/ 132556 h 4194175"/>
              <a:gd name="connsiteX29" fmla="*/ 1 w 3241420"/>
              <a:gd name="connsiteY29" fmla="*/ 128151 h 4194175"/>
              <a:gd name="connsiteX30" fmla="*/ 128304 w 3241420"/>
              <a:gd name="connsiteY30" fmla="*/ 0 h 4194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241420" h="4194175">
                <a:moveTo>
                  <a:pt x="128304" y="0"/>
                </a:moveTo>
                <a:lnTo>
                  <a:pt x="2097220" y="0"/>
                </a:lnTo>
                <a:lnTo>
                  <a:pt x="2920899" y="0"/>
                </a:lnTo>
                <a:lnTo>
                  <a:pt x="3113118" y="0"/>
                </a:lnTo>
                <a:cubicBezTo>
                  <a:pt x="3183977" y="0"/>
                  <a:pt x="3241420" y="57375"/>
                  <a:pt x="3241420" y="128151"/>
                </a:cubicBezTo>
                <a:lnTo>
                  <a:pt x="3241420" y="324346"/>
                </a:lnTo>
                <a:lnTo>
                  <a:pt x="3240220" y="324346"/>
                </a:lnTo>
                <a:lnTo>
                  <a:pt x="3240220" y="1146174"/>
                </a:lnTo>
                <a:lnTo>
                  <a:pt x="3241419" y="1146174"/>
                </a:lnTo>
                <a:lnTo>
                  <a:pt x="3241419" y="2857500"/>
                </a:lnTo>
                <a:lnTo>
                  <a:pt x="3241420" y="2857500"/>
                </a:lnTo>
                <a:lnTo>
                  <a:pt x="3241420" y="3869829"/>
                </a:lnTo>
                <a:lnTo>
                  <a:pt x="3241420" y="4061619"/>
                </a:lnTo>
                <a:lnTo>
                  <a:pt x="3241420" y="4066024"/>
                </a:lnTo>
                <a:cubicBezTo>
                  <a:pt x="3241420" y="4136800"/>
                  <a:pt x="3183977" y="4194175"/>
                  <a:pt x="3113117" y="4194175"/>
                </a:cubicBezTo>
                <a:lnTo>
                  <a:pt x="1144201" y="4194175"/>
                </a:lnTo>
                <a:lnTo>
                  <a:pt x="320522" y="4194175"/>
                </a:lnTo>
                <a:lnTo>
                  <a:pt x="128303" y="4194175"/>
                </a:lnTo>
                <a:cubicBezTo>
                  <a:pt x="57444" y="4194175"/>
                  <a:pt x="1" y="4136800"/>
                  <a:pt x="1" y="4066024"/>
                </a:cubicBezTo>
                <a:lnTo>
                  <a:pt x="1" y="3869829"/>
                </a:lnTo>
                <a:lnTo>
                  <a:pt x="1201" y="3869829"/>
                </a:lnTo>
                <a:lnTo>
                  <a:pt x="1201" y="3311154"/>
                </a:lnTo>
                <a:lnTo>
                  <a:pt x="0" y="3300562"/>
                </a:lnTo>
                <a:lnTo>
                  <a:pt x="0" y="2950813"/>
                </a:lnTo>
                <a:lnTo>
                  <a:pt x="1200" y="2950813"/>
                </a:lnTo>
                <a:lnTo>
                  <a:pt x="1200" y="1336675"/>
                </a:lnTo>
                <a:lnTo>
                  <a:pt x="1" y="1336675"/>
                </a:lnTo>
                <a:lnTo>
                  <a:pt x="1" y="324346"/>
                </a:lnTo>
                <a:lnTo>
                  <a:pt x="1" y="132556"/>
                </a:lnTo>
                <a:lnTo>
                  <a:pt x="1" y="128151"/>
                </a:lnTo>
                <a:cubicBezTo>
                  <a:pt x="1" y="57375"/>
                  <a:pt x="57444" y="0"/>
                  <a:pt x="128304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wrap="square" lIns="216000" tIns="792000" anchor="t" anchorCtr="0">
            <a:noAutofit/>
          </a:bodyPr>
          <a:lstStyle>
            <a:lvl1pPr>
              <a:spcAft>
                <a:spcPts val="1200"/>
              </a:spcAft>
              <a:defRPr sz="1800" b="1">
                <a:solidFill>
                  <a:schemeClr val="tx2"/>
                </a:solidFill>
              </a:defRPr>
            </a:lvl1pPr>
            <a:lvl2pPr marL="172800" indent="-172800">
              <a:buFont typeface="Wingdings" pitchFamily="2" charset="2"/>
              <a:buChar char="§"/>
              <a:defRPr sz="1200"/>
            </a:lvl2pPr>
          </a:lstStyle>
          <a:p>
            <a:pPr lvl="0"/>
            <a:endParaRPr lang="en-US" dirty="0"/>
          </a:p>
          <a:p>
            <a:pPr lvl="1"/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021D1439-9E74-8247-B80F-9D7D12785AE7}"/>
              </a:ext>
            </a:extLst>
          </p:cNvPr>
          <p:cNvSpPr>
            <a:spLocks noGrp="1"/>
          </p:cNvSpPr>
          <p:nvPr userDrawn="1">
            <p:ph type="pic" sz="quarter" idx="16"/>
          </p:nvPr>
        </p:nvSpPr>
        <p:spPr>
          <a:xfrm>
            <a:off x="990986" y="1818889"/>
            <a:ext cx="309562" cy="3095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 dirty="0"/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64E6D1BD-FEAC-BA42-BDA1-F9D43F97CE13}"/>
              </a:ext>
            </a:extLst>
          </p:cNvPr>
          <p:cNvSpPr>
            <a:spLocks noGrp="1"/>
          </p:cNvSpPr>
          <p:nvPr userDrawn="1">
            <p:ph type="body" sz="quarter" idx="19"/>
          </p:nvPr>
        </p:nvSpPr>
        <p:spPr>
          <a:xfrm>
            <a:off x="4193918" y="1520825"/>
            <a:ext cx="3235582" cy="4194175"/>
          </a:xfrm>
          <a:custGeom>
            <a:avLst/>
            <a:gdLst>
              <a:gd name="connsiteX0" fmla="*/ 128304 w 3235582"/>
              <a:gd name="connsiteY0" fmla="*/ 0 h 4194175"/>
              <a:gd name="connsiteX1" fmla="*/ 2091382 w 3235582"/>
              <a:gd name="connsiteY1" fmla="*/ 0 h 4194175"/>
              <a:gd name="connsiteX2" fmla="*/ 2920899 w 3235582"/>
              <a:gd name="connsiteY2" fmla="*/ 0 h 4194175"/>
              <a:gd name="connsiteX3" fmla="*/ 3107280 w 3235582"/>
              <a:gd name="connsiteY3" fmla="*/ 0 h 4194175"/>
              <a:gd name="connsiteX4" fmla="*/ 3235582 w 3235582"/>
              <a:gd name="connsiteY4" fmla="*/ 128151 h 4194175"/>
              <a:gd name="connsiteX5" fmla="*/ 3235582 w 3235582"/>
              <a:gd name="connsiteY5" fmla="*/ 324346 h 4194175"/>
              <a:gd name="connsiteX6" fmla="*/ 3234382 w 3235582"/>
              <a:gd name="connsiteY6" fmla="*/ 324346 h 4194175"/>
              <a:gd name="connsiteX7" fmla="*/ 3234382 w 3235582"/>
              <a:gd name="connsiteY7" fmla="*/ 1336675 h 4194175"/>
              <a:gd name="connsiteX8" fmla="*/ 3234381 w 3235582"/>
              <a:gd name="connsiteY8" fmla="*/ 1336675 h 4194175"/>
              <a:gd name="connsiteX9" fmla="*/ 3234381 w 3235582"/>
              <a:gd name="connsiteY9" fmla="*/ 2857500 h 4194175"/>
              <a:gd name="connsiteX10" fmla="*/ 3234382 w 3235582"/>
              <a:gd name="connsiteY10" fmla="*/ 2857500 h 4194175"/>
              <a:gd name="connsiteX11" fmla="*/ 3234382 w 3235582"/>
              <a:gd name="connsiteY11" fmla="*/ 2950813 h 4194175"/>
              <a:gd name="connsiteX12" fmla="*/ 3235581 w 3235582"/>
              <a:gd name="connsiteY12" fmla="*/ 2950813 h 4194175"/>
              <a:gd name="connsiteX13" fmla="*/ 3235581 w 3235582"/>
              <a:gd name="connsiteY13" fmla="*/ 3300562 h 4194175"/>
              <a:gd name="connsiteX14" fmla="*/ 3234382 w 3235582"/>
              <a:gd name="connsiteY14" fmla="*/ 3311137 h 4194175"/>
              <a:gd name="connsiteX15" fmla="*/ 3234382 w 3235582"/>
              <a:gd name="connsiteY15" fmla="*/ 3869829 h 4194175"/>
              <a:gd name="connsiteX16" fmla="*/ 3235582 w 3235582"/>
              <a:gd name="connsiteY16" fmla="*/ 3869829 h 4194175"/>
              <a:gd name="connsiteX17" fmla="*/ 3235582 w 3235582"/>
              <a:gd name="connsiteY17" fmla="*/ 4066024 h 4194175"/>
              <a:gd name="connsiteX18" fmla="*/ 3107279 w 3235582"/>
              <a:gd name="connsiteY18" fmla="*/ 4194175 h 4194175"/>
              <a:gd name="connsiteX19" fmla="*/ 1144201 w 3235582"/>
              <a:gd name="connsiteY19" fmla="*/ 4194175 h 4194175"/>
              <a:gd name="connsiteX20" fmla="*/ 314684 w 3235582"/>
              <a:gd name="connsiteY20" fmla="*/ 4194175 h 4194175"/>
              <a:gd name="connsiteX21" fmla="*/ 128303 w 3235582"/>
              <a:gd name="connsiteY21" fmla="*/ 4194175 h 4194175"/>
              <a:gd name="connsiteX22" fmla="*/ 1 w 3235582"/>
              <a:gd name="connsiteY22" fmla="*/ 4066024 h 4194175"/>
              <a:gd name="connsiteX23" fmla="*/ 1 w 3235582"/>
              <a:gd name="connsiteY23" fmla="*/ 3869829 h 4194175"/>
              <a:gd name="connsiteX24" fmla="*/ 1201 w 3235582"/>
              <a:gd name="connsiteY24" fmla="*/ 3869829 h 4194175"/>
              <a:gd name="connsiteX25" fmla="*/ 1201 w 3235582"/>
              <a:gd name="connsiteY25" fmla="*/ 3311154 h 4194175"/>
              <a:gd name="connsiteX26" fmla="*/ 0 w 3235582"/>
              <a:gd name="connsiteY26" fmla="*/ 3300562 h 4194175"/>
              <a:gd name="connsiteX27" fmla="*/ 0 w 3235582"/>
              <a:gd name="connsiteY27" fmla="*/ 2950813 h 4194175"/>
              <a:gd name="connsiteX28" fmla="*/ 1200 w 3235582"/>
              <a:gd name="connsiteY28" fmla="*/ 2950813 h 4194175"/>
              <a:gd name="connsiteX29" fmla="*/ 1200 w 3235582"/>
              <a:gd name="connsiteY29" fmla="*/ 1146174 h 4194175"/>
              <a:gd name="connsiteX30" fmla="*/ 1201 w 3235582"/>
              <a:gd name="connsiteY30" fmla="*/ 1146174 h 4194175"/>
              <a:gd name="connsiteX31" fmla="*/ 1201 w 3235582"/>
              <a:gd name="connsiteY31" fmla="*/ 324346 h 4194175"/>
              <a:gd name="connsiteX32" fmla="*/ 1 w 3235582"/>
              <a:gd name="connsiteY32" fmla="*/ 324346 h 4194175"/>
              <a:gd name="connsiteX33" fmla="*/ 1 w 3235582"/>
              <a:gd name="connsiteY33" fmla="*/ 128151 h 4194175"/>
              <a:gd name="connsiteX34" fmla="*/ 128304 w 3235582"/>
              <a:gd name="connsiteY34" fmla="*/ 0 h 4194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235582" h="4194175">
                <a:moveTo>
                  <a:pt x="128304" y="0"/>
                </a:moveTo>
                <a:lnTo>
                  <a:pt x="2091382" y="0"/>
                </a:lnTo>
                <a:lnTo>
                  <a:pt x="2920899" y="0"/>
                </a:lnTo>
                <a:lnTo>
                  <a:pt x="3107280" y="0"/>
                </a:lnTo>
                <a:cubicBezTo>
                  <a:pt x="3178139" y="0"/>
                  <a:pt x="3235582" y="57375"/>
                  <a:pt x="3235582" y="128151"/>
                </a:cubicBezTo>
                <a:lnTo>
                  <a:pt x="3235582" y="324346"/>
                </a:lnTo>
                <a:lnTo>
                  <a:pt x="3234382" y="324346"/>
                </a:lnTo>
                <a:lnTo>
                  <a:pt x="3234382" y="1336675"/>
                </a:lnTo>
                <a:lnTo>
                  <a:pt x="3234381" y="1336675"/>
                </a:lnTo>
                <a:lnTo>
                  <a:pt x="3234381" y="2857500"/>
                </a:lnTo>
                <a:lnTo>
                  <a:pt x="3234382" y="2857500"/>
                </a:lnTo>
                <a:lnTo>
                  <a:pt x="3234382" y="2950813"/>
                </a:lnTo>
                <a:lnTo>
                  <a:pt x="3235581" y="2950813"/>
                </a:lnTo>
                <a:lnTo>
                  <a:pt x="3235581" y="3300562"/>
                </a:lnTo>
                <a:lnTo>
                  <a:pt x="3234382" y="3311137"/>
                </a:lnTo>
                <a:lnTo>
                  <a:pt x="3234382" y="3869829"/>
                </a:lnTo>
                <a:lnTo>
                  <a:pt x="3235582" y="3869829"/>
                </a:lnTo>
                <a:lnTo>
                  <a:pt x="3235582" y="4066024"/>
                </a:lnTo>
                <a:cubicBezTo>
                  <a:pt x="3235582" y="4136800"/>
                  <a:pt x="3178139" y="4194175"/>
                  <a:pt x="3107279" y="4194175"/>
                </a:cubicBezTo>
                <a:lnTo>
                  <a:pt x="1144201" y="4194175"/>
                </a:lnTo>
                <a:lnTo>
                  <a:pt x="314684" y="4194175"/>
                </a:lnTo>
                <a:lnTo>
                  <a:pt x="128303" y="4194175"/>
                </a:lnTo>
                <a:cubicBezTo>
                  <a:pt x="57444" y="4194175"/>
                  <a:pt x="1" y="4136800"/>
                  <a:pt x="1" y="4066024"/>
                </a:cubicBezTo>
                <a:lnTo>
                  <a:pt x="1" y="3869829"/>
                </a:lnTo>
                <a:lnTo>
                  <a:pt x="1201" y="3869829"/>
                </a:lnTo>
                <a:lnTo>
                  <a:pt x="1201" y="3311154"/>
                </a:lnTo>
                <a:lnTo>
                  <a:pt x="0" y="3300562"/>
                </a:lnTo>
                <a:lnTo>
                  <a:pt x="0" y="2950813"/>
                </a:lnTo>
                <a:lnTo>
                  <a:pt x="1200" y="2950813"/>
                </a:lnTo>
                <a:lnTo>
                  <a:pt x="1200" y="1146174"/>
                </a:lnTo>
                <a:lnTo>
                  <a:pt x="1201" y="1146174"/>
                </a:lnTo>
                <a:lnTo>
                  <a:pt x="1201" y="324346"/>
                </a:lnTo>
                <a:lnTo>
                  <a:pt x="1" y="324346"/>
                </a:lnTo>
                <a:lnTo>
                  <a:pt x="1" y="128151"/>
                </a:lnTo>
                <a:cubicBezTo>
                  <a:pt x="1" y="57375"/>
                  <a:pt x="57444" y="0"/>
                  <a:pt x="128304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vert="horz" wrap="square" lIns="216000" tIns="792000" rIns="91440" bIns="45720" rtlCol="0" anchor="t" anchorCtr="0">
            <a:noAutofit/>
          </a:bodyPr>
          <a:lstStyle>
            <a:lvl1pPr>
              <a:spcAft>
                <a:spcPts val="1200"/>
              </a:spcAft>
              <a:defRPr lang="en-US" sz="1800" b="1" dirty="0">
                <a:solidFill>
                  <a:schemeClr val="tx2"/>
                </a:solidFill>
              </a:defRPr>
            </a:lvl1pPr>
            <a:lvl2pPr marL="171450" indent="-171450">
              <a:buFont typeface="Wingdings" pitchFamily="2" charset="2"/>
              <a:buChar char="§"/>
              <a:defRPr/>
            </a:lvl2pPr>
          </a:lstStyle>
          <a:p>
            <a:pPr lvl="0"/>
            <a:endParaRPr lang="en-US" dirty="0"/>
          </a:p>
          <a:p>
            <a:pPr lvl="1"/>
            <a:endParaRPr lang="en-US" dirty="0"/>
          </a:p>
        </p:txBody>
      </p:sp>
      <p:sp>
        <p:nvSpPr>
          <p:cNvPr id="43" name="Picture Placeholder 3">
            <a:extLst>
              <a:ext uri="{FF2B5EF4-FFF2-40B4-BE49-F238E27FC236}">
                <a16:creationId xmlns:a16="http://schemas.microsoft.com/office/drawing/2014/main" id="{3A3640D7-D192-134B-ADBE-F3BA08CAADDB}"/>
              </a:ext>
            </a:extLst>
          </p:cNvPr>
          <p:cNvSpPr>
            <a:spLocks noGrp="1"/>
          </p:cNvSpPr>
          <p:nvPr userDrawn="1">
            <p:ph type="pic" sz="quarter" idx="20"/>
          </p:nvPr>
        </p:nvSpPr>
        <p:spPr>
          <a:xfrm>
            <a:off x="4424106" y="1818889"/>
            <a:ext cx="309562" cy="3095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016811B1-A5BA-8240-AD2C-6C70E4C9CCEA}"/>
              </a:ext>
            </a:extLst>
          </p:cNvPr>
          <p:cNvSpPr>
            <a:spLocks noGrp="1"/>
          </p:cNvSpPr>
          <p:nvPr userDrawn="1">
            <p:ph type="body" sz="quarter" idx="22"/>
          </p:nvPr>
        </p:nvSpPr>
        <p:spPr>
          <a:xfrm>
            <a:off x="7620000" y="1520825"/>
            <a:ext cx="3239698" cy="4194175"/>
          </a:xfrm>
          <a:custGeom>
            <a:avLst/>
            <a:gdLst>
              <a:gd name="connsiteX0" fmla="*/ 128302 w 3239698"/>
              <a:gd name="connsiteY0" fmla="*/ 0 h 4194175"/>
              <a:gd name="connsiteX1" fmla="*/ 2095498 w 3239698"/>
              <a:gd name="connsiteY1" fmla="*/ 0 h 4194175"/>
              <a:gd name="connsiteX2" fmla="*/ 2920898 w 3239698"/>
              <a:gd name="connsiteY2" fmla="*/ 0 h 4194175"/>
              <a:gd name="connsiteX3" fmla="*/ 3111396 w 3239698"/>
              <a:gd name="connsiteY3" fmla="*/ 0 h 4194175"/>
              <a:gd name="connsiteX4" fmla="*/ 3239698 w 3239698"/>
              <a:gd name="connsiteY4" fmla="*/ 128151 h 4194175"/>
              <a:gd name="connsiteX5" fmla="*/ 3239698 w 3239698"/>
              <a:gd name="connsiteY5" fmla="*/ 324346 h 4194175"/>
              <a:gd name="connsiteX6" fmla="*/ 3238498 w 3239698"/>
              <a:gd name="connsiteY6" fmla="*/ 324346 h 4194175"/>
              <a:gd name="connsiteX7" fmla="*/ 3238498 w 3239698"/>
              <a:gd name="connsiteY7" fmla="*/ 1146174 h 4194175"/>
              <a:gd name="connsiteX8" fmla="*/ 3238498 w 3239698"/>
              <a:gd name="connsiteY8" fmla="*/ 1336675 h 4194175"/>
              <a:gd name="connsiteX9" fmla="*/ 3238498 w 3239698"/>
              <a:gd name="connsiteY9" fmla="*/ 2857500 h 4194175"/>
              <a:gd name="connsiteX10" fmla="*/ 3238498 w 3239698"/>
              <a:gd name="connsiteY10" fmla="*/ 2950813 h 4194175"/>
              <a:gd name="connsiteX11" fmla="*/ 3239698 w 3239698"/>
              <a:gd name="connsiteY11" fmla="*/ 2950813 h 4194175"/>
              <a:gd name="connsiteX12" fmla="*/ 3239698 w 3239698"/>
              <a:gd name="connsiteY12" fmla="*/ 3300562 h 4194175"/>
              <a:gd name="connsiteX13" fmla="*/ 3238498 w 3239698"/>
              <a:gd name="connsiteY13" fmla="*/ 3311145 h 4194175"/>
              <a:gd name="connsiteX14" fmla="*/ 3238498 w 3239698"/>
              <a:gd name="connsiteY14" fmla="*/ 3869829 h 4194175"/>
              <a:gd name="connsiteX15" fmla="*/ 3239698 w 3239698"/>
              <a:gd name="connsiteY15" fmla="*/ 3869829 h 4194175"/>
              <a:gd name="connsiteX16" fmla="*/ 3239698 w 3239698"/>
              <a:gd name="connsiteY16" fmla="*/ 4066024 h 4194175"/>
              <a:gd name="connsiteX17" fmla="*/ 3111396 w 3239698"/>
              <a:gd name="connsiteY17" fmla="*/ 4194175 h 4194175"/>
              <a:gd name="connsiteX18" fmla="*/ 1144200 w 3239698"/>
              <a:gd name="connsiteY18" fmla="*/ 4194175 h 4194175"/>
              <a:gd name="connsiteX19" fmla="*/ 318800 w 3239698"/>
              <a:gd name="connsiteY19" fmla="*/ 4194175 h 4194175"/>
              <a:gd name="connsiteX20" fmla="*/ 128302 w 3239698"/>
              <a:gd name="connsiteY20" fmla="*/ 4194175 h 4194175"/>
              <a:gd name="connsiteX21" fmla="*/ 0 w 3239698"/>
              <a:gd name="connsiteY21" fmla="*/ 4066024 h 4194175"/>
              <a:gd name="connsiteX22" fmla="*/ 0 w 3239698"/>
              <a:gd name="connsiteY22" fmla="*/ 3869829 h 4194175"/>
              <a:gd name="connsiteX23" fmla="*/ 1200 w 3239698"/>
              <a:gd name="connsiteY23" fmla="*/ 3869829 h 4194175"/>
              <a:gd name="connsiteX24" fmla="*/ 1200 w 3239698"/>
              <a:gd name="connsiteY24" fmla="*/ 3311145 h 4194175"/>
              <a:gd name="connsiteX25" fmla="*/ 0 w 3239698"/>
              <a:gd name="connsiteY25" fmla="*/ 3300562 h 4194175"/>
              <a:gd name="connsiteX26" fmla="*/ 0 w 3239698"/>
              <a:gd name="connsiteY26" fmla="*/ 2950813 h 4194175"/>
              <a:gd name="connsiteX27" fmla="*/ 1200 w 3239698"/>
              <a:gd name="connsiteY27" fmla="*/ 2950813 h 4194175"/>
              <a:gd name="connsiteX28" fmla="*/ 1200 w 3239698"/>
              <a:gd name="connsiteY28" fmla="*/ 2857500 h 4194175"/>
              <a:gd name="connsiteX29" fmla="*/ 1200 w 3239698"/>
              <a:gd name="connsiteY29" fmla="*/ 1336675 h 4194175"/>
              <a:gd name="connsiteX30" fmla="*/ 1200 w 3239698"/>
              <a:gd name="connsiteY30" fmla="*/ 1146174 h 4194175"/>
              <a:gd name="connsiteX31" fmla="*/ 1200 w 3239698"/>
              <a:gd name="connsiteY31" fmla="*/ 324346 h 4194175"/>
              <a:gd name="connsiteX32" fmla="*/ 0 w 3239698"/>
              <a:gd name="connsiteY32" fmla="*/ 324346 h 4194175"/>
              <a:gd name="connsiteX33" fmla="*/ 0 w 3239698"/>
              <a:gd name="connsiteY33" fmla="*/ 128151 h 4194175"/>
              <a:gd name="connsiteX34" fmla="*/ 128302 w 3239698"/>
              <a:gd name="connsiteY34" fmla="*/ 0 h 4194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239698" h="4194175">
                <a:moveTo>
                  <a:pt x="128302" y="0"/>
                </a:moveTo>
                <a:lnTo>
                  <a:pt x="2095498" y="0"/>
                </a:lnTo>
                <a:lnTo>
                  <a:pt x="2920898" y="0"/>
                </a:lnTo>
                <a:lnTo>
                  <a:pt x="3111396" y="0"/>
                </a:lnTo>
                <a:cubicBezTo>
                  <a:pt x="3182255" y="0"/>
                  <a:pt x="3239698" y="57375"/>
                  <a:pt x="3239698" y="128151"/>
                </a:cubicBezTo>
                <a:lnTo>
                  <a:pt x="3239698" y="324346"/>
                </a:lnTo>
                <a:lnTo>
                  <a:pt x="3238498" y="324346"/>
                </a:lnTo>
                <a:lnTo>
                  <a:pt x="3238498" y="1146174"/>
                </a:lnTo>
                <a:lnTo>
                  <a:pt x="3238498" y="1336675"/>
                </a:lnTo>
                <a:lnTo>
                  <a:pt x="3238498" y="2857500"/>
                </a:lnTo>
                <a:lnTo>
                  <a:pt x="3238498" y="2950813"/>
                </a:lnTo>
                <a:lnTo>
                  <a:pt x="3239698" y="2950813"/>
                </a:lnTo>
                <a:lnTo>
                  <a:pt x="3239698" y="3300562"/>
                </a:lnTo>
                <a:lnTo>
                  <a:pt x="3238498" y="3311145"/>
                </a:lnTo>
                <a:lnTo>
                  <a:pt x="3238498" y="3869829"/>
                </a:lnTo>
                <a:lnTo>
                  <a:pt x="3239698" y="3869829"/>
                </a:lnTo>
                <a:lnTo>
                  <a:pt x="3239698" y="4066024"/>
                </a:lnTo>
                <a:cubicBezTo>
                  <a:pt x="3239698" y="4136800"/>
                  <a:pt x="3182255" y="4194175"/>
                  <a:pt x="3111396" y="4194175"/>
                </a:cubicBezTo>
                <a:lnTo>
                  <a:pt x="1144200" y="4194175"/>
                </a:lnTo>
                <a:lnTo>
                  <a:pt x="318800" y="4194175"/>
                </a:lnTo>
                <a:lnTo>
                  <a:pt x="128302" y="4194175"/>
                </a:lnTo>
                <a:cubicBezTo>
                  <a:pt x="57443" y="4194175"/>
                  <a:pt x="0" y="4136800"/>
                  <a:pt x="0" y="4066024"/>
                </a:cubicBezTo>
                <a:lnTo>
                  <a:pt x="0" y="3869829"/>
                </a:lnTo>
                <a:lnTo>
                  <a:pt x="1200" y="3869829"/>
                </a:lnTo>
                <a:lnTo>
                  <a:pt x="1200" y="3311145"/>
                </a:lnTo>
                <a:lnTo>
                  <a:pt x="0" y="3300562"/>
                </a:lnTo>
                <a:lnTo>
                  <a:pt x="0" y="2950813"/>
                </a:lnTo>
                <a:lnTo>
                  <a:pt x="1200" y="2950813"/>
                </a:lnTo>
                <a:lnTo>
                  <a:pt x="1200" y="2857500"/>
                </a:lnTo>
                <a:lnTo>
                  <a:pt x="1200" y="1336675"/>
                </a:lnTo>
                <a:lnTo>
                  <a:pt x="1200" y="1146174"/>
                </a:lnTo>
                <a:lnTo>
                  <a:pt x="1200" y="324346"/>
                </a:lnTo>
                <a:lnTo>
                  <a:pt x="0" y="324346"/>
                </a:lnTo>
                <a:lnTo>
                  <a:pt x="0" y="128151"/>
                </a:lnTo>
                <a:cubicBezTo>
                  <a:pt x="0" y="57375"/>
                  <a:pt x="57443" y="0"/>
                  <a:pt x="128302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vert="horz" wrap="square" lIns="216000" tIns="792000" rIns="91440" bIns="45720" rtlCol="0" anchor="t" anchorCtr="0">
            <a:noAutofit/>
          </a:bodyPr>
          <a:lstStyle>
            <a:lvl1pPr>
              <a:spcAft>
                <a:spcPts val="1200"/>
              </a:spcAft>
              <a:defRPr lang="en-US" sz="1800" b="1" dirty="0">
                <a:solidFill>
                  <a:schemeClr val="tx2"/>
                </a:solidFill>
              </a:defRPr>
            </a:lvl1pPr>
            <a:lvl2pPr marL="171450" indent="-171450">
              <a:buFont typeface="Wingdings" pitchFamily="2" charset="2"/>
              <a:buChar char="§"/>
              <a:defRPr/>
            </a:lvl2pPr>
          </a:lstStyle>
          <a:p>
            <a:pPr lvl="0"/>
            <a:endParaRPr lang="en-US" dirty="0"/>
          </a:p>
          <a:p>
            <a:pPr lvl="1"/>
            <a:endParaRPr lang="ru-RU" dirty="0"/>
          </a:p>
        </p:txBody>
      </p:sp>
      <p:sp>
        <p:nvSpPr>
          <p:cNvPr id="47" name="Picture Placeholder 3">
            <a:extLst>
              <a:ext uri="{FF2B5EF4-FFF2-40B4-BE49-F238E27FC236}">
                <a16:creationId xmlns:a16="http://schemas.microsoft.com/office/drawing/2014/main" id="{3C282EAF-9D41-094D-8090-2DB7DEE1D67C}"/>
              </a:ext>
            </a:extLst>
          </p:cNvPr>
          <p:cNvSpPr>
            <a:spLocks noGrp="1"/>
          </p:cNvSpPr>
          <p:nvPr userDrawn="1">
            <p:ph type="pic" sz="quarter" idx="23"/>
          </p:nvPr>
        </p:nvSpPr>
        <p:spPr>
          <a:xfrm>
            <a:off x="7850186" y="1818889"/>
            <a:ext cx="309562" cy="3095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 dirty="0"/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6139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карточки с изображени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icture Placeholder 55">
            <a:extLst>
              <a:ext uri="{FF2B5EF4-FFF2-40B4-BE49-F238E27FC236}">
                <a16:creationId xmlns:a16="http://schemas.microsoft.com/office/drawing/2014/main" id="{B7F49C45-794F-0040-AA43-B891C75022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62000" y="1520825"/>
            <a:ext cx="3426600" cy="1717675"/>
          </a:xfrm>
          <a:custGeom>
            <a:avLst/>
            <a:gdLst>
              <a:gd name="connsiteX0" fmla="*/ 128303 w 3426600"/>
              <a:gd name="connsiteY0" fmla="*/ 0 h 1717675"/>
              <a:gd name="connsiteX1" fmla="*/ 505703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4200 w 3426600"/>
              <a:gd name="connsiteY6" fmla="*/ 324346 h 1717675"/>
              <a:gd name="connsiteX7" fmla="*/ 3424200 w 3426600"/>
              <a:gd name="connsiteY7" fmla="*/ 445900 h 1717675"/>
              <a:gd name="connsiteX8" fmla="*/ 3424200 w 3426600"/>
              <a:gd name="connsiteY8" fmla="*/ 1336675 h 1717675"/>
              <a:gd name="connsiteX9" fmla="*/ 3424200 w 3426600"/>
              <a:gd name="connsiteY9" fmla="*/ 1717675 h 1717675"/>
              <a:gd name="connsiteX10" fmla="*/ 3043200 w 3426600"/>
              <a:gd name="connsiteY10" fmla="*/ 1717675 h 1717675"/>
              <a:gd name="connsiteX11" fmla="*/ 381000 w 3426600"/>
              <a:gd name="connsiteY11" fmla="*/ 1717675 h 1717675"/>
              <a:gd name="connsiteX12" fmla="*/ 0 w 3426600"/>
              <a:gd name="connsiteY12" fmla="*/ 1717675 h 1717675"/>
              <a:gd name="connsiteX13" fmla="*/ 0 w 3426600"/>
              <a:gd name="connsiteY13" fmla="*/ 1336675 h 1717675"/>
              <a:gd name="connsiteX14" fmla="*/ 0 w 3426600"/>
              <a:gd name="connsiteY14" fmla="*/ 469675 h 1717675"/>
              <a:gd name="connsiteX15" fmla="*/ 0 w 3426600"/>
              <a:gd name="connsiteY15" fmla="*/ 324346 h 1717675"/>
              <a:gd name="connsiteX16" fmla="*/ 0 w 3426600"/>
              <a:gd name="connsiteY16" fmla="*/ 193674 h 1717675"/>
              <a:gd name="connsiteX17" fmla="*/ 0 w 3426600"/>
              <a:gd name="connsiteY17" fmla="*/ 128151 h 1717675"/>
              <a:gd name="connsiteX18" fmla="*/ 128303 w 3426600"/>
              <a:gd name="connsiteY18" fmla="*/ 0 h 1717675"/>
              <a:gd name="connsiteX0" fmla="*/ 128303 w 3426600"/>
              <a:gd name="connsiteY0" fmla="*/ 0 h 1717675"/>
              <a:gd name="connsiteX1" fmla="*/ 505703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4200 w 3426600"/>
              <a:gd name="connsiteY6" fmla="*/ 445900 h 1717675"/>
              <a:gd name="connsiteX7" fmla="*/ 3424200 w 3426600"/>
              <a:gd name="connsiteY7" fmla="*/ 1336675 h 1717675"/>
              <a:gd name="connsiteX8" fmla="*/ 3424200 w 3426600"/>
              <a:gd name="connsiteY8" fmla="*/ 1717675 h 1717675"/>
              <a:gd name="connsiteX9" fmla="*/ 3043200 w 3426600"/>
              <a:gd name="connsiteY9" fmla="*/ 1717675 h 1717675"/>
              <a:gd name="connsiteX10" fmla="*/ 381000 w 3426600"/>
              <a:gd name="connsiteY10" fmla="*/ 1717675 h 1717675"/>
              <a:gd name="connsiteX11" fmla="*/ 0 w 3426600"/>
              <a:gd name="connsiteY11" fmla="*/ 1717675 h 1717675"/>
              <a:gd name="connsiteX12" fmla="*/ 0 w 3426600"/>
              <a:gd name="connsiteY12" fmla="*/ 1336675 h 1717675"/>
              <a:gd name="connsiteX13" fmla="*/ 0 w 3426600"/>
              <a:gd name="connsiteY13" fmla="*/ 469675 h 1717675"/>
              <a:gd name="connsiteX14" fmla="*/ 0 w 3426600"/>
              <a:gd name="connsiteY14" fmla="*/ 324346 h 1717675"/>
              <a:gd name="connsiteX15" fmla="*/ 0 w 3426600"/>
              <a:gd name="connsiteY15" fmla="*/ 193674 h 1717675"/>
              <a:gd name="connsiteX16" fmla="*/ 0 w 3426600"/>
              <a:gd name="connsiteY16" fmla="*/ 128151 h 1717675"/>
              <a:gd name="connsiteX17" fmla="*/ 128303 w 3426600"/>
              <a:gd name="connsiteY17" fmla="*/ 0 h 1717675"/>
              <a:gd name="connsiteX0" fmla="*/ 128303 w 3426600"/>
              <a:gd name="connsiteY0" fmla="*/ 0 h 1717675"/>
              <a:gd name="connsiteX1" fmla="*/ 505703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4200 w 3426600"/>
              <a:gd name="connsiteY6" fmla="*/ 1336675 h 1717675"/>
              <a:gd name="connsiteX7" fmla="*/ 3424200 w 3426600"/>
              <a:gd name="connsiteY7" fmla="*/ 1717675 h 1717675"/>
              <a:gd name="connsiteX8" fmla="*/ 3043200 w 3426600"/>
              <a:gd name="connsiteY8" fmla="*/ 1717675 h 1717675"/>
              <a:gd name="connsiteX9" fmla="*/ 381000 w 3426600"/>
              <a:gd name="connsiteY9" fmla="*/ 1717675 h 1717675"/>
              <a:gd name="connsiteX10" fmla="*/ 0 w 3426600"/>
              <a:gd name="connsiteY10" fmla="*/ 1717675 h 1717675"/>
              <a:gd name="connsiteX11" fmla="*/ 0 w 3426600"/>
              <a:gd name="connsiteY11" fmla="*/ 1336675 h 1717675"/>
              <a:gd name="connsiteX12" fmla="*/ 0 w 3426600"/>
              <a:gd name="connsiteY12" fmla="*/ 469675 h 1717675"/>
              <a:gd name="connsiteX13" fmla="*/ 0 w 3426600"/>
              <a:gd name="connsiteY13" fmla="*/ 324346 h 1717675"/>
              <a:gd name="connsiteX14" fmla="*/ 0 w 3426600"/>
              <a:gd name="connsiteY14" fmla="*/ 193674 h 1717675"/>
              <a:gd name="connsiteX15" fmla="*/ 0 w 3426600"/>
              <a:gd name="connsiteY15" fmla="*/ 128151 h 1717675"/>
              <a:gd name="connsiteX16" fmla="*/ 128303 w 3426600"/>
              <a:gd name="connsiteY16" fmla="*/ 0 h 1717675"/>
              <a:gd name="connsiteX0" fmla="*/ 128303 w 3426600"/>
              <a:gd name="connsiteY0" fmla="*/ 0 h 1717675"/>
              <a:gd name="connsiteX1" fmla="*/ 505703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4200 w 3426600"/>
              <a:gd name="connsiteY6" fmla="*/ 1717675 h 1717675"/>
              <a:gd name="connsiteX7" fmla="*/ 3043200 w 3426600"/>
              <a:gd name="connsiteY7" fmla="*/ 1717675 h 1717675"/>
              <a:gd name="connsiteX8" fmla="*/ 381000 w 3426600"/>
              <a:gd name="connsiteY8" fmla="*/ 1717675 h 1717675"/>
              <a:gd name="connsiteX9" fmla="*/ 0 w 3426600"/>
              <a:gd name="connsiteY9" fmla="*/ 1717675 h 1717675"/>
              <a:gd name="connsiteX10" fmla="*/ 0 w 3426600"/>
              <a:gd name="connsiteY10" fmla="*/ 1336675 h 1717675"/>
              <a:gd name="connsiteX11" fmla="*/ 0 w 3426600"/>
              <a:gd name="connsiteY11" fmla="*/ 469675 h 1717675"/>
              <a:gd name="connsiteX12" fmla="*/ 0 w 3426600"/>
              <a:gd name="connsiteY12" fmla="*/ 324346 h 1717675"/>
              <a:gd name="connsiteX13" fmla="*/ 0 w 3426600"/>
              <a:gd name="connsiteY13" fmla="*/ 193674 h 1717675"/>
              <a:gd name="connsiteX14" fmla="*/ 0 w 3426600"/>
              <a:gd name="connsiteY14" fmla="*/ 128151 h 1717675"/>
              <a:gd name="connsiteX15" fmla="*/ 128303 w 3426600"/>
              <a:gd name="connsiteY15" fmla="*/ 0 h 1717675"/>
              <a:gd name="connsiteX0" fmla="*/ 128303 w 3426600"/>
              <a:gd name="connsiteY0" fmla="*/ 0 h 1717675"/>
              <a:gd name="connsiteX1" fmla="*/ 505703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4200 w 3426600"/>
              <a:gd name="connsiteY6" fmla="*/ 1717675 h 1717675"/>
              <a:gd name="connsiteX7" fmla="*/ 381000 w 3426600"/>
              <a:gd name="connsiteY7" fmla="*/ 1717675 h 1717675"/>
              <a:gd name="connsiteX8" fmla="*/ 0 w 3426600"/>
              <a:gd name="connsiteY8" fmla="*/ 1717675 h 1717675"/>
              <a:gd name="connsiteX9" fmla="*/ 0 w 3426600"/>
              <a:gd name="connsiteY9" fmla="*/ 1336675 h 1717675"/>
              <a:gd name="connsiteX10" fmla="*/ 0 w 3426600"/>
              <a:gd name="connsiteY10" fmla="*/ 469675 h 1717675"/>
              <a:gd name="connsiteX11" fmla="*/ 0 w 3426600"/>
              <a:gd name="connsiteY11" fmla="*/ 324346 h 1717675"/>
              <a:gd name="connsiteX12" fmla="*/ 0 w 3426600"/>
              <a:gd name="connsiteY12" fmla="*/ 193674 h 1717675"/>
              <a:gd name="connsiteX13" fmla="*/ 0 w 3426600"/>
              <a:gd name="connsiteY13" fmla="*/ 128151 h 1717675"/>
              <a:gd name="connsiteX14" fmla="*/ 128303 w 3426600"/>
              <a:gd name="connsiteY14" fmla="*/ 0 h 1717675"/>
              <a:gd name="connsiteX0" fmla="*/ 128303 w 3426600"/>
              <a:gd name="connsiteY0" fmla="*/ 0 h 1717675"/>
              <a:gd name="connsiteX1" fmla="*/ 505703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4200 w 3426600"/>
              <a:gd name="connsiteY6" fmla="*/ 1717675 h 1717675"/>
              <a:gd name="connsiteX7" fmla="*/ 0 w 3426600"/>
              <a:gd name="connsiteY7" fmla="*/ 1717675 h 1717675"/>
              <a:gd name="connsiteX8" fmla="*/ 0 w 3426600"/>
              <a:gd name="connsiteY8" fmla="*/ 1336675 h 1717675"/>
              <a:gd name="connsiteX9" fmla="*/ 0 w 3426600"/>
              <a:gd name="connsiteY9" fmla="*/ 469675 h 1717675"/>
              <a:gd name="connsiteX10" fmla="*/ 0 w 3426600"/>
              <a:gd name="connsiteY10" fmla="*/ 324346 h 1717675"/>
              <a:gd name="connsiteX11" fmla="*/ 0 w 3426600"/>
              <a:gd name="connsiteY11" fmla="*/ 193674 h 1717675"/>
              <a:gd name="connsiteX12" fmla="*/ 0 w 3426600"/>
              <a:gd name="connsiteY12" fmla="*/ 128151 h 1717675"/>
              <a:gd name="connsiteX13" fmla="*/ 128303 w 3426600"/>
              <a:gd name="connsiteY13" fmla="*/ 0 h 1717675"/>
              <a:gd name="connsiteX0" fmla="*/ 128303 w 3426600"/>
              <a:gd name="connsiteY0" fmla="*/ 0 h 1717675"/>
              <a:gd name="connsiteX1" fmla="*/ 505703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4200 w 3426600"/>
              <a:gd name="connsiteY6" fmla="*/ 1717675 h 1717675"/>
              <a:gd name="connsiteX7" fmla="*/ 0 w 3426600"/>
              <a:gd name="connsiteY7" fmla="*/ 1717675 h 1717675"/>
              <a:gd name="connsiteX8" fmla="*/ 0 w 3426600"/>
              <a:gd name="connsiteY8" fmla="*/ 469675 h 1717675"/>
              <a:gd name="connsiteX9" fmla="*/ 0 w 3426600"/>
              <a:gd name="connsiteY9" fmla="*/ 324346 h 1717675"/>
              <a:gd name="connsiteX10" fmla="*/ 0 w 3426600"/>
              <a:gd name="connsiteY10" fmla="*/ 193674 h 1717675"/>
              <a:gd name="connsiteX11" fmla="*/ 0 w 3426600"/>
              <a:gd name="connsiteY11" fmla="*/ 128151 h 1717675"/>
              <a:gd name="connsiteX12" fmla="*/ 128303 w 3426600"/>
              <a:gd name="connsiteY12" fmla="*/ 0 h 1717675"/>
              <a:gd name="connsiteX0" fmla="*/ 128303 w 3426600"/>
              <a:gd name="connsiteY0" fmla="*/ 0 h 1717675"/>
              <a:gd name="connsiteX1" fmla="*/ 505703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4200 w 3426600"/>
              <a:gd name="connsiteY6" fmla="*/ 1717675 h 1717675"/>
              <a:gd name="connsiteX7" fmla="*/ 0 w 3426600"/>
              <a:gd name="connsiteY7" fmla="*/ 1717675 h 1717675"/>
              <a:gd name="connsiteX8" fmla="*/ 0 w 3426600"/>
              <a:gd name="connsiteY8" fmla="*/ 324346 h 1717675"/>
              <a:gd name="connsiteX9" fmla="*/ 0 w 3426600"/>
              <a:gd name="connsiteY9" fmla="*/ 193674 h 1717675"/>
              <a:gd name="connsiteX10" fmla="*/ 0 w 3426600"/>
              <a:gd name="connsiteY10" fmla="*/ 128151 h 1717675"/>
              <a:gd name="connsiteX11" fmla="*/ 128303 w 3426600"/>
              <a:gd name="connsiteY11" fmla="*/ 0 h 1717675"/>
              <a:gd name="connsiteX0" fmla="*/ 128303 w 3426600"/>
              <a:gd name="connsiteY0" fmla="*/ 0 h 1717675"/>
              <a:gd name="connsiteX1" fmla="*/ 505703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4200 w 3426600"/>
              <a:gd name="connsiteY6" fmla="*/ 1717675 h 1717675"/>
              <a:gd name="connsiteX7" fmla="*/ 0 w 3426600"/>
              <a:gd name="connsiteY7" fmla="*/ 1717675 h 1717675"/>
              <a:gd name="connsiteX8" fmla="*/ 0 w 3426600"/>
              <a:gd name="connsiteY8" fmla="*/ 193674 h 1717675"/>
              <a:gd name="connsiteX9" fmla="*/ 0 w 3426600"/>
              <a:gd name="connsiteY9" fmla="*/ 128151 h 1717675"/>
              <a:gd name="connsiteX10" fmla="*/ 128303 w 3426600"/>
              <a:gd name="connsiteY10" fmla="*/ 0 h 1717675"/>
              <a:gd name="connsiteX0" fmla="*/ 128303 w 3426600"/>
              <a:gd name="connsiteY0" fmla="*/ 0 h 1717675"/>
              <a:gd name="connsiteX1" fmla="*/ 505703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4200 w 3426600"/>
              <a:gd name="connsiteY6" fmla="*/ 1717675 h 1717675"/>
              <a:gd name="connsiteX7" fmla="*/ 0 w 3426600"/>
              <a:gd name="connsiteY7" fmla="*/ 1717675 h 1717675"/>
              <a:gd name="connsiteX8" fmla="*/ 0 w 3426600"/>
              <a:gd name="connsiteY8" fmla="*/ 128151 h 1717675"/>
              <a:gd name="connsiteX9" fmla="*/ 128303 w 3426600"/>
              <a:gd name="connsiteY9" fmla="*/ 0 h 1717675"/>
              <a:gd name="connsiteX0" fmla="*/ 128303 w 3426600"/>
              <a:gd name="connsiteY0" fmla="*/ 0 h 1717675"/>
              <a:gd name="connsiteX1" fmla="*/ 505703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4200 w 3426600"/>
              <a:gd name="connsiteY5" fmla="*/ 1717675 h 1717675"/>
              <a:gd name="connsiteX6" fmla="*/ 0 w 3426600"/>
              <a:gd name="connsiteY6" fmla="*/ 1717675 h 1717675"/>
              <a:gd name="connsiteX7" fmla="*/ 0 w 3426600"/>
              <a:gd name="connsiteY7" fmla="*/ 128151 h 1717675"/>
              <a:gd name="connsiteX8" fmla="*/ 128303 w 3426600"/>
              <a:gd name="connsiteY8" fmla="*/ 0 h 1717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6600" h="1717675">
                <a:moveTo>
                  <a:pt x="128303" y="0"/>
                </a:moveTo>
                <a:lnTo>
                  <a:pt x="505703" y="0"/>
                </a:lnTo>
                <a:lnTo>
                  <a:pt x="2920898" y="0"/>
                </a:lnTo>
                <a:lnTo>
                  <a:pt x="3298298" y="0"/>
                </a:lnTo>
                <a:cubicBezTo>
                  <a:pt x="3369157" y="0"/>
                  <a:pt x="3426600" y="57375"/>
                  <a:pt x="3426600" y="128151"/>
                </a:cubicBezTo>
                <a:lnTo>
                  <a:pt x="3424200" y="1717675"/>
                </a:lnTo>
                <a:lnTo>
                  <a:pt x="0" y="1717675"/>
                </a:lnTo>
                <a:lnTo>
                  <a:pt x="0" y="128151"/>
                </a:lnTo>
                <a:cubicBezTo>
                  <a:pt x="0" y="57375"/>
                  <a:pt x="57443" y="0"/>
                  <a:pt x="128303" y="0"/>
                </a:cubicBezTo>
                <a:close/>
              </a:path>
            </a:pathLst>
          </a:custGeom>
          <a:solidFill>
            <a:srgbClr val="181C2B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6B303DF0-DF0C-AA40-86E5-79E84B20BA1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76700" y="3238501"/>
            <a:ext cx="3423600" cy="2478237"/>
          </a:xfrm>
          <a:custGeom>
            <a:avLst/>
            <a:gdLst>
              <a:gd name="connsiteX0" fmla="*/ 2400 w 3426600"/>
              <a:gd name="connsiteY0" fmla="*/ 0 h 2478237"/>
              <a:gd name="connsiteX1" fmla="*/ 381000 w 3426600"/>
              <a:gd name="connsiteY1" fmla="*/ 0 h 2478237"/>
              <a:gd name="connsiteX2" fmla="*/ 3048000 w 3426600"/>
              <a:gd name="connsiteY2" fmla="*/ 0 h 2478237"/>
              <a:gd name="connsiteX3" fmla="*/ 3426600 w 3426600"/>
              <a:gd name="connsiteY3" fmla="*/ 0 h 2478237"/>
              <a:gd name="connsiteX4" fmla="*/ 3426600 w 3426600"/>
              <a:gd name="connsiteY4" fmla="*/ 2153891 h 2478237"/>
              <a:gd name="connsiteX5" fmla="*/ 3426600 w 3426600"/>
              <a:gd name="connsiteY5" fmla="*/ 2350086 h 2478237"/>
              <a:gd name="connsiteX6" fmla="*/ 3426600 w 3426600"/>
              <a:gd name="connsiteY6" fmla="*/ 2385039 h 2478237"/>
              <a:gd name="connsiteX7" fmla="*/ 3419535 w 3426600"/>
              <a:gd name="connsiteY7" fmla="*/ 2385039 h 2478237"/>
              <a:gd name="connsiteX8" fmla="*/ 3416518 w 3426600"/>
              <a:gd name="connsiteY8" fmla="*/ 2399968 h 2478237"/>
              <a:gd name="connsiteX9" fmla="*/ 3298298 w 3426600"/>
              <a:gd name="connsiteY9" fmla="*/ 2478237 h 2478237"/>
              <a:gd name="connsiteX10" fmla="*/ 2920898 w 3426600"/>
              <a:gd name="connsiteY10" fmla="*/ 2478237 h 2478237"/>
              <a:gd name="connsiteX11" fmla="*/ 505703 w 3426600"/>
              <a:gd name="connsiteY11" fmla="*/ 2478237 h 2478237"/>
              <a:gd name="connsiteX12" fmla="*/ 128303 w 3426600"/>
              <a:gd name="connsiteY12" fmla="*/ 2478237 h 2478237"/>
              <a:gd name="connsiteX13" fmla="*/ 10083 w 3426600"/>
              <a:gd name="connsiteY13" fmla="*/ 2399968 h 2478237"/>
              <a:gd name="connsiteX14" fmla="*/ 7065 w 3426600"/>
              <a:gd name="connsiteY14" fmla="*/ 2385039 h 2478237"/>
              <a:gd name="connsiteX15" fmla="*/ 2400 w 3426600"/>
              <a:gd name="connsiteY15" fmla="*/ 2385039 h 2478237"/>
              <a:gd name="connsiteX16" fmla="*/ 2400 w 3426600"/>
              <a:gd name="connsiteY16" fmla="*/ 2361960 h 2478237"/>
              <a:gd name="connsiteX17" fmla="*/ 0 w 3426600"/>
              <a:gd name="connsiteY17" fmla="*/ 2350086 h 2478237"/>
              <a:gd name="connsiteX18" fmla="*/ 0 w 3426600"/>
              <a:gd name="connsiteY18" fmla="*/ 2153891 h 2478237"/>
              <a:gd name="connsiteX19" fmla="*/ 2400 w 3426600"/>
              <a:gd name="connsiteY19" fmla="*/ 2153891 h 2478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426600" h="2478237">
                <a:moveTo>
                  <a:pt x="2400" y="0"/>
                </a:moveTo>
                <a:lnTo>
                  <a:pt x="381000" y="0"/>
                </a:lnTo>
                <a:lnTo>
                  <a:pt x="3048000" y="0"/>
                </a:lnTo>
                <a:lnTo>
                  <a:pt x="3426600" y="0"/>
                </a:lnTo>
                <a:lnTo>
                  <a:pt x="3426600" y="2153891"/>
                </a:lnTo>
                <a:lnTo>
                  <a:pt x="3426600" y="2350086"/>
                </a:lnTo>
                <a:lnTo>
                  <a:pt x="3426600" y="2385039"/>
                </a:lnTo>
                <a:lnTo>
                  <a:pt x="3419535" y="2385039"/>
                </a:lnTo>
                <a:lnTo>
                  <a:pt x="3416518" y="2399968"/>
                </a:lnTo>
                <a:cubicBezTo>
                  <a:pt x="3397040" y="2445964"/>
                  <a:pt x="3351442" y="2478237"/>
                  <a:pt x="3298298" y="2478237"/>
                </a:cubicBezTo>
                <a:lnTo>
                  <a:pt x="2920898" y="2478237"/>
                </a:lnTo>
                <a:lnTo>
                  <a:pt x="505703" y="2478237"/>
                </a:lnTo>
                <a:lnTo>
                  <a:pt x="128303" y="2478237"/>
                </a:lnTo>
                <a:cubicBezTo>
                  <a:pt x="75158" y="2478237"/>
                  <a:pt x="29560" y="2445964"/>
                  <a:pt x="10083" y="2399968"/>
                </a:cubicBezTo>
                <a:lnTo>
                  <a:pt x="7065" y="2385039"/>
                </a:lnTo>
                <a:lnTo>
                  <a:pt x="2400" y="2385039"/>
                </a:lnTo>
                <a:lnTo>
                  <a:pt x="2400" y="2361960"/>
                </a:lnTo>
                <a:lnTo>
                  <a:pt x="0" y="2350086"/>
                </a:lnTo>
                <a:lnTo>
                  <a:pt x="0" y="2153891"/>
                </a:lnTo>
                <a:lnTo>
                  <a:pt x="2400" y="2153891"/>
                </a:lnTo>
                <a:close/>
              </a:path>
            </a:pathLst>
          </a:custGeom>
          <a:ln w="6350">
            <a:solidFill>
              <a:schemeClr val="bg1">
                <a:lumMod val="85000"/>
              </a:schemeClr>
            </a:solidFill>
          </a:ln>
        </p:spPr>
        <p:txBody>
          <a:bodyPr vert="horz" wrap="square" lIns="144000" tIns="144000" rIns="91440" bIns="45720" rtlCol="0">
            <a:noAutofit/>
          </a:bodyPr>
          <a:lstStyle>
            <a:lvl1pPr>
              <a:spcAft>
                <a:spcPts val="1200"/>
              </a:spcAft>
              <a:defRPr lang="en-US" sz="1800" b="1" dirty="0" smtClean="0"/>
            </a:lvl1pPr>
            <a:lvl2pPr marL="171450" indent="-171450">
              <a:buFont typeface="Wingdings" pitchFamily="2" charset="2"/>
              <a:buChar char="§"/>
              <a:defRPr/>
            </a:lvl2pPr>
          </a:lstStyle>
          <a:p>
            <a:pPr lvl="0">
              <a:buFont typeface="Wingdings" pitchFamily="2" charset="2"/>
            </a:pPr>
            <a:endParaRPr lang="en-US" dirty="0"/>
          </a:p>
          <a:p>
            <a:pPr lvl="1">
              <a:buFont typeface="Wingdings" pitchFamily="2" charset="2"/>
            </a:pPr>
            <a:endParaRPr lang="en-US" dirty="0"/>
          </a:p>
        </p:txBody>
      </p:sp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/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3810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0" name="Picture Placeholder 59">
            <a:extLst>
              <a:ext uri="{FF2B5EF4-FFF2-40B4-BE49-F238E27FC236}">
                <a16:creationId xmlns:a16="http://schemas.microsoft.com/office/drawing/2014/main" id="{62F41B94-FAE9-0A43-95AB-79699E3FDC4E}"/>
              </a:ext>
            </a:extLst>
          </p:cNvPr>
          <p:cNvSpPr>
            <a:spLocks noGrp="1"/>
          </p:cNvSpPr>
          <p:nvPr userDrawn="1">
            <p:ph type="pic" sz="quarter" idx="22"/>
          </p:nvPr>
        </p:nvSpPr>
        <p:spPr>
          <a:xfrm>
            <a:off x="4381500" y="1520826"/>
            <a:ext cx="3426600" cy="1720850"/>
          </a:xfrm>
          <a:custGeom>
            <a:avLst/>
            <a:gdLst>
              <a:gd name="connsiteX0" fmla="*/ 128303 w 3426600"/>
              <a:gd name="connsiteY0" fmla="*/ 0 h 1717675"/>
              <a:gd name="connsiteX1" fmla="*/ 505703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1800 w 3426600"/>
              <a:gd name="connsiteY6" fmla="*/ 324346 h 1717675"/>
              <a:gd name="connsiteX7" fmla="*/ 3421800 w 3426600"/>
              <a:gd name="connsiteY7" fmla="*/ 445900 h 1717675"/>
              <a:gd name="connsiteX8" fmla="*/ 3421800 w 3426600"/>
              <a:gd name="connsiteY8" fmla="*/ 1336675 h 1717675"/>
              <a:gd name="connsiteX9" fmla="*/ 3421800 w 3426600"/>
              <a:gd name="connsiteY9" fmla="*/ 1717675 h 1717675"/>
              <a:gd name="connsiteX10" fmla="*/ 3043200 w 3426600"/>
              <a:gd name="connsiteY10" fmla="*/ 1717675 h 1717675"/>
              <a:gd name="connsiteX11" fmla="*/ 378600 w 3426600"/>
              <a:gd name="connsiteY11" fmla="*/ 1717675 h 1717675"/>
              <a:gd name="connsiteX12" fmla="*/ 0 w 3426600"/>
              <a:gd name="connsiteY12" fmla="*/ 1717675 h 1717675"/>
              <a:gd name="connsiteX13" fmla="*/ 0 w 3426600"/>
              <a:gd name="connsiteY13" fmla="*/ 1336675 h 1717675"/>
              <a:gd name="connsiteX14" fmla="*/ 0 w 3426600"/>
              <a:gd name="connsiteY14" fmla="*/ 469675 h 1717675"/>
              <a:gd name="connsiteX15" fmla="*/ 0 w 3426600"/>
              <a:gd name="connsiteY15" fmla="*/ 324346 h 1717675"/>
              <a:gd name="connsiteX16" fmla="*/ 0 w 3426600"/>
              <a:gd name="connsiteY16" fmla="*/ 193674 h 1717675"/>
              <a:gd name="connsiteX17" fmla="*/ 0 w 3426600"/>
              <a:gd name="connsiteY17" fmla="*/ 128151 h 1717675"/>
              <a:gd name="connsiteX18" fmla="*/ 128303 w 3426600"/>
              <a:gd name="connsiteY18" fmla="*/ 0 h 1717675"/>
              <a:gd name="connsiteX0" fmla="*/ 128303 w 3426600"/>
              <a:gd name="connsiteY0" fmla="*/ 0 h 1717675"/>
              <a:gd name="connsiteX1" fmla="*/ 505703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1800 w 3426600"/>
              <a:gd name="connsiteY6" fmla="*/ 324346 h 1717675"/>
              <a:gd name="connsiteX7" fmla="*/ 3421800 w 3426600"/>
              <a:gd name="connsiteY7" fmla="*/ 1336675 h 1717675"/>
              <a:gd name="connsiteX8" fmla="*/ 3421800 w 3426600"/>
              <a:gd name="connsiteY8" fmla="*/ 1717675 h 1717675"/>
              <a:gd name="connsiteX9" fmla="*/ 3043200 w 3426600"/>
              <a:gd name="connsiteY9" fmla="*/ 1717675 h 1717675"/>
              <a:gd name="connsiteX10" fmla="*/ 378600 w 3426600"/>
              <a:gd name="connsiteY10" fmla="*/ 1717675 h 1717675"/>
              <a:gd name="connsiteX11" fmla="*/ 0 w 3426600"/>
              <a:gd name="connsiteY11" fmla="*/ 1717675 h 1717675"/>
              <a:gd name="connsiteX12" fmla="*/ 0 w 3426600"/>
              <a:gd name="connsiteY12" fmla="*/ 1336675 h 1717675"/>
              <a:gd name="connsiteX13" fmla="*/ 0 w 3426600"/>
              <a:gd name="connsiteY13" fmla="*/ 469675 h 1717675"/>
              <a:gd name="connsiteX14" fmla="*/ 0 w 3426600"/>
              <a:gd name="connsiteY14" fmla="*/ 324346 h 1717675"/>
              <a:gd name="connsiteX15" fmla="*/ 0 w 3426600"/>
              <a:gd name="connsiteY15" fmla="*/ 193674 h 1717675"/>
              <a:gd name="connsiteX16" fmla="*/ 0 w 3426600"/>
              <a:gd name="connsiteY16" fmla="*/ 128151 h 1717675"/>
              <a:gd name="connsiteX17" fmla="*/ 128303 w 3426600"/>
              <a:gd name="connsiteY17" fmla="*/ 0 h 1717675"/>
              <a:gd name="connsiteX0" fmla="*/ 128303 w 3426600"/>
              <a:gd name="connsiteY0" fmla="*/ 0 h 1717675"/>
              <a:gd name="connsiteX1" fmla="*/ 505703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1800 w 3426600"/>
              <a:gd name="connsiteY6" fmla="*/ 1336675 h 1717675"/>
              <a:gd name="connsiteX7" fmla="*/ 3421800 w 3426600"/>
              <a:gd name="connsiteY7" fmla="*/ 1717675 h 1717675"/>
              <a:gd name="connsiteX8" fmla="*/ 3043200 w 3426600"/>
              <a:gd name="connsiteY8" fmla="*/ 1717675 h 1717675"/>
              <a:gd name="connsiteX9" fmla="*/ 378600 w 3426600"/>
              <a:gd name="connsiteY9" fmla="*/ 1717675 h 1717675"/>
              <a:gd name="connsiteX10" fmla="*/ 0 w 3426600"/>
              <a:gd name="connsiteY10" fmla="*/ 1717675 h 1717675"/>
              <a:gd name="connsiteX11" fmla="*/ 0 w 3426600"/>
              <a:gd name="connsiteY11" fmla="*/ 1336675 h 1717675"/>
              <a:gd name="connsiteX12" fmla="*/ 0 w 3426600"/>
              <a:gd name="connsiteY12" fmla="*/ 469675 h 1717675"/>
              <a:gd name="connsiteX13" fmla="*/ 0 w 3426600"/>
              <a:gd name="connsiteY13" fmla="*/ 324346 h 1717675"/>
              <a:gd name="connsiteX14" fmla="*/ 0 w 3426600"/>
              <a:gd name="connsiteY14" fmla="*/ 193674 h 1717675"/>
              <a:gd name="connsiteX15" fmla="*/ 0 w 3426600"/>
              <a:gd name="connsiteY15" fmla="*/ 128151 h 1717675"/>
              <a:gd name="connsiteX16" fmla="*/ 128303 w 3426600"/>
              <a:gd name="connsiteY16" fmla="*/ 0 h 1717675"/>
              <a:gd name="connsiteX0" fmla="*/ 128303 w 3426600"/>
              <a:gd name="connsiteY0" fmla="*/ 0 h 1717675"/>
              <a:gd name="connsiteX1" fmla="*/ 505703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1800 w 3426600"/>
              <a:gd name="connsiteY5" fmla="*/ 1336675 h 1717675"/>
              <a:gd name="connsiteX6" fmla="*/ 3421800 w 3426600"/>
              <a:gd name="connsiteY6" fmla="*/ 1717675 h 1717675"/>
              <a:gd name="connsiteX7" fmla="*/ 3043200 w 3426600"/>
              <a:gd name="connsiteY7" fmla="*/ 1717675 h 1717675"/>
              <a:gd name="connsiteX8" fmla="*/ 378600 w 3426600"/>
              <a:gd name="connsiteY8" fmla="*/ 1717675 h 1717675"/>
              <a:gd name="connsiteX9" fmla="*/ 0 w 3426600"/>
              <a:gd name="connsiteY9" fmla="*/ 1717675 h 1717675"/>
              <a:gd name="connsiteX10" fmla="*/ 0 w 3426600"/>
              <a:gd name="connsiteY10" fmla="*/ 1336675 h 1717675"/>
              <a:gd name="connsiteX11" fmla="*/ 0 w 3426600"/>
              <a:gd name="connsiteY11" fmla="*/ 469675 h 1717675"/>
              <a:gd name="connsiteX12" fmla="*/ 0 w 3426600"/>
              <a:gd name="connsiteY12" fmla="*/ 324346 h 1717675"/>
              <a:gd name="connsiteX13" fmla="*/ 0 w 3426600"/>
              <a:gd name="connsiteY13" fmla="*/ 193674 h 1717675"/>
              <a:gd name="connsiteX14" fmla="*/ 0 w 3426600"/>
              <a:gd name="connsiteY14" fmla="*/ 128151 h 1717675"/>
              <a:gd name="connsiteX15" fmla="*/ 128303 w 3426600"/>
              <a:gd name="connsiteY15" fmla="*/ 0 h 1717675"/>
              <a:gd name="connsiteX0" fmla="*/ 128303 w 3426600"/>
              <a:gd name="connsiteY0" fmla="*/ 0 h 1717675"/>
              <a:gd name="connsiteX1" fmla="*/ 505703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1800 w 3426600"/>
              <a:gd name="connsiteY5" fmla="*/ 1717675 h 1717675"/>
              <a:gd name="connsiteX6" fmla="*/ 3043200 w 3426600"/>
              <a:gd name="connsiteY6" fmla="*/ 1717675 h 1717675"/>
              <a:gd name="connsiteX7" fmla="*/ 378600 w 3426600"/>
              <a:gd name="connsiteY7" fmla="*/ 1717675 h 1717675"/>
              <a:gd name="connsiteX8" fmla="*/ 0 w 3426600"/>
              <a:gd name="connsiteY8" fmla="*/ 1717675 h 1717675"/>
              <a:gd name="connsiteX9" fmla="*/ 0 w 3426600"/>
              <a:gd name="connsiteY9" fmla="*/ 1336675 h 1717675"/>
              <a:gd name="connsiteX10" fmla="*/ 0 w 3426600"/>
              <a:gd name="connsiteY10" fmla="*/ 469675 h 1717675"/>
              <a:gd name="connsiteX11" fmla="*/ 0 w 3426600"/>
              <a:gd name="connsiteY11" fmla="*/ 324346 h 1717675"/>
              <a:gd name="connsiteX12" fmla="*/ 0 w 3426600"/>
              <a:gd name="connsiteY12" fmla="*/ 193674 h 1717675"/>
              <a:gd name="connsiteX13" fmla="*/ 0 w 3426600"/>
              <a:gd name="connsiteY13" fmla="*/ 128151 h 1717675"/>
              <a:gd name="connsiteX14" fmla="*/ 128303 w 3426600"/>
              <a:gd name="connsiteY14" fmla="*/ 0 h 1717675"/>
              <a:gd name="connsiteX0" fmla="*/ 128303 w 3426600"/>
              <a:gd name="connsiteY0" fmla="*/ 0 h 1720850"/>
              <a:gd name="connsiteX1" fmla="*/ 505703 w 3426600"/>
              <a:gd name="connsiteY1" fmla="*/ 0 h 1720850"/>
              <a:gd name="connsiteX2" fmla="*/ 2920898 w 3426600"/>
              <a:gd name="connsiteY2" fmla="*/ 0 h 1720850"/>
              <a:gd name="connsiteX3" fmla="*/ 3298298 w 3426600"/>
              <a:gd name="connsiteY3" fmla="*/ 0 h 1720850"/>
              <a:gd name="connsiteX4" fmla="*/ 3426600 w 3426600"/>
              <a:gd name="connsiteY4" fmla="*/ 128151 h 1720850"/>
              <a:gd name="connsiteX5" fmla="*/ 3421800 w 3426600"/>
              <a:gd name="connsiteY5" fmla="*/ 1720850 h 1720850"/>
              <a:gd name="connsiteX6" fmla="*/ 3043200 w 3426600"/>
              <a:gd name="connsiteY6" fmla="*/ 1717675 h 1720850"/>
              <a:gd name="connsiteX7" fmla="*/ 378600 w 3426600"/>
              <a:gd name="connsiteY7" fmla="*/ 1717675 h 1720850"/>
              <a:gd name="connsiteX8" fmla="*/ 0 w 3426600"/>
              <a:gd name="connsiteY8" fmla="*/ 1717675 h 1720850"/>
              <a:gd name="connsiteX9" fmla="*/ 0 w 3426600"/>
              <a:gd name="connsiteY9" fmla="*/ 1336675 h 1720850"/>
              <a:gd name="connsiteX10" fmla="*/ 0 w 3426600"/>
              <a:gd name="connsiteY10" fmla="*/ 469675 h 1720850"/>
              <a:gd name="connsiteX11" fmla="*/ 0 w 3426600"/>
              <a:gd name="connsiteY11" fmla="*/ 324346 h 1720850"/>
              <a:gd name="connsiteX12" fmla="*/ 0 w 3426600"/>
              <a:gd name="connsiteY12" fmla="*/ 193674 h 1720850"/>
              <a:gd name="connsiteX13" fmla="*/ 0 w 3426600"/>
              <a:gd name="connsiteY13" fmla="*/ 128151 h 1720850"/>
              <a:gd name="connsiteX14" fmla="*/ 128303 w 3426600"/>
              <a:gd name="connsiteY14" fmla="*/ 0 h 1720850"/>
              <a:gd name="connsiteX0" fmla="*/ 128303 w 3426600"/>
              <a:gd name="connsiteY0" fmla="*/ 0 h 1720850"/>
              <a:gd name="connsiteX1" fmla="*/ 505703 w 3426600"/>
              <a:gd name="connsiteY1" fmla="*/ 0 h 1720850"/>
              <a:gd name="connsiteX2" fmla="*/ 2920898 w 3426600"/>
              <a:gd name="connsiteY2" fmla="*/ 0 h 1720850"/>
              <a:gd name="connsiteX3" fmla="*/ 3298298 w 3426600"/>
              <a:gd name="connsiteY3" fmla="*/ 0 h 1720850"/>
              <a:gd name="connsiteX4" fmla="*/ 3426600 w 3426600"/>
              <a:gd name="connsiteY4" fmla="*/ 128151 h 1720850"/>
              <a:gd name="connsiteX5" fmla="*/ 3421800 w 3426600"/>
              <a:gd name="connsiteY5" fmla="*/ 1720850 h 1720850"/>
              <a:gd name="connsiteX6" fmla="*/ 378600 w 3426600"/>
              <a:gd name="connsiteY6" fmla="*/ 1717675 h 1720850"/>
              <a:gd name="connsiteX7" fmla="*/ 0 w 3426600"/>
              <a:gd name="connsiteY7" fmla="*/ 1717675 h 1720850"/>
              <a:gd name="connsiteX8" fmla="*/ 0 w 3426600"/>
              <a:gd name="connsiteY8" fmla="*/ 1336675 h 1720850"/>
              <a:gd name="connsiteX9" fmla="*/ 0 w 3426600"/>
              <a:gd name="connsiteY9" fmla="*/ 469675 h 1720850"/>
              <a:gd name="connsiteX10" fmla="*/ 0 w 3426600"/>
              <a:gd name="connsiteY10" fmla="*/ 324346 h 1720850"/>
              <a:gd name="connsiteX11" fmla="*/ 0 w 3426600"/>
              <a:gd name="connsiteY11" fmla="*/ 193674 h 1720850"/>
              <a:gd name="connsiteX12" fmla="*/ 0 w 3426600"/>
              <a:gd name="connsiteY12" fmla="*/ 128151 h 1720850"/>
              <a:gd name="connsiteX13" fmla="*/ 128303 w 3426600"/>
              <a:gd name="connsiteY13" fmla="*/ 0 h 1720850"/>
              <a:gd name="connsiteX0" fmla="*/ 128303 w 3426600"/>
              <a:gd name="connsiteY0" fmla="*/ 0 h 1720850"/>
              <a:gd name="connsiteX1" fmla="*/ 505703 w 3426600"/>
              <a:gd name="connsiteY1" fmla="*/ 0 h 1720850"/>
              <a:gd name="connsiteX2" fmla="*/ 2920898 w 3426600"/>
              <a:gd name="connsiteY2" fmla="*/ 0 h 1720850"/>
              <a:gd name="connsiteX3" fmla="*/ 3298298 w 3426600"/>
              <a:gd name="connsiteY3" fmla="*/ 0 h 1720850"/>
              <a:gd name="connsiteX4" fmla="*/ 3426600 w 3426600"/>
              <a:gd name="connsiteY4" fmla="*/ 128151 h 1720850"/>
              <a:gd name="connsiteX5" fmla="*/ 3421800 w 3426600"/>
              <a:gd name="connsiteY5" fmla="*/ 1720850 h 1720850"/>
              <a:gd name="connsiteX6" fmla="*/ 0 w 3426600"/>
              <a:gd name="connsiteY6" fmla="*/ 1717675 h 1720850"/>
              <a:gd name="connsiteX7" fmla="*/ 0 w 3426600"/>
              <a:gd name="connsiteY7" fmla="*/ 1336675 h 1720850"/>
              <a:gd name="connsiteX8" fmla="*/ 0 w 3426600"/>
              <a:gd name="connsiteY8" fmla="*/ 469675 h 1720850"/>
              <a:gd name="connsiteX9" fmla="*/ 0 w 3426600"/>
              <a:gd name="connsiteY9" fmla="*/ 324346 h 1720850"/>
              <a:gd name="connsiteX10" fmla="*/ 0 w 3426600"/>
              <a:gd name="connsiteY10" fmla="*/ 193674 h 1720850"/>
              <a:gd name="connsiteX11" fmla="*/ 0 w 3426600"/>
              <a:gd name="connsiteY11" fmla="*/ 128151 h 1720850"/>
              <a:gd name="connsiteX12" fmla="*/ 128303 w 3426600"/>
              <a:gd name="connsiteY12" fmla="*/ 0 h 1720850"/>
              <a:gd name="connsiteX0" fmla="*/ 128303 w 3426600"/>
              <a:gd name="connsiteY0" fmla="*/ 0 h 1720850"/>
              <a:gd name="connsiteX1" fmla="*/ 505703 w 3426600"/>
              <a:gd name="connsiteY1" fmla="*/ 0 h 1720850"/>
              <a:gd name="connsiteX2" fmla="*/ 2920898 w 3426600"/>
              <a:gd name="connsiteY2" fmla="*/ 0 h 1720850"/>
              <a:gd name="connsiteX3" fmla="*/ 3298298 w 3426600"/>
              <a:gd name="connsiteY3" fmla="*/ 0 h 1720850"/>
              <a:gd name="connsiteX4" fmla="*/ 3426600 w 3426600"/>
              <a:gd name="connsiteY4" fmla="*/ 128151 h 1720850"/>
              <a:gd name="connsiteX5" fmla="*/ 3421800 w 3426600"/>
              <a:gd name="connsiteY5" fmla="*/ 1720850 h 1720850"/>
              <a:gd name="connsiteX6" fmla="*/ 0 w 3426600"/>
              <a:gd name="connsiteY6" fmla="*/ 1717675 h 1720850"/>
              <a:gd name="connsiteX7" fmla="*/ 0 w 3426600"/>
              <a:gd name="connsiteY7" fmla="*/ 469675 h 1720850"/>
              <a:gd name="connsiteX8" fmla="*/ 0 w 3426600"/>
              <a:gd name="connsiteY8" fmla="*/ 324346 h 1720850"/>
              <a:gd name="connsiteX9" fmla="*/ 0 w 3426600"/>
              <a:gd name="connsiteY9" fmla="*/ 193674 h 1720850"/>
              <a:gd name="connsiteX10" fmla="*/ 0 w 3426600"/>
              <a:gd name="connsiteY10" fmla="*/ 128151 h 1720850"/>
              <a:gd name="connsiteX11" fmla="*/ 128303 w 3426600"/>
              <a:gd name="connsiteY11" fmla="*/ 0 h 1720850"/>
              <a:gd name="connsiteX0" fmla="*/ 128303 w 3426600"/>
              <a:gd name="connsiteY0" fmla="*/ 0 h 1720850"/>
              <a:gd name="connsiteX1" fmla="*/ 505703 w 3426600"/>
              <a:gd name="connsiteY1" fmla="*/ 0 h 1720850"/>
              <a:gd name="connsiteX2" fmla="*/ 2920898 w 3426600"/>
              <a:gd name="connsiteY2" fmla="*/ 0 h 1720850"/>
              <a:gd name="connsiteX3" fmla="*/ 3298298 w 3426600"/>
              <a:gd name="connsiteY3" fmla="*/ 0 h 1720850"/>
              <a:gd name="connsiteX4" fmla="*/ 3426600 w 3426600"/>
              <a:gd name="connsiteY4" fmla="*/ 128151 h 1720850"/>
              <a:gd name="connsiteX5" fmla="*/ 3421800 w 3426600"/>
              <a:gd name="connsiteY5" fmla="*/ 1720850 h 1720850"/>
              <a:gd name="connsiteX6" fmla="*/ 0 w 3426600"/>
              <a:gd name="connsiteY6" fmla="*/ 1717675 h 1720850"/>
              <a:gd name="connsiteX7" fmla="*/ 0 w 3426600"/>
              <a:gd name="connsiteY7" fmla="*/ 324346 h 1720850"/>
              <a:gd name="connsiteX8" fmla="*/ 0 w 3426600"/>
              <a:gd name="connsiteY8" fmla="*/ 193674 h 1720850"/>
              <a:gd name="connsiteX9" fmla="*/ 0 w 3426600"/>
              <a:gd name="connsiteY9" fmla="*/ 128151 h 1720850"/>
              <a:gd name="connsiteX10" fmla="*/ 128303 w 3426600"/>
              <a:gd name="connsiteY10" fmla="*/ 0 h 1720850"/>
              <a:gd name="connsiteX0" fmla="*/ 128303 w 3426600"/>
              <a:gd name="connsiteY0" fmla="*/ 0 h 1720850"/>
              <a:gd name="connsiteX1" fmla="*/ 505703 w 3426600"/>
              <a:gd name="connsiteY1" fmla="*/ 0 h 1720850"/>
              <a:gd name="connsiteX2" fmla="*/ 2920898 w 3426600"/>
              <a:gd name="connsiteY2" fmla="*/ 0 h 1720850"/>
              <a:gd name="connsiteX3" fmla="*/ 3298298 w 3426600"/>
              <a:gd name="connsiteY3" fmla="*/ 0 h 1720850"/>
              <a:gd name="connsiteX4" fmla="*/ 3426600 w 3426600"/>
              <a:gd name="connsiteY4" fmla="*/ 128151 h 1720850"/>
              <a:gd name="connsiteX5" fmla="*/ 3421800 w 3426600"/>
              <a:gd name="connsiteY5" fmla="*/ 1720850 h 1720850"/>
              <a:gd name="connsiteX6" fmla="*/ 0 w 3426600"/>
              <a:gd name="connsiteY6" fmla="*/ 1717675 h 1720850"/>
              <a:gd name="connsiteX7" fmla="*/ 0 w 3426600"/>
              <a:gd name="connsiteY7" fmla="*/ 193674 h 1720850"/>
              <a:gd name="connsiteX8" fmla="*/ 0 w 3426600"/>
              <a:gd name="connsiteY8" fmla="*/ 128151 h 1720850"/>
              <a:gd name="connsiteX9" fmla="*/ 128303 w 3426600"/>
              <a:gd name="connsiteY9" fmla="*/ 0 h 1720850"/>
              <a:gd name="connsiteX0" fmla="*/ 128303 w 3426600"/>
              <a:gd name="connsiteY0" fmla="*/ 0 h 1720850"/>
              <a:gd name="connsiteX1" fmla="*/ 505703 w 3426600"/>
              <a:gd name="connsiteY1" fmla="*/ 0 h 1720850"/>
              <a:gd name="connsiteX2" fmla="*/ 2920898 w 3426600"/>
              <a:gd name="connsiteY2" fmla="*/ 0 h 1720850"/>
              <a:gd name="connsiteX3" fmla="*/ 3298298 w 3426600"/>
              <a:gd name="connsiteY3" fmla="*/ 0 h 1720850"/>
              <a:gd name="connsiteX4" fmla="*/ 3426600 w 3426600"/>
              <a:gd name="connsiteY4" fmla="*/ 128151 h 1720850"/>
              <a:gd name="connsiteX5" fmla="*/ 3421800 w 3426600"/>
              <a:gd name="connsiteY5" fmla="*/ 1720850 h 1720850"/>
              <a:gd name="connsiteX6" fmla="*/ 0 w 3426600"/>
              <a:gd name="connsiteY6" fmla="*/ 1717675 h 1720850"/>
              <a:gd name="connsiteX7" fmla="*/ 0 w 3426600"/>
              <a:gd name="connsiteY7" fmla="*/ 128151 h 1720850"/>
              <a:gd name="connsiteX8" fmla="*/ 128303 w 3426600"/>
              <a:gd name="connsiteY8" fmla="*/ 0 h 1720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6600" h="1720850">
                <a:moveTo>
                  <a:pt x="128303" y="0"/>
                </a:moveTo>
                <a:lnTo>
                  <a:pt x="505703" y="0"/>
                </a:lnTo>
                <a:lnTo>
                  <a:pt x="2920898" y="0"/>
                </a:lnTo>
                <a:lnTo>
                  <a:pt x="3298298" y="0"/>
                </a:lnTo>
                <a:cubicBezTo>
                  <a:pt x="3369157" y="0"/>
                  <a:pt x="3426600" y="57375"/>
                  <a:pt x="3426600" y="128151"/>
                </a:cubicBezTo>
                <a:lnTo>
                  <a:pt x="3421800" y="1720850"/>
                </a:lnTo>
                <a:lnTo>
                  <a:pt x="0" y="1717675"/>
                </a:lnTo>
                <a:lnTo>
                  <a:pt x="0" y="128151"/>
                </a:lnTo>
                <a:cubicBezTo>
                  <a:pt x="0" y="57375"/>
                  <a:pt x="57443" y="0"/>
                  <a:pt x="128303" y="0"/>
                </a:cubicBezTo>
                <a:close/>
              </a:path>
            </a:pathLst>
          </a:custGeom>
          <a:solidFill>
            <a:srgbClr val="181C2B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 dirty="0"/>
          </a:p>
        </p:txBody>
      </p:sp>
      <p:sp>
        <p:nvSpPr>
          <p:cNvPr id="64" name="Picture Placeholder 63">
            <a:extLst>
              <a:ext uri="{FF2B5EF4-FFF2-40B4-BE49-F238E27FC236}">
                <a16:creationId xmlns:a16="http://schemas.microsoft.com/office/drawing/2014/main" id="{8325A1C5-FF58-4345-91B3-ABC593262141}"/>
              </a:ext>
            </a:extLst>
          </p:cNvPr>
          <p:cNvSpPr>
            <a:spLocks noGrp="1"/>
          </p:cNvSpPr>
          <p:nvPr userDrawn="1">
            <p:ph type="pic" sz="quarter" idx="23"/>
          </p:nvPr>
        </p:nvSpPr>
        <p:spPr>
          <a:xfrm>
            <a:off x="8008202" y="1520825"/>
            <a:ext cx="3426600" cy="1717675"/>
          </a:xfrm>
          <a:custGeom>
            <a:avLst/>
            <a:gdLst>
              <a:gd name="connsiteX0" fmla="*/ 128303 w 3426600"/>
              <a:gd name="connsiteY0" fmla="*/ 0 h 1717675"/>
              <a:gd name="connsiteX1" fmla="*/ 505702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1798 w 3426600"/>
              <a:gd name="connsiteY6" fmla="*/ 324346 h 1717675"/>
              <a:gd name="connsiteX7" fmla="*/ 3421798 w 3426600"/>
              <a:gd name="connsiteY7" fmla="*/ 445900 h 1717675"/>
              <a:gd name="connsiteX8" fmla="*/ 3421798 w 3426600"/>
              <a:gd name="connsiteY8" fmla="*/ 1336675 h 1717675"/>
              <a:gd name="connsiteX9" fmla="*/ 3421798 w 3426600"/>
              <a:gd name="connsiteY9" fmla="*/ 1717675 h 1717675"/>
              <a:gd name="connsiteX10" fmla="*/ 3043200 w 3426600"/>
              <a:gd name="connsiteY10" fmla="*/ 1717675 h 1717675"/>
              <a:gd name="connsiteX11" fmla="*/ 378598 w 3426600"/>
              <a:gd name="connsiteY11" fmla="*/ 1717675 h 1717675"/>
              <a:gd name="connsiteX12" fmla="*/ 0 w 3426600"/>
              <a:gd name="connsiteY12" fmla="*/ 1717675 h 1717675"/>
              <a:gd name="connsiteX13" fmla="*/ 0 w 3426600"/>
              <a:gd name="connsiteY13" fmla="*/ 1336675 h 1717675"/>
              <a:gd name="connsiteX14" fmla="*/ 0 w 3426600"/>
              <a:gd name="connsiteY14" fmla="*/ 469675 h 1717675"/>
              <a:gd name="connsiteX15" fmla="*/ 0 w 3426600"/>
              <a:gd name="connsiteY15" fmla="*/ 324346 h 1717675"/>
              <a:gd name="connsiteX16" fmla="*/ 0 w 3426600"/>
              <a:gd name="connsiteY16" fmla="*/ 193674 h 1717675"/>
              <a:gd name="connsiteX17" fmla="*/ 0 w 3426600"/>
              <a:gd name="connsiteY17" fmla="*/ 128151 h 1717675"/>
              <a:gd name="connsiteX18" fmla="*/ 128303 w 3426600"/>
              <a:gd name="connsiteY18" fmla="*/ 0 h 1717675"/>
              <a:gd name="connsiteX0" fmla="*/ 128303 w 3426600"/>
              <a:gd name="connsiteY0" fmla="*/ 0 h 1717675"/>
              <a:gd name="connsiteX1" fmla="*/ 505702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1798 w 3426600"/>
              <a:gd name="connsiteY6" fmla="*/ 324346 h 1717675"/>
              <a:gd name="connsiteX7" fmla="*/ 3421798 w 3426600"/>
              <a:gd name="connsiteY7" fmla="*/ 445900 h 1717675"/>
              <a:gd name="connsiteX8" fmla="*/ 3421798 w 3426600"/>
              <a:gd name="connsiteY8" fmla="*/ 1336675 h 1717675"/>
              <a:gd name="connsiteX9" fmla="*/ 3421798 w 3426600"/>
              <a:gd name="connsiteY9" fmla="*/ 1717675 h 1717675"/>
              <a:gd name="connsiteX10" fmla="*/ 3043200 w 3426600"/>
              <a:gd name="connsiteY10" fmla="*/ 1717675 h 1717675"/>
              <a:gd name="connsiteX11" fmla="*/ 378598 w 3426600"/>
              <a:gd name="connsiteY11" fmla="*/ 1717675 h 1717675"/>
              <a:gd name="connsiteX12" fmla="*/ 0 w 3426600"/>
              <a:gd name="connsiteY12" fmla="*/ 1717675 h 1717675"/>
              <a:gd name="connsiteX13" fmla="*/ 0 w 3426600"/>
              <a:gd name="connsiteY13" fmla="*/ 1336675 h 1717675"/>
              <a:gd name="connsiteX14" fmla="*/ 0 w 3426600"/>
              <a:gd name="connsiteY14" fmla="*/ 469675 h 1717675"/>
              <a:gd name="connsiteX15" fmla="*/ 0 w 3426600"/>
              <a:gd name="connsiteY15" fmla="*/ 193674 h 1717675"/>
              <a:gd name="connsiteX16" fmla="*/ 0 w 3426600"/>
              <a:gd name="connsiteY16" fmla="*/ 128151 h 1717675"/>
              <a:gd name="connsiteX17" fmla="*/ 128303 w 3426600"/>
              <a:gd name="connsiteY17" fmla="*/ 0 h 1717675"/>
              <a:gd name="connsiteX0" fmla="*/ 128303 w 3426600"/>
              <a:gd name="connsiteY0" fmla="*/ 0 h 1717675"/>
              <a:gd name="connsiteX1" fmla="*/ 505702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1798 w 3426600"/>
              <a:gd name="connsiteY6" fmla="*/ 324346 h 1717675"/>
              <a:gd name="connsiteX7" fmla="*/ 3421798 w 3426600"/>
              <a:gd name="connsiteY7" fmla="*/ 445900 h 1717675"/>
              <a:gd name="connsiteX8" fmla="*/ 3421798 w 3426600"/>
              <a:gd name="connsiteY8" fmla="*/ 1336675 h 1717675"/>
              <a:gd name="connsiteX9" fmla="*/ 3421798 w 3426600"/>
              <a:gd name="connsiteY9" fmla="*/ 1717675 h 1717675"/>
              <a:gd name="connsiteX10" fmla="*/ 3043200 w 3426600"/>
              <a:gd name="connsiteY10" fmla="*/ 1717675 h 1717675"/>
              <a:gd name="connsiteX11" fmla="*/ 378598 w 3426600"/>
              <a:gd name="connsiteY11" fmla="*/ 1717675 h 1717675"/>
              <a:gd name="connsiteX12" fmla="*/ 0 w 3426600"/>
              <a:gd name="connsiteY12" fmla="*/ 1717675 h 1717675"/>
              <a:gd name="connsiteX13" fmla="*/ 0 w 3426600"/>
              <a:gd name="connsiteY13" fmla="*/ 1336675 h 1717675"/>
              <a:gd name="connsiteX14" fmla="*/ 0 w 3426600"/>
              <a:gd name="connsiteY14" fmla="*/ 469675 h 1717675"/>
              <a:gd name="connsiteX15" fmla="*/ 0 w 3426600"/>
              <a:gd name="connsiteY15" fmla="*/ 128151 h 1717675"/>
              <a:gd name="connsiteX16" fmla="*/ 128303 w 3426600"/>
              <a:gd name="connsiteY16" fmla="*/ 0 h 1717675"/>
              <a:gd name="connsiteX0" fmla="*/ 128303 w 3426600"/>
              <a:gd name="connsiteY0" fmla="*/ 0 h 1717675"/>
              <a:gd name="connsiteX1" fmla="*/ 505702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1798 w 3426600"/>
              <a:gd name="connsiteY6" fmla="*/ 324346 h 1717675"/>
              <a:gd name="connsiteX7" fmla="*/ 3421798 w 3426600"/>
              <a:gd name="connsiteY7" fmla="*/ 445900 h 1717675"/>
              <a:gd name="connsiteX8" fmla="*/ 3421798 w 3426600"/>
              <a:gd name="connsiteY8" fmla="*/ 1336675 h 1717675"/>
              <a:gd name="connsiteX9" fmla="*/ 3421798 w 3426600"/>
              <a:gd name="connsiteY9" fmla="*/ 1717675 h 1717675"/>
              <a:gd name="connsiteX10" fmla="*/ 3043200 w 3426600"/>
              <a:gd name="connsiteY10" fmla="*/ 1717675 h 1717675"/>
              <a:gd name="connsiteX11" fmla="*/ 378598 w 3426600"/>
              <a:gd name="connsiteY11" fmla="*/ 1717675 h 1717675"/>
              <a:gd name="connsiteX12" fmla="*/ 0 w 3426600"/>
              <a:gd name="connsiteY12" fmla="*/ 1717675 h 1717675"/>
              <a:gd name="connsiteX13" fmla="*/ 0 w 3426600"/>
              <a:gd name="connsiteY13" fmla="*/ 1336675 h 1717675"/>
              <a:gd name="connsiteX14" fmla="*/ 0 w 3426600"/>
              <a:gd name="connsiteY14" fmla="*/ 128151 h 1717675"/>
              <a:gd name="connsiteX15" fmla="*/ 128303 w 3426600"/>
              <a:gd name="connsiteY15" fmla="*/ 0 h 1717675"/>
              <a:gd name="connsiteX0" fmla="*/ 128303 w 3426600"/>
              <a:gd name="connsiteY0" fmla="*/ 0 h 1717675"/>
              <a:gd name="connsiteX1" fmla="*/ 505702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1798 w 3426600"/>
              <a:gd name="connsiteY6" fmla="*/ 324346 h 1717675"/>
              <a:gd name="connsiteX7" fmla="*/ 3421798 w 3426600"/>
              <a:gd name="connsiteY7" fmla="*/ 445900 h 1717675"/>
              <a:gd name="connsiteX8" fmla="*/ 3421798 w 3426600"/>
              <a:gd name="connsiteY8" fmla="*/ 1336675 h 1717675"/>
              <a:gd name="connsiteX9" fmla="*/ 3421798 w 3426600"/>
              <a:gd name="connsiteY9" fmla="*/ 1717675 h 1717675"/>
              <a:gd name="connsiteX10" fmla="*/ 3043200 w 3426600"/>
              <a:gd name="connsiteY10" fmla="*/ 1717675 h 1717675"/>
              <a:gd name="connsiteX11" fmla="*/ 378598 w 3426600"/>
              <a:gd name="connsiteY11" fmla="*/ 1717675 h 1717675"/>
              <a:gd name="connsiteX12" fmla="*/ 0 w 3426600"/>
              <a:gd name="connsiteY12" fmla="*/ 1717675 h 1717675"/>
              <a:gd name="connsiteX13" fmla="*/ 0 w 3426600"/>
              <a:gd name="connsiteY13" fmla="*/ 128151 h 1717675"/>
              <a:gd name="connsiteX14" fmla="*/ 128303 w 3426600"/>
              <a:gd name="connsiteY14" fmla="*/ 0 h 1717675"/>
              <a:gd name="connsiteX0" fmla="*/ 128303 w 3426600"/>
              <a:gd name="connsiteY0" fmla="*/ 0 h 1717675"/>
              <a:gd name="connsiteX1" fmla="*/ 505702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1798 w 3426600"/>
              <a:gd name="connsiteY6" fmla="*/ 324346 h 1717675"/>
              <a:gd name="connsiteX7" fmla="*/ 3421798 w 3426600"/>
              <a:gd name="connsiteY7" fmla="*/ 445900 h 1717675"/>
              <a:gd name="connsiteX8" fmla="*/ 3421798 w 3426600"/>
              <a:gd name="connsiteY8" fmla="*/ 1336675 h 1717675"/>
              <a:gd name="connsiteX9" fmla="*/ 3421798 w 3426600"/>
              <a:gd name="connsiteY9" fmla="*/ 1717675 h 1717675"/>
              <a:gd name="connsiteX10" fmla="*/ 3043200 w 3426600"/>
              <a:gd name="connsiteY10" fmla="*/ 1717675 h 1717675"/>
              <a:gd name="connsiteX11" fmla="*/ 0 w 3426600"/>
              <a:gd name="connsiteY11" fmla="*/ 1717675 h 1717675"/>
              <a:gd name="connsiteX12" fmla="*/ 0 w 3426600"/>
              <a:gd name="connsiteY12" fmla="*/ 128151 h 1717675"/>
              <a:gd name="connsiteX13" fmla="*/ 128303 w 3426600"/>
              <a:gd name="connsiteY13" fmla="*/ 0 h 1717675"/>
              <a:gd name="connsiteX0" fmla="*/ 128303 w 3426600"/>
              <a:gd name="connsiteY0" fmla="*/ 0 h 1717675"/>
              <a:gd name="connsiteX1" fmla="*/ 505702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1798 w 3426600"/>
              <a:gd name="connsiteY6" fmla="*/ 324346 h 1717675"/>
              <a:gd name="connsiteX7" fmla="*/ 3421798 w 3426600"/>
              <a:gd name="connsiteY7" fmla="*/ 445900 h 1717675"/>
              <a:gd name="connsiteX8" fmla="*/ 3421798 w 3426600"/>
              <a:gd name="connsiteY8" fmla="*/ 1336675 h 1717675"/>
              <a:gd name="connsiteX9" fmla="*/ 3421798 w 3426600"/>
              <a:gd name="connsiteY9" fmla="*/ 1717675 h 1717675"/>
              <a:gd name="connsiteX10" fmla="*/ 0 w 3426600"/>
              <a:gd name="connsiteY10" fmla="*/ 1717675 h 1717675"/>
              <a:gd name="connsiteX11" fmla="*/ 0 w 3426600"/>
              <a:gd name="connsiteY11" fmla="*/ 128151 h 1717675"/>
              <a:gd name="connsiteX12" fmla="*/ 128303 w 3426600"/>
              <a:gd name="connsiteY12" fmla="*/ 0 h 1717675"/>
              <a:gd name="connsiteX0" fmla="*/ 128303 w 3426600"/>
              <a:gd name="connsiteY0" fmla="*/ 0 h 1717675"/>
              <a:gd name="connsiteX1" fmla="*/ 505702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1798 w 3426600"/>
              <a:gd name="connsiteY6" fmla="*/ 324346 h 1717675"/>
              <a:gd name="connsiteX7" fmla="*/ 3421798 w 3426600"/>
              <a:gd name="connsiteY7" fmla="*/ 445900 h 1717675"/>
              <a:gd name="connsiteX8" fmla="*/ 3421798 w 3426600"/>
              <a:gd name="connsiteY8" fmla="*/ 1717675 h 1717675"/>
              <a:gd name="connsiteX9" fmla="*/ 0 w 3426600"/>
              <a:gd name="connsiteY9" fmla="*/ 1717675 h 1717675"/>
              <a:gd name="connsiteX10" fmla="*/ 0 w 3426600"/>
              <a:gd name="connsiteY10" fmla="*/ 128151 h 1717675"/>
              <a:gd name="connsiteX11" fmla="*/ 128303 w 3426600"/>
              <a:gd name="connsiteY11" fmla="*/ 0 h 1717675"/>
              <a:gd name="connsiteX0" fmla="*/ 128303 w 3426600"/>
              <a:gd name="connsiteY0" fmla="*/ 0 h 1717675"/>
              <a:gd name="connsiteX1" fmla="*/ 505702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1798 w 3426600"/>
              <a:gd name="connsiteY6" fmla="*/ 324346 h 1717675"/>
              <a:gd name="connsiteX7" fmla="*/ 3421798 w 3426600"/>
              <a:gd name="connsiteY7" fmla="*/ 1717675 h 1717675"/>
              <a:gd name="connsiteX8" fmla="*/ 0 w 3426600"/>
              <a:gd name="connsiteY8" fmla="*/ 1717675 h 1717675"/>
              <a:gd name="connsiteX9" fmla="*/ 0 w 3426600"/>
              <a:gd name="connsiteY9" fmla="*/ 128151 h 1717675"/>
              <a:gd name="connsiteX10" fmla="*/ 128303 w 3426600"/>
              <a:gd name="connsiteY10" fmla="*/ 0 h 1717675"/>
              <a:gd name="connsiteX0" fmla="*/ 128303 w 3426600"/>
              <a:gd name="connsiteY0" fmla="*/ 0 h 1717675"/>
              <a:gd name="connsiteX1" fmla="*/ 505702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1798 w 3426600"/>
              <a:gd name="connsiteY6" fmla="*/ 1717675 h 1717675"/>
              <a:gd name="connsiteX7" fmla="*/ 0 w 3426600"/>
              <a:gd name="connsiteY7" fmla="*/ 1717675 h 1717675"/>
              <a:gd name="connsiteX8" fmla="*/ 0 w 3426600"/>
              <a:gd name="connsiteY8" fmla="*/ 128151 h 1717675"/>
              <a:gd name="connsiteX9" fmla="*/ 128303 w 3426600"/>
              <a:gd name="connsiteY9" fmla="*/ 0 h 1717675"/>
              <a:gd name="connsiteX0" fmla="*/ 128303 w 3426600"/>
              <a:gd name="connsiteY0" fmla="*/ 0 h 1717675"/>
              <a:gd name="connsiteX1" fmla="*/ 505702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1798 w 3426600"/>
              <a:gd name="connsiteY5" fmla="*/ 1717675 h 1717675"/>
              <a:gd name="connsiteX6" fmla="*/ 0 w 3426600"/>
              <a:gd name="connsiteY6" fmla="*/ 1717675 h 1717675"/>
              <a:gd name="connsiteX7" fmla="*/ 0 w 3426600"/>
              <a:gd name="connsiteY7" fmla="*/ 128151 h 1717675"/>
              <a:gd name="connsiteX8" fmla="*/ 128303 w 3426600"/>
              <a:gd name="connsiteY8" fmla="*/ 0 h 1717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6600" h="1717675">
                <a:moveTo>
                  <a:pt x="128303" y="0"/>
                </a:moveTo>
                <a:lnTo>
                  <a:pt x="505702" y="0"/>
                </a:lnTo>
                <a:lnTo>
                  <a:pt x="2920898" y="0"/>
                </a:lnTo>
                <a:lnTo>
                  <a:pt x="3298298" y="0"/>
                </a:lnTo>
                <a:cubicBezTo>
                  <a:pt x="3369157" y="0"/>
                  <a:pt x="3426600" y="57375"/>
                  <a:pt x="3426600" y="128151"/>
                </a:cubicBezTo>
                <a:cubicBezTo>
                  <a:pt x="3424999" y="657992"/>
                  <a:pt x="3423399" y="1187834"/>
                  <a:pt x="3421798" y="1717675"/>
                </a:cubicBezTo>
                <a:lnTo>
                  <a:pt x="0" y="1717675"/>
                </a:lnTo>
                <a:lnTo>
                  <a:pt x="0" y="128151"/>
                </a:lnTo>
                <a:cubicBezTo>
                  <a:pt x="0" y="57375"/>
                  <a:pt x="57443" y="0"/>
                  <a:pt x="128303" y="0"/>
                </a:cubicBezTo>
                <a:close/>
              </a:path>
            </a:pathLst>
          </a:custGeom>
          <a:solidFill>
            <a:srgbClr val="181C2B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5E39DC50-FD95-284B-B7AD-2E8D2852CF78}"/>
              </a:ext>
            </a:extLst>
          </p:cNvPr>
          <p:cNvSpPr>
            <a:spLocks noGrp="1"/>
          </p:cNvSpPr>
          <p:nvPr userDrawn="1">
            <p:ph type="body" sz="quarter" idx="25"/>
          </p:nvPr>
        </p:nvSpPr>
        <p:spPr>
          <a:xfrm>
            <a:off x="762000" y="3238500"/>
            <a:ext cx="3423600" cy="2476800"/>
          </a:xfrm>
          <a:custGeom>
            <a:avLst/>
            <a:gdLst>
              <a:gd name="connsiteX0" fmla="*/ 0 w 3426600"/>
              <a:gd name="connsiteY0" fmla="*/ 0 h 2478238"/>
              <a:gd name="connsiteX1" fmla="*/ 381000 w 3426600"/>
              <a:gd name="connsiteY1" fmla="*/ 0 h 2478238"/>
              <a:gd name="connsiteX2" fmla="*/ 3045600 w 3426600"/>
              <a:gd name="connsiteY2" fmla="*/ 0 h 2478238"/>
              <a:gd name="connsiteX3" fmla="*/ 3426600 w 3426600"/>
              <a:gd name="connsiteY3" fmla="*/ 0 h 2478238"/>
              <a:gd name="connsiteX4" fmla="*/ 3426600 w 3426600"/>
              <a:gd name="connsiteY4" fmla="*/ 2153892 h 2478238"/>
              <a:gd name="connsiteX5" fmla="*/ 3426600 w 3426600"/>
              <a:gd name="connsiteY5" fmla="*/ 2286150 h 2478238"/>
              <a:gd name="connsiteX6" fmla="*/ 3426600 w 3426600"/>
              <a:gd name="connsiteY6" fmla="*/ 2350087 h 2478238"/>
              <a:gd name="connsiteX7" fmla="*/ 3298298 w 3426600"/>
              <a:gd name="connsiteY7" fmla="*/ 2478238 h 2478238"/>
              <a:gd name="connsiteX8" fmla="*/ 2920898 w 3426600"/>
              <a:gd name="connsiteY8" fmla="*/ 2478238 h 2478238"/>
              <a:gd name="connsiteX9" fmla="*/ 505703 w 3426600"/>
              <a:gd name="connsiteY9" fmla="*/ 2478238 h 2478238"/>
              <a:gd name="connsiteX10" fmla="*/ 128303 w 3426600"/>
              <a:gd name="connsiteY10" fmla="*/ 2478238 h 2478238"/>
              <a:gd name="connsiteX11" fmla="*/ 0 w 3426600"/>
              <a:gd name="connsiteY11" fmla="*/ 2350087 h 2478238"/>
              <a:gd name="connsiteX12" fmla="*/ 0 w 3426600"/>
              <a:gd name="connsiteY12" fmla="*/ 2286150 h 2478238"/>
              <a:gd name="connsiteX13" fmla="*/ 0 w 3426600"/>
              <a:gd name="connsiteY13" fmla="*/ 2153892 h 2478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26600" h="2478238">
                <a:moveTo>
                  <a:pt x="0" y="0"/>
                </a:moveTo>
                <a:lnTo>
                  <a:pt x="381000" y="0"/>
                </a:lnTo>
                <a:lnTo>
                  <a:pt x="3045600" y="0"/>
                </a:lnTo>
                <a:lnTo>
                  <a:pt x="3426600" y="0"/>
                </a:lnTo>
                <a:lnTo>
                  <a:pt x="3426600" y="2153892"/>
                </a:lnTo>
                <a:lnTo>
                  <a:pt x="3426600" y="2286150"/>
                </a:lnTo>
                <a:lnTo>
                  <a:pt x="3426600" y="2350087"/>
                </a:lnTo>
                <a:cubicBezTo>
                  <a:pt x="3426600" y="2420863"/>
                  <a:pt x="3369157" y="2478238"/>
                  <a:pt x="3298298" y="2478238"/>
                </a:cubicBezTo>
                <a:lnTo>
                  <a:pt x="2920898" y="2478238"/>
                </a:lnTo>
                <a:lnTo>
                  <a:pt x="505703" y="2478238"/>
                </a:lnTo>
                <a:lnTo>
                  <a:pt x="128303" y="2478238"/>
                </a:lnTo>
                <a:cubicBezTo>
                  <a:pt x="57443" y="2478238"/>
                  <a:pt x="0" y="2420863"/>
                  <a:pt x="0" y="2350087"/>
                </a:cubicBezTo>
                <a:lnTo>
                  <a:pt x="0" y="2286150"/>
                </a:lnTo>
                <a:lnTo>
                  <a:pt x="0" y="2153892"/>
                </a:lnTo>
                <a:close/>
              </a:path>
            </a:pathLst>
          </a:custGeom>
          <a:ln w="6350">
            <a:solidFill>
              <a:schemeClr val="bg1">
                <a:lumMod val="85000"/>
              </a:schemeClr>
            </a:solidFill>
          </a:ln>
        </p:spPr>
        <p:txBody>
          <a:bodyPr wrap="square" lIns="144000" tIns="144000">
            <a:noAutofit/>
          </a:bodyPr>
          <a:lstStyle>
            <a:lvl1pPr marL="0" indent="0">
              <a:spcAft>
                <a:spcPts val="1200"/>
              </a:spcAft>
              <a:buFont typeface="Wingdings" pitchFamily="2" charset="2"/>
              <a:buNone/>
              <a:defRPr sz="1800" b="1"/>
            </a:lvl1pPr>
            <a:lvl2pPr marL="172800" indent="-172800">
              <a:buFont typeface="Wingdings" pitchFamily="2" charset="2"/>
              <a:buChar char="§"/>
              <a:defRPr sz="1400"/>
            </a:lvl2pPr>
          </a:lstStyle>
          <a:p>
            <a:pPr lvl="0"/>
            <a:endParaRPr lang="en-US" dirty="0"/>
          </a:p>
          <a:p>
            <a:pPr lvl="1"/>
            <a:endParaRPr lang="en-US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1AA987D4-CF9F-D947-B4FF-75698432C64E}"/>
              </a:ext>
            </a:extLst>
          </p:cNvPr>
          <p:cNvSpPr>
            <a:spLocks noGrp="1"/>
          </p:cNvSpPr>
          <p:nvPr userDrawn="1">
            <p:ph type="body" sz="quarter" idx="26"/>
          </p:nvPr>
        </p:nvSpPr>
        <p:spPr>
          <a:xfrm>
            <a:off x="8003400" y="3238501"/>
            <a:ext cx="3420000" cy="2478237"/>
          </a:xfrm>
          <a:custGeom>
            <a:avLst/>
            <a:gdLst>
              <a:gd name="connsiteX0" fmla="*/ 2402 w 3426600"/>
              <a:gd name="connsiteY0" fmla="*/ 0 h 2478237"/>
              <a:gd name="connsiteX1" fmla="*/ 381000 w 3426600"/>
              <a:gd name="connsiteY1" fmla="*/ 0 h 2478237"/>
              <a:gd name="connsiteX2" fmla="*/ 3048002 w 3426600"/>
              <a:gd name="connsiteY2" fmla="*/ 0 h 2478237"/>
              <a:gd name="connsiteX3" fmla="*/ 3426600 w 3426600"/>
              <a:gd name="connsiteY3" fmla="*/ 0 h 2478237"/>
              <a:gd name="connsiteX4" fmla="*/ 3426600 w 3426600"/>
              <a:gd name="connsiteY4" fmla="*/ 2153891 h 2478237"/>
              <a:gd name="connsiteX5" fmla="*/ 3426600 w 3426600"/>
              <a:gd name="connsiteY5" fmla="*/ 2350086 h 2478237"/>
              <a:gd name="connsiteX6" fmla="*/ 3426600 w 3426600"/>
              <a:gd name="connsiteY6" fmla="*/ 2385039 h 2478237"/>
              <a:gd name="connsiteX7" fmla="*/ 3419535 w 3426600"/>
              <a:gd name="connsiteY7" fmla="*/ 2385039 h 2478237"/>
              <a:gd name="connsiteX8" fmla="*/ 3416517 w 3426600"/>
              <a:gd name="connsiteY8" fmla="*/ 2399968 h 2478237"/>
              <a:gd name="connsiteX9" fmla="*/ 3298298 w 3426600"/>
              <a:gd name="connsiteY9" fmla="*/ 2478237 h 2478237"/>
              <a:gd name="connsiteX10" fmla="*/ 2920898 w 3426600"/>
              <a:gd name="connsiteY10" fmla="*/ 2478237 h 2478237"/>
              <a:gd name="connsiteX11" fmla="*/ 505702 w 3426600"/>
              <a:gd name="connsiteY11" fmla="*/ 2478237 h 2478237"/>
              <a:gd name="connsiteX12" fmla="*/ 128303 w 3426600"/>
              <a:gd name="connsiteY12" fmla="*/ 2478237 h 2478237"/>
              <a:gd name="connsiteX13" fmla="*/ 10083 w 3426600"/>
              <a:gd name="connsiteY13" fmla="*/ 2399968 h 2478237"/>
              <a:gd name="connsiteX14" fmla="*/ 7065 w 3426600"/>
              <a:gd name="connsiteY14" fmla="*/ 2385039 h 2478237"/>
              <a:gd name="connsiteX15" fmla="*/ 2402 w 3426600"/>
              <a:gd name="connsiteY15" fmla="*/ 2385039 h 2478237"/>
              <a:gd name="connsiteX16" fmla="*/ 2402 w 3426600"/>
              <a:gd name="connsiteY16" fmla="*/ 2361970 h 2478237"/>
              <a:gd name="connsiteX17" fmla="*/ 0 w 3426600"/>
              <a:gd name="connsiteY17" fmla="*/ 2350086 h 2478237"/>
              <a:gd name="connsiteX18" fmla="*/ 0 w 3426600"/>
              <a:gd name="connsiteY18" fmla="*/ 2153891 h 2478237"/>
              <a:gd name="connsiteX19" fmla="*/ 2402 w 3426600"/>
              <a:gd name="connsiteY19" fmla="*/ 2153891 h 2478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426600" h="2478237">
                <a:moveTo>
                  <a:pt x="2402" y="0"/>
                </a:moveTo>
                <a:lnTo>
                  <a:pt x="381000" y="0"/>
                </a:lnTo>
                <a:lnTo>
                  <a:pt x="3048002" y="0"/>
                </a:lnTo>
                <a:lnTo>
                  <a:pt x="3426600" y="0"/>
                </a:lnTo>
                <a:lnTo>
                  <a:pt x="3426600" y="2153891"/>
                </a:lnTo>
                <a:lnTo>
                  <a:pt x="3426600" y="2350086"/>
                </a:lnTo>
                <a:lnTo>
                  <a:pt x="3426600" y="2385039"/>
                </a:lnTo>
                <a:lnTo>
                  <a:pt x="3419535" y="2385039"/>
                </a:lnTo>
                <a:lnTo>
                  <a:pt x="3416517" y="2399968"/>
                </a:lnTo>
                <a:cubicBezTo>
                  <a:pt x="3397040" y="2445964"/>
                  <a:pt x="3351442" y="2478237"/>
                  <a:pt x="3298298" y="2478237"/>
                </a:cubicBezTo>
                <a:lnTo>
                  <a:pt x="2920898" y="2478237"/>
                </a:lnTo>
                <a:lnTo>
                  <a:pt x="505702" y="2478237"/>
                </a:lnTo>
                <a:lnTo>
                  <a:pt x="128303" y="2478237"/>
                </a:lnTo>
                <a:cubicBezTo>
                  <a:pt x="75158" y="2478237"/>
                  <a:pt x="29560" y="2445964"/>
                  <a:pt x="10083" y="2399968"/>
                </a:cubicBezTo>
                <a:lnTo>
                  <a:pt x="7065" y="2385039"/>
                </a:lnTo>
                <a:lnTo>
                  <a:pt x="2402" y="2385039"/>
                </a:lnTo>
                <a:lnTo>
                  <a:pt x="2402" y="2361970"/>
                </a:lnTo>
                <a:lnTo>
                  <a:pt x="0" y="2350086"/>
                </a:lnTo>
                <a:lnTo>
                  <a:pt x="0" y="2153891"/>
                </a:lnTo>
                <a:lnTo>
                  <a:pt x="2402" y="2153891"/>
                </a:lnTo>
                <a:close/>
              </a:path>
            </a:pathLst>
          </a:custGeom>
          <a:ln w="6350">
            <a:solidFill>
              <a:schemeClr val="bg1">
                <a:lumMod val="85000"/>
              </a:schemeClr>
            </a:solidFill>
          </a:ln>
        </p:spPr>
        <p:txBody>
          <a:bodyPr vert="horz" wrap="square" lIns="144000" tIns="144000" rIns="91440" bIns="45720" rtlCol="0">
            <a:noAutofit/>
          </a:bodyPr>
          <a:lstStyle>
            <a:lvl1pPr>
              <a:spcAft>
                <a:spcPts val="1200"/>
              </a:spcAft>
              <a:defRPr lang="en-US" sz="1800" b="1" dirty="0" smtClean="0"/>
            </a:lvl1pPr>
            <a:lvl2pPr marL="171450" indent="-171450">
              <a:buFont typeface="Wingdings" pitchFamily="2" charset="2"/>
              <a:buChar char="§"/>
              <a:defRPr/>
            </a:lvl2pPr>
          </a:lstStyle>
          <a:p>
            <a:pPr lvl="0">
              <a:buFont typeface="Wingdings" pitchFamily="2" charset="2"/>
            </a:pPr>
            <a:endParaRPr lang="en-US" dirty="0"/>
          </a:p>
          <a:p>
            <a:pPr lvl="1">
              <a:buFont typeface="Wingdings" pitchFamily="2" charset="2"/>
            </a:pPr>
            <a:endParaRPr lang="en-US" dirty="0"/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9419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карточки story ic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icture Placeholder 55">
            <a:extLst>
              <a:ext uri="{FF2B5EF4-FFF2-40B4-BE49-F238E27FC236}">
                <a16:creationId xmlns:a16="http://schemas.microsoft.com/office/drawing/2014/main" id="{B7F49C45-794F-0040-AA43-B891C75022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59599" y="1520825"/>
            <a:ext cx="3427200" cy="1717675"/>
          </a:xfrm>
          <a:custGeom>
            <a:avLst/>
            <a:gdLst>
              <a:gd name="connsiteX0" fmla="*/ 128303 w 3426600"/>
              <a:gd name="connsiteY0" fmla="*/ 0 h 1717675"/>
              <a:gd name="connsiteX1" fmla="*/ 505703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4200 w 3426600"/>
              <a:gd name="connsiteY6" fmla="*/ 324346 h 1717675"/>
              <a:gd name="connsiteX7" fmla="*/ 3424200 w 3426600"/>
              <a:gd name="connsiteY7" fmla="*/ 445900 h 1717675"/>
              <a:gd name="connsiteX8" fmla="*/ 3424200 w 3426600"/>
              <a:gd name="connsiteY8" fmla="*/ 1336675 h 1717675"/>
              <a:gd name="connsiteX9" fmla="*/ 3424200 w 3426600"/>
              <a:gd name="connsiteY9" fmla="*/ 1717675 h 1717675"/>
              <a:gd name="connsiteX10" fmla="*/ 3043200 w 3426600"/>
              <a:gd name="connsiteY10" fmla="*/ 1717675 h 1717675"/>
              <a:gd name="connsiteX11" fmla="*/ 381000 w 3426600"/>
              <a:gd name="connsiteY11" fmla="*/ 1717675 h 1717675"/>
              <a:gd name="connsiteX12" fmla="*/ 0 w 3426600"/>
              <a:gd name="connsiteY12" fmla="*/ 1717675 h 1717675"/>
              <a:gd name="connsiteX13" fmla="*/ 0 w 3426600"/>
              <a:gd name="connsiteY13" fmla="*/ 1336675 h 1717675"/>
              <a:gd name="connsiteX14" fmla="*/ 0 w 3426600"/>
              <a:gd name="connsiteY14" fmla="*/ 469675 h 1717675"/>
              <a:gd name="connsiteX15" fmla="*/ 0 w 3426600"/>
              <a:gd name="connsiteY15" fmla="*/ 324346 h 1717675"/>
              <a:gd name="connsiteX16" fmla="*/ 0 w 3426600"/>
              <a:gd name="connsiteY16" fmla="*/ 193674 h 1717675"/>
              <a:gd name="connsiteX17" fmla="*/ 0 w 3426600"/>
              <a:gd name="connsiteY17" fmla="*/ 128151 h 1717675"/>
              <a:gd name="connsiteX18" fmla="*/ 128303 w 3426600"/>
              <a:gd name="connsiteY18" fmla="*/ 0 h 1717675"/>
              <a:gd name="connsiteX0" fmla="*/ 128303 w 3426600"/>
              <a:gd name="connsiteY0" fmla="*/ 0 h 1717675"/>
              <a:gd name="connsiteX1" fmla="*/ 505703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4200 w 3426600"/>
              <a:gd name="connsiteY6" fmla="*/ 445900 h 1717675"/>
              <a:gd name="connsiteX7" fmla="*/ 3424200 w 3426600"/>
              <a:gd name="connsiteY7" fmla="*/ 1336675 h 1717675"/>
              <a:gd name="connsiteX8" fmla="*/ 3424200 w 3426600"/>
              <a:gd name="connsiteY8" fmla="*/ 1717675 h 1717675"/>
              <a:gd name="connsiteX9" fmla="*/ 3043200 w 3426600"/>
              <a:gd name="connsiteY9" fmla="*/ 1717675 h 1717675"/>
              <a:gd name="connsiteX10" fmla="*/ 381000 w 3426600"/>
              <a:gd name="connsiteY10" fmla="*/ 1717675 h 1717675"/>
              <a:gd name="connsiteX11" fmla="*/ 0 w 3426600"/>
              <a:gd name="connsiteY11" fmla="*/ 1717675 h 1717675"/>
              <a:gd name="connsiteX12" fmla="*/ 0 w 3426600"/>
              <a:gd name="connsiteY12" fmla="*/ 1336675 h 1717675"/>
              <a:gd name="connsiteX13" fmla="*/ 0 w 3426600"/>
              <a:gd name="connsiteY13" fmla="*/ 469675 h 1717675"/>
              <a:gd name="connsiteX14" fmla="*/ 0 w 3426600"/>
              <a:gd name="connsiteY14" fmla="*/ 324346 h 1717675"/>
              <a:gd name="connsiteX15" fmla="*/ 0 w 3426600"/>
              <a:gd name="connsiteY15" fmla="*/ 193674 h 1717675"/>
              <a:gd name="connsiteX16" fmla="*/ 0 w 3426600"/>
              <a:gd name="connsiteY16" fmla="*/ 128151 h 1717675"/>
              <a:gd name="connsiteX17" fmla="*/ 128303 w 3426600"/>
              <a:gd name="connsiteY17" fmla="*/ 0 h 1717675"/>
              <a:gd name="connsiteX0" fmla="*/ 128303 w 3426600"/>
              <a:gd name="connsiteY0" fmla="*/ 0 h 1717675"/>
              <a:gd name="connsiteX1" fmla="*/ 505703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4200 w 3426600"/>
              <a:gd name="connsiteY6" fmla="*/ 1336675 h 1717675"/>
              <a:gd name="connsiteX7" fmla="*/ 3424200 w 3426600"/>
              <a:gd name="connsiteY7" fmla="*/ 1717675 h 1717675"/>
              <a:gd name="connsiteX8" fmla="*/ 3043200 w 3426600"/>
              <a:gd name="connsiteY8" fmla="*/ 1717675 h 1717675"/>
              <a:gd name="connsiteX9" fmla="*/ 381000 w 3426600"/>
              <a:gd name="connsiteY9" fmla="*/ 1717675 h 1717675"/>
              <a:gd name="connsiteX10" fmla="*/ 0 w 3426600"/>
              <a:gd name="connsiteY10" fmla="*/ 1717675 h 1717675"/>
              <a:gd name="connsiteX11" fmla="*/ 0 w 3426600"/>
              <a:gd name="connsiteY11" fmla="*/ 1336675 h 1717675"/>
              <a:gd name="connsiteX12" fmla="*/ 0 w 3426600"/>
              <a:gd name="connsiteY12" fmla="*/ 469675 h 1717675"/>
              <a:gd name="connsiteX13" fmla="*/ 0 w 3426600"/>
              <a:gd name="connsiteY13" fmla="*/ 324346 h 1717675"/>
              <a:gd name="connsiteX14" fmla="*/ 0 w 3426600"/>
              <a:gd name="connsiteY14" fmla="*/ 193674 h 1717675"/>
              <a:gd name="connsiteX15" fmla="*/ 0 w 3426600"/>
              <a:gd name="connsiteY15" fmla="*/ 128151 h 1717675"/>
              <a:gd name="connsiteX16" fmla="*/ 128303 w 3426600"/>
              <a:gd name="connsiteY16" fmla="*/ 0 h 1717675"/>
              <a:gd name="connsiteX0" fmla="*/ 128303 w 3426600"/>
              <a:gd name="connsiteY0" fmla="*/ 0 h 1717675"/>
              <a:gd name="connsiteX1" fmla="*/ 505703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4200 w 3426600"/>
              <a:gd name="connsiteY6" fmla="*/ 1717675 h 1717675"/>
              <a:gd name="connsiteX7" fmla="*/ 3043200 w 3426600"/>
              <a:gd name="connsiteY7" fmla="*/ 1717675 h 1717675"/>
              <a:gd name="connsiteX8" fmla="*/ 381000 w 3426600"/>
              <a:gd name="connsiteY8" fmla="*/ 1717675 h 1717675"/>
              <a:gd name="connsiteX9" fmla="*/ 0 w 3426600"/>
              <a:gd name="connsiteY9" fmla="*/ 1717675 h 1717675"/>
              <a:gd name="connsiteX10" fmla="*/ 0 w 3426600"/>
              <a:gd name="connsiteY10" fmla="*/ 1336675 h 1717675"/>
              <a:gd name="connsiteX11" fmla="*/ 0 w 3426600"/>
              <a:gd name="connsiteY11" fmla="*/ 469675 h 1717675"/>
              <a:gd name="connsiteX12" fmla="*/ 0 w 3426600"/>
              <a:gd name="connsiteY12" fmla="*/ 324346 h 1717675"/>
              <a:gd name="connsiteX13" fmla="*/ 0 w 3426600"/>
              <a:gd name="connsiteY13" fmla="*/ 193674 h 1717675"/>
              <a:gd name="connsiteX14" fmla="*/ 0 w 3426600"/>
              <a:gd name="connsiteY14" fmla="*/ 128151 h 1717675"/>
              <a:gd name="connsiteX15" fmla="*/ 128303 w 3426600"/>
              <a:gd name="connsiteY15" fmla="*/ 0 h 1717675"/>
              <a:gd name="connsiteX0" fmla="*/ 128303 w 3426600"/>
              <a:gd name="connsiteY0" fmla="*/ 0 h 1717675"/>
              <a:gd name="connsiteX1" fmla="*/ 505703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4200 w 3426600"/>
              <a:gd name="connsiteY6" fmla="*/ 1717675 h 1717675"/>
              <a:gd name="connsiteX7" fmla="*/ 381000 w 3426600"/>
              <a:gd name="connsiteY7" fmla="*/ 1717675 h 1717675"/>
              <a:gd name="connsiteX8" fmla="*/ 0 w 3426600"/>
              <a:gd name="connsiteY8" fmla="*/ 1717675 h 1717675"/>
              <a:gd name="connsiteX9" fmla="*/ 0 w 3426600"/>
              <a:gd name="connsiteY9" fmla="*/ 1336675 h 1717675"/>
              <a:gd name="connsiteX10" fmla="*/ 0 w 3426600"/>
              <a:gd name="connsiteY10" fmla="*/ 469675 h 1717675"/>
              <a:gd name="connsiteX11" fmla="*/ 0 w 3426600"/>
              <a:gd name="connsiteY11" fmla="*/ 324346 h 1717675"/>
              <a:gd name="connsiteX12" fmla="*/ 0 w 3426600"/>
              <a:gd name="connsiteY12" fmla="*/ 193674 h 1717675"/>
              <a:gd name="connsiteX13" fmla="*/ 0 w 3426600"/>
              <a:gd name="connsiteY13" fmla="*/ 128151 h 1717675"/>
              <a:gd name="connsiteX14" fmla="*/ 128303 w 3426600"/>
              <a:gd name="connsiteY14" fmla="*/ 0 h 1717675"/>
              <a:gd name="connsiteX0" fmla="*/ 128303 w 3426600"/>
              <a:gd name="connsiteY0" fmla="*/ 0 h 1717675"/>
              <a:gd name="connsiteX1" fmla="*/ 505703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4200 w 3426600"/>
              <a:gd name="connsiteY6" fmla="*/ 1717675 h 1717675"/>
              <a:gd name="connsiteX7" fmla="*/ 0 w 3426600"/>
              <a:gd name="connsiteY7" fmla="*/ 1717675 h 1717675"/>
              <a:gd name="connsiteX8" fmla="*/ 0 w 3426600"/>
              <a:gd name="connsiteY8" fmla="*/ 1336675 h 1717675"/>
              <a:gd name="connsiteX9" fmla="*/ 0 w 3426600"/>
              <a:gd name="connsiteY9" fmla="*/ 469675 h 1717675"/>
              <a:gd name="connsiteX10" fmla="*/ 0 w 3426600"/>
              <a:gd name="connsiteY10" fmla="*/ 324346 h 1717675"/>
              <a:gd name="connsiteX11" fmla="*/ 0 w 3426600"/>
              <a:gd name="connsiteY11" fmla="*/ 193674 h 1717675"/>
              <a:gd name="connsiteX12" fmla="*/ 0 w 3426600"/>
              <a:gd name="connsiteY12" fmla="*/ 128151 h 1717675"/>
              <a:gd name="connsiteX13" fmla="*/ 128303 w 3426600"/>
              <a:gd name="connsiteY13" fmla="*/ 0 h 1717675"/>
              <a:gd name="connsiteX0" fmla="*/ 128303 w 3426600"/>
              <a:gd name="connsiteY0" fmla="*/ 0 h 1717675"/>
              <a:gd name="connsiteX1" fmla="*/ 505703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4200 w 3426600"/>
              <a:gd name="connsiteY6" fmla="*/ 1717675 h 1717675"/>
              <a:gd name="connsiteX7" fmla="*/ 0 w 3426600"/>
              <a:gd name="connsiteY7" fmla="*/ 1717675 h 1717675"/>
              <a:gd name="connsiteX8" fmla="*/ 0 w 3426600"/>
              <a:gd name="connsiteY8" fmla="*/ 469675 h 1717675"/>
              <a:gd name="connsiteX9" fmla="*/ 0 w 3426600"/>
              <a:gd name="connsiteY9" fmla="*/ 324346 h 1717675"/>
              <a:gd name="connsiteX10" fmla="*/ 0 w 3426600"/>
              <a:gd name="connsiteY10" fmla="*/ 193674 h 1717675"/>
              <a:gd name="connsiteX11" fmla="*/ 0 w 3426600"/>
              <a:gd name="connsiteY11" fmla="*/ 128151 h 1717675"/>
              <a:gd name="connsiteX12" fmla="*/ 128303 w 3426600"/>
              <a:gd name="connsiteY12" fmla="*/ 0 h 1717675"/>
              <a:gd name="connsiteX0" fmla="*/ 128303 w 3426600"/>
              <a:gd name="connsiteY0" fmla="*/ 0 h 1717675"/>
              <a:gd name="connsiteX1" fmla="*/ 505703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4200 w 3426600"/>
              <a:gd name="connsiteY6" fmla="*/ 1717675 h 1717675"/>
              <a:gd name="connsiteX7" fmla="*/ 0 w 3426600"/>
              <a:gd name="connsiteY7" fmla="*/ 1717675 h 1717675"/>
              <a:gd name="connsiteX8" fmla="*/ 0 w 3426600"/>
              <a:gd name="connsiteY8" fmla="*/ 324346 h 1717675"/>
              <a:gd name="connsiteX9" fmla="*/ 0 w 3426600"/>
              <a:gd name="connsiteY9" fmla="*/ 193674 h 1717675"/>
              <a:gd name="connsiteX10" fmla="*/ 0 w 3426600"/>
              <a:gd name="connsiteY10" fmla="*/ 128151 h 1717675"/>
              <a:gd name="connsiteX11" fmla="*/ 128303 w 3426600"/>
              <a:gd name="connsiteY11" fmla="*/ 0 h 1717675"/>
              <a:gd name="connsiteX0" fmla="*/ 128303 w 3426600"/>
              <a:gd name="connsiteY0" fmla="*/ 0 h 1717675"/>
              <a:gd name="connsiteX1" fmla="*/ 505703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4200 w 3426600"/>
              <a:gd name="connsiteY6" fmla="*/ 1717675 h 1717675"/>
              <a:gd name="connsiteX7" fmla="*/ 0 w 3426600"/>
              <a:gd name="connsiteY7" fmla="*/ 1717675 h 1717675"/>
              <a:gd name="connsiteX8" fmla="*/ 0 w 3426600"/>
              <a:gd name="connsiteY8" fmla="*/ 193674 h 1717675"/>
              <a:gd name="connsiteX9" fmla="*/ 0 w 3426600"/>
              <a:gd name="connsiteY9" fmla="*/ 128151 h 1717675"/>
              <a:gd name="connsiteX10" fmla="*/ 128303 w 3426600"/>
              <a:gd name="connsiteY10" fmla="*/ 0 h 1717675"/>
              <a:gd name="connsiteX0" fmla="*/ 128303 w 3426600"/>
              <a:gd name="connsiteY0" fmla="*/ 0 h 1717675"/>
              <a:gd name="connsiteX1" fmla="*/ 505703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4200 w 3426600"/>
              <a:gd name="connsiteY6" fmla="*/ 1717675 h 1717675"/>
              <a:gd name="connsiteX7" fmla="*/ 0 w 3426600"/>
              <a:gd name="connsiteY7" fmla="*/ 1717675 h 1717675"/>
              <a:gd name="connsiteX8" fmla="*/ 0 w 3426600"/>
              <a:gd name="connsiteY8" fmla="*/ 128151 h 1717675"/>
              <a:gd name="connsiteX9" fmla="*/ 128303 w 3426600"/>
              <a:gd name="connsiteY9" fmla="*/ 0 h 1717675"/>
              <a:gd name="connsiteX0" fmla="*/ 128303 w 3426600"/>
              <a:gd name="connsiteY0" fmla="*/ 0 h 1717675"/>
              <a:gd name="connsiteX1" fmla="*/ 505703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4200 w 3426600"/>
              <a:gd name="connsiteY5" fmla="*/ 1717675 h 1717675"/>
              <a:gd name="connsiteX6" fmla="*/ 0 w 3426600"/>
              <a:gd name="connsiteY6" fmla="*/ 1717675 h 1717675"/>
              <a:gd name="connsiteX7" fmla="*/ 0 w 3426600"/>
              <a:gd name="connsiteY7" fmla="*/ 128151 h 1717675"/>
              <a:gd name="connsiteX8" fmla="*/ 128303 w 3426600"/>
              <a:gd name="connsiteY8" fmla="*/ 0 h 1717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6600" h="1717675">
                <a:moveTo>
                  <a:pt x="128303" y="0"/>
                </a:moveTo>
                <a:lnTo>
                  <a:pt x="505703" y="0"/>
                </a:lnTo>
                <a:lnTo>
                  <a:pt x="2920898" y="0"/>
                </a:lnTo>
                <a:lnTo>
                  <a:pt x="3298298" y="0"/>
                </a:lnTo>
                <a:cubicBezTo>
                  <a:pt x="3369157" y="0"/>
                  <a:pt x="3426600" y="57375"/>
                  <a:pt x="3426600" y="128151"/>
                </a:cubicBezTo>
                <a:lnTo>
                  <a:pt x="3424200" y="1717675"/>
                </a:lnTo>
                <a:lnTo>
                  <a:pt x="0" y="1717675"/>
                </a:lnTo>
                <a:lnTo>
                  <a:pt x="0" y="128151"/>
                </a:lnTo>
                <a:cubicBezTo>
                  <a:pt x="0" y="57375"/>
                  <a:pt x="57443" y="0"/>
                  <a:pt x="12830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6B303DF0-DF0C-AA40-86E5-79E84B20BA1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78800" y="3238501"/>
            <a:ext cx="3427200" cy="2478237"/>
          </a:xfrm>
          <a:custGeom>
            <a:avLst/>
            <a:gdLst>
              <a:gd name="connsiteX0" fmla="*/ 2400 w 3426600"/>
              <a:gd name="connsiteY0" fmla="*/ 0 h 2478237"/>
              <a:gd name="connsiteX1" fmla="*/ 381000 w 3426600"/>
              <a:gd name="connsiteY1" fmla="*/ 0 h 2478237"/>
              <a:gd name="connsiteX2" fmla="*/ 3048000 w 3426600"/>
              <a:gd name="connsiteY2" fmla="*/ 0 h 2478237"/>
              <a:gd name="connsiteX3" fmla="*/ 3426600 w 3426600"/>
              <a:gd name="connsiteY3" fmla="*/ 0 h 2478237"/>
              <a:gd name="connsiteX4" fmla="*/ 3426600 w 3426600"/>
              <a:gd name="connsiteY4" fmla="*/ 2153891 h 2478237"/>
              <a:gd name="connsiteX5" fmla="*/ 3426600 w 3426600"/>
              <a:gd name="connsiteY5" fmla="*/ 2350086 h 2478237"/>
              <a:gd name="connsiteX6" fmla="*/ 3426600 w 3426600"/>
              <a:gd name="connsiteY6" fmla="*/ 2385039 h 2478237"/>
              <a:gd name="connsiteX7" fmla="*/ 3419535 w 3426600"/>
              <a:gd name="connsiteY7" fmla="*/ 2385039 h 2478237"/>
              <a:gd name="connsiteX8" fmla="*/ 3416518 w 3426600"/>
              <a:gd name="connsiteY8" fmla="*/ 2399968 h 2478237"/>
              <a:gd name="connsiteX9" fmla="*/ 3298298 w 3426600"/>
              <a:gd name="connsiteY9" fmla="*/ 2478237 h 2478237"/>
              <a:gd name="connsiteX10" fmla="*/ 2920898 w 3426600"/>
              <a:gd name="connsiteY10" fmla="*/ 2478237 h 2478237"/>
              <a:gd name="connsiteX11" fmla="*/ 505703 w 3426600"/>
              <a:gd name="connsiteY11" fmla="*/ 2478237 h 2478237"/>
              <a:gd name="connsiteX12" fmla="*/ 128303 w 3426600"/>
              <a:gd name="connsiteY12" fmla="*/ 2478237 h 2478237"/>
              <a:gd name="connsiteX13" fmla="*/ 10083 w 3426600"/>
              <a:gd name="connsiteY13" fmla="*/ 2399968 h 2478237"/>
              <a:gd name="connsiteX14" fmla="*/ 7065 w 3426600"/>
              <a:gd name="connsiteY14" fmla="*/ 2385039 h 2478237"/>
              <a:gd name="connsiteX15" fmla="*/ 2400 w 3426600"/>
              <a:gd name="connsiteY15" fmla="*/ 2385039 h 2478237"/>
              <a:gd name="connsiteX16" fmla="*/ 2400 w 3426600"/>
              <a:gd name="connsiteY16" fmla="*/ 2361960 h 2478237"/>
              <a:gd name="connsiteX17" fmla="*/ 0 w 3426600"/>
              <a:gd name="connsiteY17" fmla="*/ 2350086 h 2478237"/>
              <a:gd name="connsiteX18" fmla="*/ 0 w 3426600"/>
              <a:gd name="connsiteY18" fmla="*/ 2153891 h 2478237"/>
              <a:gd name="connsiteX19" fmla="*/ 2400 w 3426600"/>
              <a:gd name="connsiteY19" fmla="*/ 2153891 h 2478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426600" h="2478237">
                <a:moveTo>
                  <a:pt x="2400" y="0"/>
                </a:moveTo>
                <a:lnTo>
                  <a:pt x="381000" y="0"/>
                </a:lnTo>
                <a:lnTo>
                  <a:pt x="3048000" y="0"/>
                </a:lnTo>
                <a:lnTo>
                  <a:pt x="3426600" y="0"/>
                </a:lnTo>
                <a:lnTo>
                  <a:pt x="3426600" y="2153891"/>
                </a:lnTo>
                <a:lnTo>
                  <a:pt x="3426600" y="2350086"/>
                </a:lnTo>
                <a:lnTo>
                  <a:pt x="3426600" y="2385039"/>
                </a:lnTo>
                <a:lnTo>
                  <a:pt x="3419535" y="2385039"/>
                </a:lnTo>
                <a:lnTo>
                  <a:pt x="3416518" y="2399968"/>
                </a:lnTo>
                <a:cubicBezTo>
                  <a:pt x="3397040" y="2445964"/>
                  <a:pt x="3351442" y="2478237"/>
                  <a:pt x="3298298" y="2478237"/>
                </a:cubicBezTo>
                <a:lnTo>
                  <a:pt x="2920898" y="2478237"/>
                </a:lnTo>
                <a:lnTo>
                  <a:pt x="505703" y="2478237"/>
                </a:lnTo>
                <a:lnTo>
                  <a:pt x="128303" y="2478237"/>
                </a:lnTo>
                <a:cubicBezTo>
                  <a:pt x="75158" y="2478237"/>
                  <a:pt x="29560" y="2445964"/>
                  <a:pt x="10083" y="2399968"/>
                </a:cubicBezTo>
                <a:lnTo>
                  <a:pt x="7065" y="2385039"/>
                </a:lnTo>
                <a:lnTo>
                  <a:pt x="2400" y="2385039"/>
                </a:lnTo>
                <a:lnTo>
                  <a:pt x="2400" y="2361960"/>
                </a:lnTo>
                <a:lnTo>
                  <a:pt x="0" y="2350086"/>
                </a:lnTo>
                <a:lnTo>
                  <a:pt x="0" y="2153891"/>
                </a:lnTo>
                <a:lnTo>
                  <a:pt x="2400" y="2153891"/>
                </a:lnTo>
                <a:close/>
              </a:path>
            </a:pathLst>
          </a:custGeom>
          <a:solidFill>
            <a:schemeClr val="bg1"/>
          </a:solidFill>
          <a:ln w="6350">
            <a:noFill/>
          </a:ln>
        </p:spPr>
        <p:txBody>
          <a:bodyPr vert="horz" wrap="square" lIns="144000" tIns="144000" rIns="91440" bIns="45720" rtlCol="0">
            <a:noAutofit/>
          </a:bodyPr>
          <a:lstStyle>
            <a:lvl1pPr>
              <a:spcAft>
                <a:spcPts val="1200"/>
              </a:spcAft>
              <a:defRPr lang="en-US" sz="1800" b="1" dirty="0" smtClean="0"/>
            </a:lvl1pPr>
            <a:lvl2pPr marL="171450" indent="-171450">
              <a:buFont typeface="Wingdings" pitchFamily="2" charset="2"/>
              <a:buChar char="§"/>
              <a:defRPr/>
            </a:lvl2pPr>
          </a:lstStyle>
          <a:p>
            <a:pPr lvl="0">
              <a:buFont typeface="Wingdings" pitchFamily="2" charset="2"/>
            </a:pPr>
            <a:endParaRPr lang="en-US" dirty="0"/>
          </a:p>
          <a:p>
            <a:pPr lvl="1">
              <a:buFont typeface="Wingdings" pitchFamily="2" charset="2"/>
            </a:pPr>
            <a:endParaRPr lang="en-US" dirty="0"/>
          </a:p>
        </p:txBody>
      </p:sp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/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3810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0" name="Picture Placeholder 59">
            <a:extLst>
              <a:ext uri="{FF2B5EF4-FFF2-40B4-BE49-F238E27FC236}">
                <a16:creationId xmlns:a16="http://schemas.microsoft.com/office/drawing/2014/main" id="{62F41B94-FAE9-0A43-95AB-79699E3FDC4E}"/>
              </a:ext>
            </a:extLst>
          </p:cNvPr>
          <p:cNvSpPr>
            <a:spLocks noGrp="1"/>
          </p:cNvSpPr>
          <p:nvPr userDrawn="1">
            <p:ph type="pic" sz="quarter" idx="22"/>
          </p:nvPr>
        </p:nvSpPr>
        <p:spPr>
          <a:xfrm>
            <a:off x="4378800" y="1520826"/>
            <a:ext cx="3426600" cy="1720850"/>
          </a:xfrm>
          <a:custGeom>
            <a:avLst/>
            <a:gdLst>
              <a:gd name="connsiteX0" fmla="*/ 128303 w 3426600"/>
              <a:gd name="connsiteY0" fmla="*/ 0 h 1717675"/>
              <a:gd name="connsiteX1" fmla="*/ 505703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1800 w 3426600"/>
              <a:gd name="connsiteY6" fmla="*/ 324346 h 1717675"/>
              <a:gd name="connsiteX7" fmla="*/ 3421800 w 3426600"/>
              <a:gd name="connsiteY7" fmla="*/ 445900 h 1717675"/>
              <a:gd name="connsiteX8" fmla="*/ 3421800 w 3426600"/>
              <a:gd name="connsiteY8" fmla="*/ 1336675 h 1717675"/>
              <a:gd name="connsiteX9" fmla="*/ 3421800 w 3426600"/>
              <a:gd name="connsiteY9" fmla="*/ 1717675 h 1717675"/>
              <a:gd name="connsiteX10" fmla="*/ 3043200 w 3426600"/>
              <a:gd name="connsiteY10" fmla="*/ 1717675 h 1717675"/>
              <a:gd name="connsiteX11" fmla="*/ 378600 w 3426600"/>
              <a:gd name="connsiteY11" fmla="*/ 1717675 h 1717675"/>
              <a:gd name="connsiteX12" fmla="*/ 0 w 3426600"/>
              <a:gd name="connsiteY12" fmla="*/ 1717675 h 1717675"/>
              <a:gd name="connsiteX13" fmla="*/ 0 w 3426600"/>
              <a:gd name="connsiteY13" fmla="*/ 1336675 h 1717675"/>
              <a:gd name="connsiteX14" fmla="*/ 0 w 3426600"/>
              <a:gd name="connsiteY14" fmla="*/ 469675 h 1717675"/>
              <a:gd name="connsiteX15" fmla="*/ 0 w 3426600"/>
              <a:gd name="connsiteY15" fmla="*/ 324346 h 1717675"/>
              <a:gd name="connsiteX16" fmla="*/ 0 w 3426600"/>
              <a:gd name="connsiteY16" fmla="*/ 193674 h 1717675"/>
              <a:gd name="connsiteX17" fmla="*/ 0 w 3426600"/>
              <a:gd name="connsiteY17" fmla="*/ 128151 h 1717675"/>
              <a:gd name="connsiteX18" fmla="*/ 128303 w 3426600"/>
              <a:gd name="connsiteY18" fmla="*/ 0 h 1717675"/>
              <a:gd name="connsiteX0" fmla="*/ 128303 w 3426600"/>
              <a:gd name="connsiteY0" fmla="*/ 0 h 1717675"/>
              <a:gd name="connsiteX1" fmla="*/ 505703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1800 w 3426600"/>
              <a:gd name="connsiteY6" fmla="*/ 324346 h 1717675"/>
              <a:gd name="connsiteX7" fmla="*/ 3421800 w 3426600"/>
              <a:gd name="connsiteY7" fmla="*/ 1336675 h 1717675"/>
              <a:gd name="connsiteX8" fmla="*/ 3421800 w 3426600"/>
              <a:gd name="connsiteY8" fmla="*/ 1717675 h 1717675"/>
              <a:gd name="connsiteX9" fmla="*/ 3043200 w 3426600"/>
              <a:gd name="connsiteY9" fmla="*/ 1717675 h 1717675"/>
              <a:gd name="connsiteX10" fmla="*/ 378600 w 3426600"/>
              <a:gd name="connsiteY10" fmla="*/ 1717675 h 1717675"/>
              <a:gd name="connsiteX11" fmla="*/ 0 w 3426600"/>
              <a:gd name="connsiteY11" fmla="*/ 1717675 h 1717675"/>
              <a:gd name="connsiteX12" fmla="*/ 0 w 3426600"/>
              <a:gd name="connsiteY12" fmla="*/ 1336675 h 1717675"/>
              <a:gd name="connsiteX13" fmla="*/ 0 w 3426600"/>
              <a:gd name="connsiteY13" fmla="*/ 469675 h 1717675"/>
              <a:gd name="connsiteX14" fmla="*/ 0 w 3426600"/>
              <a:gd name="connsiteY14" fmla="*/ 324346 h 1717675"/>
              <a:gd name="connsiteX15" fmla="*/ 0 w 3426600"/>
              <a:gd name="connsiteY15" fmla="*/ 193674 h 1717675"/>
              <a:gd name="connsiteX16" fmla="*/ 0 w 3426600"/>
              <a:gd name="connsiteY16" fmla="*/ 128151 h 1717675"/>
              <a:gd name="connsiteX17" fmla="*/ 128303 w 3426600"/>
              <a:gd name="connsiteY17" fmla="*/ 0 h 1717675"/>
              <a:gd name="connsiteX0" fmla="*/ 128303 w 3426600"/>
              <a:gd name="connsiteY0" fmla="*/ 0 h 1717675"/>
              <a:gd name="connsiteX1" fmla="*/ 505703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1800 w 3426600"/>
              <a:gd name="connsiteY6" fmla="*/ 1336675 h 1717675"/>
              <a:gd name="connsiteX7" fmla="*/ 3421800 w 3426600"/>
              <a:gd name="connsiteY7" fmla="*/ 1717675 h 1717675"/>
              <a:gd name="connsiteX8" fmla="*/ 3043200 w 3426600"/>
              <a:gd name="connsiteY8" fmla="*/ 1717675 h 1717675"/>
              <a:gd name="connsiteX9" fmla="*/ 378600 w 3426600"/>
              <a:gd name="connsiteY9" fmla="*/ 1717675 h 1717675"/>
              <a:gd name="connsiteX10" fmla="*/ 0 w 3426600"/>
              <a:gd name="connsiteY10" fmla="*/ 1717675 h 1717675"/>
              <a:gd name="connsiteX11" fmla="*/ 0 w 3426600"/>
              <a:gd name="connsiteY11" fmla="*/ 1336675 h 1717675"/>
              <a:gd name="connsiteX12" fmla="*/ 0 w 3426600"/>
              <a:gd name="connsiteY12" fmla="*/ 469675 h 1717675"/>
              <a:gd name="connsiteX13" fmla="*/ 0 w 3426600"/>
              <a:gd name="connsiteY13" fmla="*/ 324346 h 1717675"/>
              <a:gd name="connsiteX14" fmla="*/ 0 w 3426600"/>
              <a:gd name="connsiteY14" fmla="*/ 193674 h 1717675"/>
              <a:gd name="connsiteX15" fmla="*/ 0 w 3426600"/>
              <a:gd name="connsiteY15" fmla="*/ 128151 h 1717675"/>
              <a:gd name="connsiteX16" fmla="*/ 128303 w 3426600"/>
              <a:gd name="connsiteY16" fmla="*/ 0 h 1717675"/>
              <a:gd name="connsiteX0" fmla="*/ 128303 w 3426600"/>
              <a:gd name="connsiteY0" fmla="*/ 0 h 1717675"/>
              <a:gd name="connsiteX1" fmla="*/ 505703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1800 w 3426600"/>
              <a:gd name="connsiteY5" fmla="*/ 1336675 h 1717675"/>
              <a:gd name="connsiteX6" fmla="*/ 3421800 w 3426600"/>
              <a:gd name="connsiteY6" fmla="*/ 1717675 h 1717675"/>
              <a:gd name="connsiteX7" fmla="*/ 3043200 w 3426600"/>
              <a:gd name="connsiteY7" fmla="*/ 1717675 h 1717675"/>
              <a:gd name="connsiteX8" fmla="*/ 378600 w 3426600"/>
              <a:gd name="connsiteY8" fmla="*/ 1717675 h 1717675"/>
              <a:gd name="connsiteX9" fmla="*/ 0 w 3426600"/>
              <a:gd name="connsiteY9" fmla="*/ 1717675 h 1717675"/>
              <a:gd name="connsiteX10" fmla="*/ 0 w 3426600"/>
              <a:gd name="connsiteY10" fmla="*/ 1336675 h 1717675"/>
              <a:gd name="connsiteX11" fmla="*/ 0 w 3426600"/>
              <a:gd name="connsiteY11" fmla="*/ 469675 h 1717675"/>
              <a:gd name="connsiteX12" fmla="*/ 0 w 3426600"/>
              <a:gd name="connsiteY12" fmla="*/ 324346 h 1717675"/>
              <a:gd name="connsiteX13" fmla="*/ 0 w 3426600"/>
              <a:gd name="connsiteY13" fmla="*/ 193674 h 1717675"/>
              <a:gd name="connsiteX14" fmla="*/ 0 w 3426600"/>
              <a:gd name="connsiteY14" fmla="*/ 128151 h 1717675"/>
              <a:gd name="connsiteX15" fmla="*/ 128303 w 3426600"/>
              <a:gd name="connsiteY15" fmla="*/ 0 h 1717675"/>
              <a:gd name="connsiteX0" fmla="*/ 128303 w 3426600"/>
              <a:gd name="connsiteY0" fmla="*/ 0 h 1717675"/>
              <a:gd name="connsiteX1" fmla="*/ 505703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1800 w 3426600"/>
              <a:gd name="connsiteY5" fmla="*/ 1717675 h 1717675"/>
              <a:gd name="connsiteX6" fmla="*/ 3043200 w 3426600"/>
              <a:gd name="connsiteY6" fmla="*/ 1717675 h 1717675"/>
              <a:gd name="connsiteX7" fmla="*/ 378600 w 3426600"/>
              <a:gd name="connsiteY7" fmla="*/ 1717675 h 1717675"/>
              <a:gd name="connsiteX8" fmla="*/ 0 w 3426600"/>
              <a:gd name="connsiteY8" fmla="*/ 1717675 h 1717675"/>
              <a:gd name="connsiteX9" fmla="*/ 0 w 3426600"/>
              <a:gd name="connsiteY9" fmla="*/ 1336675 h 1717675"/>
              <a:gd name="connsiteX10" fmla="*/ 0 w 3426600"/>
              <a:gd name="connsiteY10" fmla="*/ 469675 h 1717675"/>
              <a:gd name="connsiteX11" fmla="*/ 0 w 3426600"/>
              <a:gd name="connsiteY11" fmla="*/ 324346 h 1717675"/>
              <a:gd name="connsiteX12" fmla="*/ 0 w 3426600"/>
              <a:gd name="connsiteY12" fmla="*/ 193674 h 1717675"/>
              <a:gd name="connsiteX13" fmla="*/ 0 w 3426600"/>
              <a:gd name="connsiteY13" fmla="*/ 128151 h 1717675"/>
              <a:gd name="connsiteX14" fmla="*/ 128303 w 3426600"/>
              <a:gd name="connsiteY14" fmla="*/ 0 h 1717675"/>
              <a:gd name="connsiteX0" fmla="*/ 128303 w 3426600"/>
              <a:gd name="connsiteY0" fmla="*/ 0 h 1720850"/>
              <a:gd name="connsiteX1" fmla="*/ 505703 w 3426600"/>
              <a:gd name="connsiteY1" fmla="*/ 0 h 1720850"/>
              <a:gd name="connsiteX2" fmla="*/ 2920898 w 3426600"/>
              <a:gd name="connsiteY2" fmla="*/ 0 h 1720850"/>
              <a:gd name="connsiteX3" fmla="*/ 3298298 w 3426600"/>
              <a:gd name="connsiteY3" fmla="*/ 0 h 1720850"/>
              <a:gd name="connsiteX4" fmla="*/ 3426600 w 3426600"/>
              <a:gd name="connsiteY4" fmla="*/ 128151 h 1720850"/>
              <a:gd name="connsiteX5" fmla="*/ 3421800 w 3426600"/>
              <a:gd name="connsiteY5" fmla="*/ 1720850 h 1720850"/>
              <a:gd name="connsiteX6" fmla="*/ 3043200 w 3426600"/>
              <a:gd name="connsiteY6" fmla="*/ 1717675 h 1720850"/>
              <a:gd name="connsiteX7" fmla="*/ 378600 w 3426600"/>
              <a:gd name="connsiteY7" fmla="*/ 1717675 h 1720850"/>
              <a:gd name="connsiteX8" fmla="*/ 0 w 3426600"/>
              <a:gd name="connsiteY8" fmla="*/ 1717675 h 1720850"/>
              <a:gd name="connsiteX9" fmla="*/ 0 w 3426600"/>
              <a:gd name="connsiteY9" fmla="*/ 1336675 h 1720850"/>
              <a:gd name="connsiteX10" fmla="*/ 0 w 3426600"/>
              <a:gd name="connsiteY10" fmla="*/ 469675 h 1720850"/>
              <a:gd name="connsiteX11" fmla="*/ 0 w 3426600"/>
              <a:gd name="connsiteY11" fmla="*/ 324346 h 1720850"/>
              <a:gd name="connsiteX12" fmla="*/ 0 w 3426600"/>
              <a:gd name="connsiteY12" fmla="*/ 193674 h 1720850"/>
              <a:gd name="connsiteX13" fmla="*/ 0 w 3426600"/>
              <a:gd name="connsiteY13" fmla="*/ 128151 h 1720850"/>
              <a:gd name="connsiteX14" fmla="*/ 128303 w 3426600"/>
              <a:gd name="connsiteY14" fmla="*/ 0 h 1720850"/>
              <a:gd name="connsiteX0" fmla="*/ 128303 w 3426600"/>
              <a:gd name="connsiteY0" fmla="*/ 0 h 1720850"/>
              <a:gd name="connsiteX1" fmla="*/ 505703 w 3426600"/>
              <a:gd name="connsiteY1" fmla="*/ 0 h 1720850"/>
              <a:gd name="connsiteX2" fmla="*/ 2920898 w 3426600"/>
              <a:gd name="connsiteY2" fmla="*/ 0 h 1720850"/>
              <a:gd name="connsiteX3" fmla="*/ 3298298 w 3426600"/>
              <a:gd name="connsiteY3" fmla="*/ 0 h 1720850"/>
              <a:gd name="connsiteX4" fmla="*/ 3426600 w 3426600"/>
              <a:gd name="connsiteY4" fmla="*/ 128151 h 1720850"/>
              <a:gd name="connsiteX5" fmla="*/ 3421800 w 3426600"/>
              <a:gd name="connsiteY5" fmla="*/ 1720850 h 1720850"/>
              <a:gd name="connsiteX6" fmla="*/ 378600 w 3426600"/>
              <a:gd name="connsiteY6" fmla="*/ 1717675 h 1720850"/>
              <a:gd name="connsiteX7" fmla="*/ 0 w 3426600"/>
              <a:gd name="connsiteY7" fmla="*/ 1717675 h 1720850"/>
              <a:gd name="connsiteX8" fmla="*/ 0 w 3426600"/>
              <a:gd name="connsiteY8" fmla="*/ 1336675 h 1720850"/>
              <a:gd name="connsiteX9" fmla="*/ 0 w 3426600"/>
              <a:gd name="connsiteY9" fmla="*/ 469675 h 1720850"/>
              <a:gd name="connsiteX10" fmla="*/ 0 w 3426600"/>
              <a:gd name="connsiteY10" fmla="*/ 324346 h 1720850"/>
              <a:gd name="connsiteX11" fmla="*/ 0 w 3426600"/>
              <a:gd name="connsiteY11" fmla="*/ 193674 h 1720850"/>
              <a:gd name="connsiteX12" fmla="*/ 0 w 3426600"/>
              <a:gd name="connsiteY12" fmla="*/ 128151 h 1720850"/>
              <a:gd name="connsiteX13" fmla="*/ 128303 w 3426600"/>
              <a:gd name="connsiteY13" fmla="*/ 0 h 1720850"/>
              <a:gd name="connsiteX0" fmla="*/ 128303 w 3426600"/>
              <a:gd name="connsiteY0" fmla="*/ 0 h 1720850"/>
              <a:gd name="connsiteX1" fmla="*/ 505703 w 3426600"/>
              <a:gd name="connsiteY1" fmla="*/ 0 h 1720850"/>
              <a:gd name="connsiteX2" fmla="*/ 2920898 w 3426600"/>
              <a:gd name="connsiteY2" fmla="*/ 0 h 1720850"/>
              <a:gd name="connsiteX3" fmla="*/ 3298298 w 3426600"/>
              <a:gd name="connsiteY3" fmla="*/ 0 h 1720850"/>
              <a:gd name="connsiteX4" fmla="*/ 3426600 w 3426600"/>
              <a:gd name="connsiteY4" fmla="*/ 128151 h 1720850"/>
              <a:gd name="connsiteX5" fmla="*/ 3421800 w 3426600"/>
              <a:gd name="connsiteY5" fmla="*/ 1720850 h 1720850"/>
              <a:gd name="connsiteX6" fmla="*/ 0 w 3426600"/>
              <a:gd name="connsiteY6" fmla="*/ 1717675 h 1720850"/>
              <a:gd name="connsiteX7" fmla="*/ 0 w 3426600"/>
              <a:gd name="connsiteY7" fmla="*/ 1336675 h 1720850"/>
              <a:gd name="connsiteX8" fmla="*/ 0 w 3426600"/>
              <a:gd name="connsiteY8" fmla="*/ 469675 h 1720850"/>
              <a:gd name="connsiteX9" fmla="*/ 0 w 3426600"/>
              <a:gd name="connsiteY9" fmla="*/ 324346 h 1720850"/>
              <a:gd name="connsiteX10" fmla="*/ 0 w 3426600"/>
              <a:gd name="connsiteY10" fmla="*/ 193674 h 1720850"/>
              <a:gd name="connsiteX11" fmla="*/ 0 w 3426600"/>
              <a:gd name="connsiteY11" fmla="*/ 128151 h 1720850"/>
              <a:gd name="connsiteX12" fmla="*/ 128303 w 3426600"/>
              <a:gd name="connsiteY12" fmla="*/ 0 h 1720850"/>
              <a:gd name="connsiteX0" fmla="*/ 128303 w 3426600"/>
              <a:gd name="connsiteY0" fmla="*/ 0 h 1720850"/>
              <a:gd name="connsiteX1" fmla="*/ 505703 w 3426600"/>
              <a:gd name="connsiteY1" fmla="*/ 0 h 1720850"/>
              <a:gd name="connsiteX2" fmla="*/ 2920898 w 3426600"/>
              <a:gd name="connsiteY2" fmla="*/ 0 h 1720850"/>
              <a:gd name="connsiteX3" fmla="*/ 3298298 w 3426600"/>
              <a:gd name="connsiteY3" fmla="*/ 0 h 1720850"/>
              <a:gd name="connsiteX4" fmla="*/ 3426600 w 3426600"/>
              <a:gd name="connsiteY4" fmla="*/ 128151 h 1720850"/>
              <a:gd name="connsiteX5" fmla="*/ 3421800 w 3426600"/>
              <a:gd name="connsiteY5" fmla="*/ 1720850 h 1720850"/>
              <a:gd name="connsiteX6" fmla="*/ 0 w 3426600"/>
              <a:gd name="connsiteY6" fmla="*/ 1717675 h 1720850"/>
              <a:gd name="connsiteX7" fmla="*/ 0 w 3426600"/>
              <a:gd name="connsiteY7" fmla="*/ 469675 h 1720850"/>
              <a:gd name="connsiteX8" fmla="*/ 0 w 3426600"/>
              <a:gd name="connsiteY8" fmla="*/ 324346 h 1720850"/>
              <a:gd name="connsiteX9" fmla="*/ 0 w 3426600"/>
              <a:gd name="connsiteY9" fmla="*/ 193674 h 1720850"/>
              <a:gd name="connsiteX10" fmla="*/ 0 w 3426600"/>
              <a:gd name="connsiteY10" fmla="*/ 128151 h 1720850"/>
              <a:gd name="connsiteX11" fmla="*/ 128303 w 3426600"/>
              <a:gd name="connsiteY11" fmla="*/ 0 h 1720850"/>
              <a:gd name="connsiteX0" fmla="*/ 128303 w 3426600"/>
              <a:gd name="connsiteY0" fmla="*/ 0 h 1720850"/>
              <a:gd name="connsiteX1" fmla="*/ 505703 w 3426600"/>
              <a:gd name="connsiteY1" fmla="*/ 0 h 1720850"/>
              <a:gd name="connsiteX2" fmla="*/ 2920898 w 3426600"/>
              <a:gd name="connsiteY2" fmla="*/ 0 h 1720850"/>
              <a:gd name="connsiteX3" fmla="*/ 3298298 w 3426600"/>
              <a:gd name="connsiteY3" fmla="*/ 0 h 1720850"/>
              <a:gd name="connsiteX4" fmla="*/ 3426600 w 3426600"/>
              <a:gd name="connsiteY4" fmla="*/ 128151 h 1720850"/>
              <a:gd name="connsiteX5" fmla="*/ 3421800 w 3426600"/>
              <a:gd name="connsiteY5" fmla="*/ 1720850 h 1720850"/>
              <a:gd name="connsiteX6" fmla="*/ 0 w 3426600"/>
              <a:gd name="connsiteY6" fmla="*/ 1717675 h 1720850"/>
              <a:gd name="connsiteX7" fmla="*/ 0 w 3426600"/>
              <a:gd name="connsiteY7" fmla="*/ 324346 h 1720850"/>
              <a:gd name="connsiteX8" fmla="*/ 0 w 3426600"/>
              <a:gd name="connsiteY8" fmla="*/ 193674 h 1720850"/>
              <a:gd name="connsiteX9" fmla="*/ 0 w 3426600"/>
              <a:gd name="connsiteY9" fmla="*/ 128151 h 1720850"/>
              <a:gd name="connsiteX10" fmla="*/ 128303 w 3426600"/>
              <a:gd name="connsiteY10" fmla="*/ 0 h 1720850"/>
              <a:gd name="connsiteX0" fmla="*/ 128303 w 3426600"/>
              <a:gd name="connsiteY0" fmla="*/ 0 h 1720850"/>
              <a:gd name="connsiteX1" fmla="*/ 505703 w 3426600"/>
              <a:gd name="connsiteY1" fmla="*/ 0 h 1720850"/>
              <a:gd name="connsiteX2" fmla="*/ 2920898 w 3426600"/>
              <a:gd name="connsiteY2" fmla="*/ 0 h 1720850"/>
              <a:gd name="connsiteX3" fmla="*/ 3298298 w 3426600"/>
              <a:gd name="connsiteY3" fmla="*/ 0 h 1720850"/>
              <a:gd name="connsiteX4" fmla="*/ 3426600 w 3426600"/>
              <a:gd name="connsiteY4" fmla="*/ 128151 h 1720850"/>
              <a:gd name="connsiteX5" fmla="*/ 3421800 w 3426600"/>
              <a:gd name="connsiteY5" fmla="*/ 1720850 h 1720850"/>
              <a:gd name="connsiteX6" fmla="*/ 0 w 3426600"/>
              <a:gd name="connsiteY6" fmla="*/ 1717675 h 1720850"/>
              <a:gd name="connsiteX7" fmla="*/ 0 w 3426600"/>
              <a:gd name="connsiteY7" fmla="*/ 193674 h 1720850"/>
              <a:gd name="connsiteX8" fmla="*/ 0 w 3426600"/>
              <a:gd name="connsiteY8" fmla="*/ 128151 h 1720850"/>
              <a:gd name="connsiteX9" fmla="*/ 128303 w 3426600"/>
              <a:gd name="connsiteY9" fmla="*/ 0 h 1720850"/>
              <a:gd name="connsiteX0" fmla="*/ 128303 w 3426600"/>
              <a:gd name="connsiteY0" fmla="*/ 0 h 1720850"/>
              <a:gd name="connsiteX1" fmla="*/ 505703 w 3426600"/>
              <a:gd name="connsiteY1" fmla="*/ 0 h 1720850"/>
              <a:gd name="connsiteX2" fmla="*/ 2920898 w 3426600"/>
              <a:gd name="connsiteY2" fmla="*/ 0 h 1720850"/>
              <a:gd name="connsiteX3" fmla="*/ 3298298 w 3426600"/>
              <a:gd name="connsiteY3" fmla="*/ 0 h 1720850"/>
              <a:gd name="connsiteX4" fmla="*/ 3426600 w 3426600"/>
              <a:gd name="connsiteY4" fmla="*/ 128151 h 1720850"/>
              <a:gd name="connsiteX5" fmla="*/ 3421800 w 3426600"/>
              <a:gd name="connsiteY5" fmla="*/ 1720850 h 1720850"/>
              <a:gd name="connsiteX6" fmla="*/ 0 w 3426600"/>
              <a:gd name="connsiteY6" fmla="*/ 1717675 h 1720850"/>
              <a:gd name="connsiteX7" fmla="*/ 0 w 3426600"/>
              <a:gd name="connsiteY7" fmla="*/ 128151 h 1720850"/>
              <a:gd name="connsiteX8" fmla="*/ 128303 w 3426600"/>
              <a:gd name="connsiteY8" fmla="*/ 0 h 1720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6600" h="1720850">
                <a:moveTo>
                  <a:pt x="128303" y="0"/>
                </a:moveTo>
                <a:lnTo>
                  <a:pt x="505703" y="0"/>
                </a:lnTo>
                <a:lnTo>
                  <a:pt x="2920898" y="0"/>
                </a:lnTo>
                <a:lnTo>
                  <a:pt x="3298298" y="0"/>
                </a:lnTo>
                <a:cubicBezTo>
                  <a:pt x="3369157" y="0"/>
                  <a:pt x="3426600" y="57375"/>
                  <a:pt x="3426600" y="128151"/>
                </a:cubicBezTo>
                <a:lnTo>
                  <a:pt x="3421800" y="1720850"/>
                </a:lnTo>
                <a:lnTo>
                  <a:pt x="0" y="1717675"/>
                </a:lnTo>
                <a:lnTo>
                  <a:pt x="0" y="128151"/>
                </a:lnTo>
                <a:cubicBezTo>
                  <a:pt x="0" y="57375"/>
                  <a:pt x="57443" y="0"/>
                  <a:pt x="12830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 dirty="0"/>
          </a:p>
        </p:txBody>
      </p:sp>
      <p:sp>
        <p:nvSpPr>
          <p:cNvPr id="64" name="Picture Placeholder 63">
            <a:extLst>
              <a:ext uri="{FF2B5EF4-FFF2-40B4-BE49-F238E27FC236}">
                <a16:creationId xmlns:a16="http://schemas.microsoft.com/office/drawing/2014/main" id="{8325A1C5-FF58-4345-91B3-ABC593262141}"/>
              </a:ext>
            </a:extLst>
          </p:cNvPr>
          <p:cNvSpPr>
            <a:spLocks noGrp="1"/>
          </p:cNvSpPr>
          <p:nvPr userDrawn="1">
            <p:ph type="pic" sz="quarter" idx="23"/>
          </p:nvPr>
        </p:nvSpPr>
        <p:spPr>
          <a:xfrm>
            <a:off x="8003400" y="1520825"/>
            <a:ext cx="3426600" cy="1717675"/>
          </a:xfrm>
          <a:custGeom>
            <a:avLst/>
            <a:gdLst>
              <a:gd name="connsiteX0" fmla="*/ 128303 w 3426600"/>
              <a:gd name="connsiteY0" fmla="*/ 0 h 1717675"/>
              <a:gd name="connsiteX1" fmla="*/ 505702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1798 w 3426600"/>
              <a:gd name="connsiteY6" fmla="*/ 324346 h 1717675"/>
              <a:gd name="connsiteX7" fmla="*/ 3421798 w 3426600"/>
              <a:gd name="connsiteY7" fmla="*/ 445900 h 1717675"/>
              <a:gd name="connsiteX8" fmla="*/ 3421798 w 3426600"/>
              <a:gd name="connsiteY8" fmla="*/ 1336675 h 1717675"/>
              <a:gd name="connsiteX9" fmla="*/ 3421798 w 3426600"/>
              <a:gd name="connsiteY9" fmla="*/ 1717675 h 1717675"/>
              <a:gd name="connsiteX10" fmla="*/ 3043200 w 3426600"/>
              <a:gd name="connsiteY10" fmla="*/ 1717675 h 1717675"/>
              <a:gd name="connsiteX11" fmla="*/ 378598 w 3426600"/>
              <a:gd name="connsiteY11" fmla="*/ 1717675 h 1717675"/>
              <a:gd name="connsiteX12" fmla="*/ 0 w 3426600"/>
              <a:gd name="connsiteY12" fmla="*/ 1717675 h 1717675"/>
              <a:gd name="connsiteX13" fmla="*/ 0 w 3426600"/>
              <a:gd name="connsiteY13" fmla="*/ 1336675 h 1717675"/>
              <a:gd name="connsiteX14" fmla="*/ 0 w 3426600"/>
              <a:gd name="connsiteY14" fmla="*/ 469675 h 1717675"/>
              <a:gd name="connsiteX15" fmla="*/ 0 w 3426600"/>
              <a:gd name="connsiteY15" fmla="*/ 324346 h 1717675"/>
              <a:gd name="connsiteX16" fmla="*/ 0 w 3426600"/>
              <a:gd name="connsiteY16" fmla="*/ 193674 h 1717675"/>
              <a:gd name="connsiteX17" fmla="*/ 0 w 3426600"/>
              <a:gd name="connsiteY17" fmla="*/ 128151 h 1717675"/>
              <a:gd name="connsiteX18" fmla="*/ 128303 w 3426600"/>
              <a:gd name="connsiteY18" fmla="*/ 0 h 1717675"/>
              <a:gd name="connsiteX0" fmla="*/ 128303 w 3426600"/>
              <a:gd name="connsiteY0" fmla="*/ 0 h 1717675"/>
              <a:gd name="connsiteX1" fmla="*/ 505702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1798 w 3426600"/>
              <a:gd name="connsiteY6" fmla="*/ 324346 h 1717675"/>
              <a:gd name="connsiteX7" fmla="*/ 3421798 w 3426600"/>
              <a:gd name="connsiteY7" fmla="*/ 445900 h 1717675"/>
              <a:gd name="connsiteX8" fmla="*/ 3421798 w 3426600"/>
              <a:gd name="connsiteY8" fmla="*/ 1336675 h 1717675"/>
              <a:gd name="connsiteX9" fmla="*/ 3421798 w 3426600"/>
              <a:gd name="connsiteY9" fmla="*/ 1717675 h 1717675"/>
              <a:gd name="connsiteX10" fmla="*/ 3043200 w 3426600"/>
              <a:gd name="connsiteY10" fmla="*/ 1717675 h 1717675"/>
              <a:gd name="connsiteX11" fmla="*/ 378598 w 3426600"/>
              <a:gd name="connsiteY11" fmla="*/ 1717675 h 1717675"/>
              <a:gd name="connsiteX12" fmla="*/ 0 w 3426600"/>
              <a:gd name="connsiteY12" fmla="*/ 1717675 h 1717675"/>
              <a:gd name="connsiteX13" fmla="*/ 0 w 3426600"/>
              <a:gd name="connsiteY13" fmla="*/ 1336675 h 1717675"/>
              <a:gd name="connsiteX14" fmla="*/ 0 w 3426600"/>
              <a:gd name="connsiteY14" fmla="*/ 469675 h 1717675"/>
              <a:gd name="connsiteX15" fmla="*/ 0 w 3426600"/>
              <a:gd name="connsiteY15" fmla="*/ 193674 h 1717675"/>
              <a:gd name="connsiteX16" fmla="*/ 0 w 3426600"/>
              <a:gd name="connsiteY16" fmla="*/ 128151 h 1717675"/>
              <a:gd name="connsiteX17" fmla="*/ 128303 w 3426600"/>
              <a:gd name="connsiteY17" fmla="*/ 0 h 1717675"/>
              <a:gd name="connsiteX0" fmla="*/ 128303 w 3426600"/>
              <a:gd name="connsiteY0" fmla="*/ 0 h 1717675"/>
              <a:gd name="connsiteX1" fmla="*/ 505702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1798 w 3426600"/>
              <a:gd name="connsiteY6" fmla="*/ 324346 h 1717675"/>
              <a:gd name="connsiteX7" fmla="*/ 3421798 w 3426600"/>
              <a:gd name="connsiteY7" fmla="*/ 445900 h 1717675"/>
              <a:gd name="connsiteX8" fmla="*/ 3421798 w 3426600"/>
              <a:gd name="connsiteY8" fmla="*/ 1336675 h 1717675"/>
              <a:gd name="connsiteX9" fmla="*/ 3421798 w 3426600"/>
              <a:gd name="connsiteY9" fmla="*/ 1717675 h 1717675"/>
              <a:gd name="connsiteX10" fmla="*/ 3043200 w 3426600"/>
              <a:gd name="connsiteY10" fmla="*/ 1717675 h 1717675"/>
              <a:gd name="connsiteX11" fmla="*/ 378598 w 3426600"/>
              <a:gd name="connsiteY11" fmla="*/ 1717675 h 1717675"/>
              <a:gd name="connsiteX12" fmla="*/ 0 w 3426600"/>
              <a:gd name="connsiteY12" fmla="*/ 1717675 h 1717675"/>
              <a:gd name="connsiteX13" fmla="*/ 0 w 3426600"/>
              <a:gd name="connsiteY13" fmla="*/ 1336675 h 1717675"/>
              <a:gd name="connsiteX14" fmla="*/ 0 w 3426600"/>
              <a:gd name="connsiteY14" fmla="*/ 469675 h 1717675"/>
              <a:gd name="connsiteX15" fmla="*/ 0 w 3426600"/>
              <a:gd name="connsiteY15" fmla="*/ 128151 h 1717675"/>
              <a:gd name="connsiteX16" fmla="*/ 128303 w 3426600"/>
              <a:gd name="connsiteY16" fmla="*/ 0 h 1717675"/>
              <a:gd name="connsiteX0" fmla="*/ 128303 w 3426600"/>
              <a:gd name="connsiteY0" fmla="*/ 0 h 1717675"/>
              <a:gd name="connsiteX1" fmla="*/ 505702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1798 w 3426600"/>
              <a:gd name="connsiteY6" fmla="*/ 324346 h 1717675"/>
              <a:gd name="connsiteX7" fmla="*/ 3421798 w 3426600"/>
              <a:gd name="connsiteY7" fmla="*/ 445900 h 1717675"/>
              <a:gd name="connsiteX8" fmla="*/ 3421798 w 3426600"/>
              <a:gd name="connsiteY8" fmla="*/ 1336675 h 1717675"/>
              <a:gd name="connsiteX9" fmla="*/ 3421798 w 3426600"/>
              <a:gd name="connsiteY9" fmla="*/ 1717675 h 1717675"/>
              <a:gd name="connsiteX10" fmla="*/ 3043200 w 3426600"/>
              <a:gd name="connsiteY10" fmla="*/ 1717675 h 1717675"/>
              <a:gd name="connsiteX11" fmla="*/ 378598 w 3426600"/>
              <a:gd name="connsiteY11" fmla="*/ 1717675 h 1717675"/>
              <a:gd name="connsiteX12" fmla="*/ 0 w 3426600"/>
              <a:gd name="connsiteY12" fmla="*/ 1717675 h 1717675"/>
              <a:gd name="connsiteX13" fmla="*/ 0 w 3426600"/>
              <a:gd name="connsiteY13" fmla="*/ 1336675 h 1717675"/>
              <a:gd name="connsiteX14" fmla="*/ 0 w 3426600"/>
              <a:gd name="connsiteY14" fmla="*/ 128151 h 1717675"/>
              <a:gd name="connsiteX15" fmla="*/ 128303 w 3426600"/>
              <a:gd name="connsiteY15" fmla="*/ 0 h 1717675"/>
              <a:gd name="connsiteX0" fmla="*/ 128303 w 3426600"/>
              <a:gd name="connsiteY0" fmla="*/ 0 h 1717675"/>
              <a:gd name="connsiteX1" fmla="*/ 505702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1798 w 3426600"/>
              <a:gd name="connsiteY6" fmla="*/ 324346 h 1717675"/>
              <a:gd name="connsiteX7" fmla="*/ 3421798 w 3426600"/>
              <a:gd name="connsiteY7" fmla="*/ 445900 h 1717675"/>
              <a:gd name="connsiteX8" fmla="*/ 3421798 w 3426600"/>
              <a:gd name="connsiteY8" fmla="*/ 1336675 h 1717675"/>
              <a:gd name="connsiteX9" fmla="*/ 3421798 w 3426600"/>
              <a:gd name="connsiteY9" fmla="*/ 1717675 h 1717675"/>
              <a:gd name="connsiteX10" fmla="*/ 3043200 w 3426600"/>
              <a:gd name="connsiteY10" fmla="*/ 1717675 h 1717675"/>
              <a:gd name="connsiteX11" fmla="*/ 378598 w 3426600"/>
              <a:gd name="connsiteY11" fmla="*/ 1717675 h 1717675"/>
              <a:gd name="connsiteX12" fmla="*/ 0 w 3426600"/>
              <a:gd name="connsiteY12" fmla="*/ 1717675 h 1717675"/>
              <a:gd name="connsiteX13" fmla="*/ 0 w 3426600"/>
              <a:gd name="connsiteY13" fmla="*/ 128151 h 1717675"/>
              <a:gd name="connsiteX14" fmla="*/ 128303 w 3426600"/>
              <a:gd name="connsiteY14" fmla="*/ 0 h 1717675"/>
              <a:gd name="connsiteX0" fmla="*/ 128303 w 3426600"/>
              <a:gd name="connsiteY0" fmla="*/ 0 h 1717675"/>
              <a:gd name="connsiteX1" fmla="*/ 505702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1798 w 3426600"/>
              <a:gd name="connsiteY6" fmla="*/ 324346 h 1717675"/>
              <a:gd name="connsiteX7" fmla="*/ 3421798 w 3426600"/>
              <a:gd name="connsiteY7" fmla="*/ 445900 h 1717675"/>
              <a:gd name="connsiteX8" fmla="*/ 3421798 w 3426600"/>
              <a:gd name="connsiteY8" fmla="*/ 1336675 h 1717675"/>
              <a:gd name="connsiteX9" fmla="*/ 3421798 w 3426600"/>
              <a:gd name="connsiteY9" fmla="*/ 1717675 h 1717675"/>
              <a:gd name="connsiteX10" fmla="*/ 3043200 w 3426600"/>
              <a:gd name="connsiteY10" fmla="*/ 1717675 h 1717675"/>
              <a:gd name="connsiteX11" fmla="*/ 0 w 3426600"/>
              <a:gd name="connsiteY11" fmla="*/ 1717675 h 1717675"/>
              <a:gd name="connsiteX12" fmla="*/ 0 w 3426600"/>
              <a:gd name="connsiteY12" fmla="*/ 128151 h 1717675"/>
              <a:gd name="connsiteX13" fmla="*/ 128303 w 3426600"/>
              <a:gd name="connsiteY13" fmla="*/ 0 h 1717675"/>
              <a:gd name="connsiteX0" fmla="*/ 128303 w 3426600"/>
              <a:gd name="connsiteY0" fmla="*/ 0 h 1717675"/>
              <a:gd name="connsiteX1" fmla="*/ 505702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1798 w 3426600"/>
              <a:gd name="connsiteY6" fmla="*/ 324346 h 1717675"/>
              <a:gd name="connsiteX7" fmla="*/ 3421798 w 3426600"/>
              <a:gd name="connsiteY7" fmla="*/ 445900 h 1717675"/>
              <a:gd name="connsiteX8" fmla="*/ 3421798 w 3426600"/>
              <a:gd name="connsiteY8" fmla="*/ 1336675 h 1717675"/>
              <a:gd name="connsiteX9" fmla="*/ 3421798 w 3426600"/>
              <a:gd name="connsiteY9" fmla="*/ 1717675 h 1717675"/>
              <a:gd name="connsiteX10" fmla="*/ 0 w 3426600"/>
              <a:gd name="connsiteY10" fmla="*/ 1717675 h 1717675"/>
              <a:gd name="connsiteX11" fmla="*/ 0 w 3426600"/>
              <a:gd name="connsiteY11" fmla="*/ 128151 h 1717675"/>
              <a:gd name="connsiteX12" fmla="*/ 128303 w 3426600"/>
              <a:gd name="connsiteY12" fmla="*/ 0 h 1717675"/>
              <a:gd name="connsiteX0" fmla="*/ 128303 w 3426600"/>
              <a:gd name="connsiteY0" fmla="*/ 0 h 1717675"/>
              <a:gd name="connsiteX1" fmla="*/ 505702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1798 w 3426600"/>
              <a:gd name="connsiteY6" fmla="*/ 324346 h 1717675"/>
              <a:gd name="connsiteX7" fmla="*/ 3421798 w 3426600"/>
              <a:gd name="connsiteY7" fmla="*/ 445900 h 1717675"/>
              <a:gd name="connsiteX8" fmla="*/ 3421798 w 3426600"/>
              <a:gd name="connsiteY8" fmla="*/ 1717675 h 1717675"/>
              <a:gd name="connsiteX9" fmla="*/ 0 w 3426600"/>
              <a:gd name="connsiteY9" fmla="*/ 1717675 h 1717675"/>
              <a:gd name="connsiteX10" fmla="*/ 0 w 3426600"/>
              <a:gd name="connsiteY10" fmla="*/ 128151 h 1717675"/>
              <a:gd name="connsiteX11" fmla="*/ 128303 w 3426600"/>
              <a:gd name="connsiteY11" fmla="*/ 0 h 1717675"/>
              <a:gd name="connsiteX0" fmla="*/ 128303 w 3426600"/>
              <a:gd name="connsiteY0" fmla="*/ 0 h 1717675"/>
              <a:gd name="connsiteX1" fmla="*/ 505702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1798 w 3426600"/>
              <a:gd name="connsiteY6" fmla="*/ 324346 h 1717675"/>
              <a:gd name="connsiteX7" fmla="*/ 3421798 w 3426600"/>
              <a:gd name="connsiteY7" fmla="*/ 1717675 h 1717675"/>
              <a:gd name="connsiteX8" fmla="*/ 0 w 3426600"/>
              <a:gd name="connsiteY8" fmla="*/ 1717675 h 1717675"/>
              <a:gd name="connsiteX9" fmla="*/ 0 w 3426600"/>
              <a:gd name="connsiteY9" fmla="*/ 128151 h 1717675"/>
              <a:gd name="connsiteX10" fmla="*/ 128303 w 3426600"/>
              <a:gd name="connsiteY10" fmla="*/ 0 h 1717675"/>
              <a:gd name="connsiteX0" fmla="*/ 128303 w 3426600"/>
              <a:gd name="connsiteY0" fmla="*/ 0 h 1717675"/>
              <a:gd name="connsiteX1" fmla="*/ 505702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6600 w 3426600"/>
              <a:gd name="connsiteY5" fmla="*/ 324346 h 1717675"/>
              <a:gd name="connsiteX6" fmla="*/ 3421798 w 3426600"/>
              <a:gd name="connsiteY6" fmla="*/ 1717675 h 1717675"/>
              <a:gd name="connsiteX7" fmla="*/ 0 w 3426600"/>
              <a:gd name="connsiteY7" fmla="*/ 1717675 h 1717675"/>
              <a:gd name="connsiteX8" fmla="*/ 0 w 3426600"/>
              <a:gd name="connsiteY8" fmla="*/ 128151 h 1717675"/>
              <a:gd name="connsiteX9" fmla="*/ 128303 w 3426600"/>
              <a:gd name="connsiteY9" fmla="*/ 0 h 1717675"/>
              <a:gd name="connsiteX0" fmla="*/ 128303 w 3426600"/>
              <a:gd name="connsiteY0" fmla="*/ 0 h 1717675"/>
              <a:gd name="connsiteX1" fmla="*/ 505702 w 3426600"/>
              <a:gd name="connsiteY1" fmla="*/ 0 h 1717675"/>
              <a:gd name="connsiteX2" fmla="*/ 2920898 w 3426600"/>
              <a:gd name="connsiteY2" fmla="*/ 0 h 1717675"/>
              <a:gd name="connsiteX3" fmla="*/ 3298298 w 3426600"/>
              <a:gd name="connsiteY3" fmla="*/ 0 h 1717675"/>
              <a:gd name="connsiteX4" fmla="*/ 3426600 w 3426600"/>
              <a:gd name="connsiteY4" fmla="*/ 128151 h 1717675"/>
              <a:gd name="connsiteX5" fmla="*/ 3421798 w 3426600"/>
              <a:gd name="connsiteY5" fmla="*/ 1717675 h 1717675"/>
              <a:gd name="connsiteX6" fmla="*/ 0 w 3426600"/>
              <a:gd name="connsiteY6" fmla="*/ 1717675 h 1717675"/>
              <a:gd name="connsiteX7" fmla="*/ 0 w 3426600"/>
              <a:gd name="connsiteY7" fmla="*/ 128151 h 1717675"/>
              <a:gd name="connsiteX8" fmla="*/ 128303 w 3426600"/>
              <a:gd name="connsiteY8" fmla="*/ 0 h 1717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6600" h="1717675">
                <a:moveTo>
                  <a:pt x="128303" y="0"/>
                </a:moveTo>
                <a:lnTo>
                  <a:pt x="505702" y="0"/>
                </a:lnTo>
                <a:lnTo>
                  <a:pt x="2920898" y="0"/>
                </a:lnTo>
                <a:lnTo>
                  <a:pt x="3298298" y="0"/>
                </a:lnTo>
                <a:cubicBezTo>
                  <a:pt x="3369157" y="0"/>
                  <a:pt x="3426600" y="57375"/>
                  <a:pt x="3426600" y="128151"/>
                </a:cubicBezTo>
                <a:cubicBezTo>
                  <a:pt x="3424999" y="657992"/>
                  <a:pt x="3423399" y="1187834"/>
                  <a:pt x="3421798" y="1717675"/>
                </a:cubicBezTo>
                <a:lnTo>
                  <a:pt x="0" y="1717675"/>
                </a:lnTo>
                <a:lnTo>
                  <a:pt x="0" y="128151"/>
                </a:lnTo>
                <a:cubicBezTo>
                  <a:pt x="0" y="57375"/>
                  <a:pt x="57443" y="0"/>
                  <a:pt x="12830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5E39DC50-FD95-284B-B7AD-2E8D2852CF78}"/>
              </a:ext>
            </a:extLst>
          </p:cNvPr>
          <p:cNvSpPr>
            <a:spLocks noGrp="1"/>
          </p:cNvSpPr>
          <p:nvPr userDrawn="1">
            <p:ph type="body" sz="quarter" idx="25"/>
          </p:nvPr>
        </p:nvSpPr>
        <p:spPr>
          <a:xfrm>
            <a:off x="759599" y="3238500"/>
            <a:ext cx="3427200" cy="2476800"/>
          </a:xfrm>
          <a:custGeom>
            <a:avLst/>
            <a:gdLst>
              <a:gd name="connsiteX0" fmla="*/ 0 w 3426600"/>
              <a:gd name="connsiteY0" fmla="*/ 0 h 2478238"/>
              <a:gd name="connsiteX1" fmla="*/ 381000 w 3426600"/>
              <a:gd name="connsiteY1" fmla="*/ 0 h 2478238"/>
              <a:gd name="connsiteX2" fmla="*/ 3045600 w 3426600"/>
              <a:gd name="connsiteY2" fmla="*/ 0 h 2478238"/>
              <a:gd name="connsiteX3" fmla="*/ 3426600 w 3426600"/>
              <a:gd name="connsiteY3" fmla="*/ 0 h 2478238"/>
              <a:gd name="connsiteX4" fmla="*/ 3426600 w 3426600"/>
              <a:gd name="connsiteY4" fmla="*/ 2153892 h 2478238"/>
              <a:gd name="connsiteX5" fmla="*/ 3426600 w 3426600"/>
              <a:gd name="connsiteY5" fmla="*/ 2286150 h 2478238"/>
              <a:gd name="connsiteX6" fmla="*/ 3426600 w 3426600"/>
              <a:gd name="connsiteY6" fmla="*/ 2350087 h 2478238"/>
              <a:gd name="connsiteX7" fmla="*/ 3298298 w 3426600"/>
              <a:gd name="connsiteY7" fmla="*/ 2478238 h 2478238"/>
              <a:gd name="connsiteX8" fmla="*/ 2920898 w 3426600"/>
              <a:gd name="connsiteY8" fmla="*/ 2478238 h 2478238"/>
              <a:gd name="connsiteX9" fmla="*/ 505703 w 3426600"/>
              <a:gd name="connsiteY9" fmla="*/ 2478238 h 2478238"/>
              <a:gd name="connsiteX10" fmla="*/ 128303 w 3426600"/>
              <a:gd name="connsiteY10" fmla="*/ 2478238 h 2478238"/>
              <a:gd name="connsiteX11" fmla="*/ 0 w 3426600"/>
              <a:gd name="connsiteY11" fmla="*/ 2350087 h 2478238"/>
              <a:gd name="connsiteX12" fmla="*/ 0 w 3426600"/>
              <a:gd name="connsiteY12" fmla="*/ 2286150 h 2478238"/>
              <a:gd name="connsiteX13" fmla="*/ 0 w 3426600"/>
              <a:gd name="connsiteY13" fmla="*/ 2153892 h 2478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26600" h="2478238">
                <a:moveTo>
                  <a:pt x="0" y="0"/>
                </a:moveTo>
                <a:lnTo>
                  <a:pt x="381000" y="0"/>
                </a:lnTo>
                <a:lnTo>
                  <a:pt x="3045600" y="0"/>
                </a:lnTo>
                <a:lnTo>
                  <a:pt x="3426600" y="0"/>
                </a:lnTo>
                <a:lnTo>
                  <a:pt x="3426600" y="2153892"/>
                </a:lnTo>
                <a:lnTo>
                  <a:pt x="3426600" y="2286150"/>
                </a:lnTo>
                <a:lnTo>
                  <a:pt x="3426600" y="2350087"/>
                </a:lnTo>
                <a:cubicBezTo>
                  <a:pt x="3426600" y="2420863"/>
                  <a:pt x="3369157" y="2478238"/>
                  <a:pt x="3298298" y="2478238"/>
                </a:cubicBezTo>
                <a:lnTo>
                  <a:pt x="2920898" y="2478238"/>
                </a:lnTo>
                <a:lnTo>
                  <a:pt x="505703" y="2478238"/>
                </a:lnTo>
                <a:lnTo>
                  <a:pt x="128303" y="2478238"/>
                </a:lnTo>
                <a:cubicBezTo>
                  <a:pt x="57443" y="2478238"/>
                  <a:pt x="0" y="2420863"/>
                  <a:pt x="0" y="2350087"/>
                </a:cubicBezTo>
                <a:lnTo>
                  <a:pt x="0" y="2286150"/>
                </a:lnTo>
                <a:lnTo>
                  <a:pt x="0" y="2153892"/>
                </a:lnTo>
                <a:close/>
              </a:path>
            </a:pathLst>
          </a:custGeom>
          <a:solidFill>
            <a:schemeClr val="bg1"/>
          </a:solidFill>
          <a:ln w="6350">
            <a:noFill/>
          </a:ln>
        </p:spPr>
        <p:txBody>
          <a:bodyPr wrap="square" lIns="144000" tIns="144000">
            <a:noAutofit/>
          </a:bodyPr>
          <a:lstStyle>
            <a:lvl1pPr marL="0" indent="0">
              <a:spcAft>
                <a:spcPts val="1200"/>
              </a:spcAft>
              <a:buFont typeface="Wingdings" pitchFamily="2" charset="2"/>
              <a:buNone/>
              <a:defRPr sz="1800" b="1"/>
            </a:lvl1pPr>
            <a:lvl2pPr marL="172800" indent="-172800">
              <a:buFont typeface="Wingdings" pitchFamily="2" charset="2"/>
              <a:buChar char="§"/>
              <a:defRPr sz="1400"/>
            </a:lvl2pPr>
          </a:lstStyle>
          <a:p>
            <a:pPr lvl="0"/>
            <a:endParaRPr lang="en-US" dirty="0"/>
          </a:p>
          <a:p>
            <a:pPr lvl="1"/>
            <a:endParaRPr lang="en-US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1AA987D4-CF9F-D947-B4FF-75698432C64E}"/>
              </a:ext>
            </a:extLst>
          </p:cNvPr>
          <p:cNvSpPr>
            <a:spLocks noGrp="1"/>
          </p:cNvSpPr>
          <p:nvPr userDrawn="1">
            <p:ph type="body" sz="quarter" idx="26"/>
          </p:nvPr>
        </p:nvSpPr>
        <p:spPr>
          <a:xfrm>
            <a:off x="8003400" y="3238501"/>
            <a:ext cx="3427200" cy="2478237"/>
          </a:xfrm>
          <a:custGeom>
            <a:avLst/>
            <a:gdLst>
              <a:gd name="connsiteX0" fmla="*/ 2402 w 3426600"/>
              <a:gd name="connsiteY0" fmla="*/ 0 h 2478237"/>
              <a:gd name="connsiteX1" fmla="*/ 381000 w 3426600"/>
              <a:gd name="connsiteY1" fmla="*/ 0 h 2478237"/>
              <a:gd name="connsiteX2" fmla="*/ 3048002 w 3426600"/>
              <a:gd name="connsiteY2" fmla="*/ 0 h 2478237"/>
              <a:gd name="connsiteX3" fmla="*/ 3426600 w 3426600"/>
              <a:gd name="connsiteY3" fmla="*/ 0 h 2478237"/>
              <a:gd name="connsiteX4" fmla="*/ 3426600 w 3426600"/>
              <a:gd name="connsiteY4" fmla="*/ 2153891 h 2478237"/>
              <a:gd name="connsiteX5" fmla="*/ 3426600 w 3426600"/>
              <a:gd name="connsiteY5" fmla="*/ 2350086 h 2478237"/>
              <a:gd name="connsiteX6" fmla="*/ 3426600 w 3426600"/>
              <a:gd name="connsiteY6" fmla="*/ 2385039 h 2478237"/>
              <a:gd name="connsiteX7" fmla="*/ 3419535 w 3426600"/>
              <a:gd name="connsiteY7" fmla="*/ 2385039 h 2478237"/>
              <a:gd name="connsiteX8" fmla="*/ 3416517 w 3426600"/>
              <a:gd name="connsiteY8" fmla="*/ 2399968 h 2478237"/>
              <a:gd name="connsiteX9" fmla="*/ 3298298 w 3426600"/>
              <a:gd name="connsiteY9" fmla="*/ 2478237 h 2478237"/>
              <a:gd name="connsiteX10" fmla="*/ 2920898 w 3426600"/>
              <a:gd name="connsiteY10" fmla="*/ 2478237 h 2478237"/>
              <a:gd name="connsiteX11" fmla="*/ 505702 w 3426600"/>
              <a:gd name="connsiteY11" fmla="*/ 2478237 h 2478237"/>
              <a:gd name="connsiteX12" fmla="*/ 128303 w 3426600"/>
              <a:gd name="connsiteY12" fmla="*/ 2478237 h 2478237"/>
              <a:gd name="connsiteX13" fmla="*/ 10083 w 3426600"/>
              <a:gd name="connsiteY13" fmla="*/ 2399968 h 2478237"/>
              <a:gd name="connsiteX14" fmla="*/ 7065 w 3426600"/>
              <a:gd name="connsiteY14" fmla="*/ 2385039 h 2478237"/>
              <a:gd name="connsiteX15" fmla="*/ 2402 w 3426600"/>
              <a:gd name="connsiteY15" fmla="*/ 2385039 h 2478237"/>
              <a:gd name="connsiteX16" fmla="*/ 2402 w 3426600"/>
              <a:gd name="connsiteY16" fmla="*/ 2361970 h 2478237"/>
              <a:gd name="connsiteX17" fmla="*/ 0 w 3426600"/>
              <a:gd name="connsiteY17" fmla="*/ 2350086 h 2478237"/>
              <a:gd name="connsiteX18" fmla="*/ 0 w 3426600"/>
              <a:gd name="connsiteY18" fmla="*/ 2153891 h 2478237"/>
              <a:gd name="connsiteX19" fmla="*/ 2402 w 3426600"/>
              <a:gd name="connsiteY19" fmla="*/ 2153891 h 2478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426600" h="2478237">
                <a:moveTo>
                  <a:pt x="2402" y="0"/>
                </a:moveTo>
                <a:lnTo>
                  <a:pt x="381000" y="0"/>
                </a:lnTo>
                <a:lnTo>
                  <a:pt x="3048002" y="0"/>
                </a:lnTo>
                <a:lnTo>
                  <a:pt x="3426600" y="0"/>
                </a:lnTo>
                <a:lnTo>
                  <a:pt x="3426600" y="2153891"/>
                </a:lnTo>
                <a:lnTo>
                  <a:pt x="3426600" y="2350086"/>
                </a:lnTo>
                <a:lnTo>
                  <a:pt x="3426600" y="2385039"/>
                </a:lnTo>
                <a:lnTo>
                  <a:pt x="3419535" y="2385039"/>
                </a:lnTo>
                <a:lnTo>
                  <a:pt x="3416517" y="2399968"/>
                </a:lnTo>
                <a:cubicBezTo>
                  <a:pt x="3397040" y="2445964"/>
                  <a:pt x="3351442" y="2478237"/>
                  <a:pt x="3298298" y="2478237"/>
                </a:cubicBezTo>
                <a:lnTo>
                  <a:pt x="2920898" y="2478237"/>
                </a:lnTo>
                <a:lnTo>
                  <a:pt x="505702" y="2478237"/>
                </a:lnTo>
                <a:lnTo>
                  <a:pt x="128303" y="2478237"/>
                </a:lnTo>
                <a:cubicBezTo>
                  <a:pt x="75158" y="2478237"/>
                  <a:pt x="29560" y="2445964"/>
                  <a:pt x="10083" y="2399968"/>
                </a:cubicBezTo>
                <a:lnTo>
                  <a:pt x="7065" y="2385039"/>
                </a:lnTo>
                <a:lnTo>
                  <a:pt x="2402" y="2385039"/>
                </a:lnTo>
                <a:lnTo>
                  <a:pt x="2402" y="2361970"/>
                </a:lnTo>
                <a:lnTo>
                  <a:pt x="0" y="2350086"/>
                </a:lnTo>
                <a:lnTo>
                  <a:pt x="0" y="2153891"/>
                </a:lnTo>
                <a:lnTo>
                  <a:pt x="2402" y="2153891"/>
                </a:lnTo>
                <a:close/>
              </a:path>
            </a:pathLst>
          </a:custGeom>
          <a:solidFill>
            <a:schemeClr val="bg1"/>
          </a:solidFill>
          <a:ln w="6350">
            <a:noFill/>
          </a:ln>
        </p:spPr>
        <p:txBody>
          <a:bodyPr vert="horz" wrap="square" lIns="144000" tIns="144000" rIns="91440" bIns="45720" rtlCol="0">
            <a:noAutofit/>
          </a:bodyPr>
          <a:lstStyle>
            <a:lvl1pPr>
              <a:spcAft>
                <a:spcPts val="1200"/>
              </a:spcAft>
              <a:defRPr lang="en-US" sz="1800" b="1" dirty="0" smtClean="0"/>
            </a:lvl1pPr>
            <a:lvl2pPr marL="171450" indent="-171450">
              <a:buFont typeface="Wingdings" pitchFamily="2" charset="2"/>
              <a:buChar char="§"/>
              <a:defRPr/>
            </a:lvl2pPr>
          </a:lstStyle>
          <a:p>
            <a:pPr lvl="0">
              <a:buFont typeface="Wingdings" pitchFamily="2" charset="2"/>
            </a:pPr>
            <a:endParaRPr lang="en-US" dirty="0"/>
          </a:p>
          <a:p>
            <a:pPr lvl="1">
              <a:buFont typeface="Wingdings" pitchFamily="2" charset="2"/>
            </a:pPr>
            <a:endParaRPr lang="en-US" dirty="0"/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2005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карточк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1D26480-3665-6F44-B084-BF4E502B75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62000" y="2607730"/>
            <a:ext cx="2476500" cy="2726270"/>
          </a:xfrm>
          <a:prstGeom prst="round2SameRect">
            <a:avLst>
              <a:gd name="adj1" fmla="val 0"/>
              <a:gd name="adj2" fmla="val 5561"/>
            </a:avLst>
          </a:prstGeom>
          <a:ln w="6350">
            <a:solidFill>
              <a:schemeClr val="bg1">
                <a:lumMod val="85000"/>
              </a:schemeClr>
            </a:solidFill>
          </a:ln>
        </p:spPr>
        <p:txBody>
          <a:bodyPr lIns="144000" tIns="251999">
            <a:noAutofit/>
          </a:bodyPr>
          <a:lstStyle>
            <a:lvl1pPr marL="171450" indent="-171450">
              <a:buFont typeface="Wingdings" pitchFamily="2" charset="2"/>
              <a:buChar char="§"/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/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grpSp>
        <p:nvGrpSpPr>
          <p:cNvPr id="23" name="Group 10">
            <a:extLst>
              <a:ext uri="{FF2B5EF4-FFF2-40B4-BE49-F238E27FC236}">
                <a16:creationId xmlns:a16="http://schemas.microsoft.com/office/drawing/2014/main" id="{EFDFD8BD-93BC-EB4F-BABE-DBF6545056F0}"/>
              </a:ext>
            </a:extLst>
          </p:cNvPr>
          <p:cNvGrpSpPr/>
          <p:nvPr userDrawn="1"/>
        </p:nvGrpSpPr>
        <p:grpSpPr>
          <a:xfrm>
            <a:off x="0" y="0"/>
            <a:ext cx="381000" cy="6858000"/>
            <a:chOff x="0" y="0"/>
            <a:chExt cx="381000" cy="6858000"/>
          </a:xfrm>
        </p:grpSpPr>
        <p:sp>
          <p:nvSpPr>
            <p:cNvPr id="24" name="Rectangle 15">
              <a:extLst>
                <a:ext uri="{FF2B5EF4-FFF2-40B4-BE49-F238E27FC236}">
                  <a16:creationId xmlns:a16="http://schemas.microsoft.com/office/drawing/2014/main" id="{BFFED65D-5AB0-0549-9457-BCD403ABACCC}"/>
                </a:ext>
              </a:extLst>
            </p:cNvPr>
            <p:cNvSpPr/>
            <p:nvPr/>
          </p:nvSpPr>
          <p:spPr>
            <a:xfrm>
              <a:off x="0" y="0"/>
              <a:ext cx="381000" cy="685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400"/>
            </a:p>
          </p:txBody>
        </p:sp>
        <p:pic>
          <p:nvPicPr>
            <p:cNvPr id="25" name="Graphic 17">
              <a:extLst>
                <a:ext uri="{FF2B5EF4-FFF2-40B4-BE49-F238E27FC236}">
                  <a16:creationId xmlns:a16="http://schemas.microsoft.com/office/drawing/2014/main" id="{B106E481-BC52-084B-BD16-EC69B340E5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4735" y="74735"/>
              <a:ext cx="231530" cy="231530"/>
            </a:xfrm>
            <a:prstGeom prst="rect">
              <a:avLst/>
            </a:prstGeom>
          </p:spPr>
        </p:pic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2000" y="952500"/>
            <a:ext cx="3810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8A937329-A5D2-234C-A6B7-B52D8D7DCD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1999" y="6097737"/>
            <a:ext cx="3619501" cy="379413"/>
          </a:xfrm>
          <a:prstGeom prst="rect">
            <a:avLst/>
          </a:prstGeom>
        </p:spPr>
        <p:txBody>
          <a:bodyPr lIns="0" anchor="b" anchorCtr="0">
            <a:noAutofit/>
          </a:bodyPr>
          <a:lstStyle>
            <a:lvl1pPr marL="0" indent="0">
              <a:buFont typeface="+mj-lt"/>
              <a:buNone/>
              <a:defRPr lang="en-US" sz="900" b="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29600" indent="-129600">
              <a:defRPr/>
            </a:lvl2pPr>
            <a:lvl3pPr marL="129600" indent="-129600">
              <a:defRPr/>
            </a:lvl3pPr>
            <a:lvl4pPr marL="129600" indent="-129600">
              <a:defRPr/>
            </a:lvl4pPr>
            <a:lvl5pPr marL="129600" indent="-129600">
              <a:defRPr/>
            </a:lvl5pPr>
          </a:lstStyle>
          <a:p>
            <a:pPr lvl="0"/>
            <a:endParaRPr lang="ru-RU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E6788A0-C0CF-5B46-8795-BF39F49B4F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62000" y="1520826"/>
            <a:ext cx="2478452" cy="1086904"/>
          </a:xfrm>
          <a:custGeom>
            <a:avLst/>
            <a:gdLst>
              <a:gd name="connsiteX0" fmla="*/ 128302 w 2478452"/>
              <a:gd name="connsiteY0" fmla="*/ 0 h 1086904"/>
              <a:gd name="connsiteX1" fmla="*/ 1001604 w 2478452"/>
              <a:gd name="connsiteY1" fmla="*/ 0 h 1086904"/>
              <a:gd name="connsiteX2" fmla="*/ 1476847 w 2478452"/>
              <a:gd name="connsiteY2" fmla="*/ 0 h 1086904"/>
              <a:gd name="connsiteX3" fmla="*/ 2350149 w 2478452"/>
              <a:gd name="connsiteY3" fmla="*/ 0 h 1086904"/>
              <a:gd name="connsiteX4" fmla="*/ 2478451 w 2478452"/>
              <a:gd name="connsiteY4" fmla="*/ 128151 h 1086904"/>
              <a:gd name="connsiteX5" fmla="*/ 2478451 w 2478452"/>
              <a:gd name="connsiteY5" fmla="*/ 137290 h 1086904"/>
              <a:gd name="connsiteX6" fmla="*/ 2478452 w 2478452"/>
              <a:gd name="connsiteY6" fmla="*/ 137290 h 1086904"/>
              <a:gd name="connsiteX7" fmla="*/ 2478452 w 2478452"/>
              <a:gd name="connsiteY7" fmla="*/ 1086904 h 1086904"/>
              <a:gd name="connsiteX8" fmla="*/ 0 w 2478452"/>
              <a:gd name="connsiteY8" fmla="*/ 1086904 h 1086904"/>
              <a:gd name="connsiteX9" fmla="*/ 0 w 2478452"/>
              <a:gd name="connsiteY9" fmla="*/ 324346 h 1086904"/>
              <a:gd name="connsiteX10" fmla="*/ 0 w 2478452"/>
              <a:gd name="connsiteY10" fmla="*/ 137290 h 1086904"/>
              <a:gd name="connsiteX11" fmla="*/ 0 w 2478452"/>
              <a:gd name="connsiteY11" fmla="*/ 128151 h 1086904"/>
              <a:gd name="connsiteX12" fmla="*/ 128302 w 2478452"/>
              <a:gd name="connsiteY12" fmla="*/ 0 h 1086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78452" h="1086904">
                <a:moveTo>
                  <a:pt x="128302" y="0"/>
                </a:moveTo>
                <a:lnTo>
                  <a:pt x="1001604" y="0"/>
                </a:lnTo>
                <a:lnTo>
                  <a:pt x="1476847" y="0"/>
                </a:lnTo>
                <a:lnTo>
                  <a:pt x="2350149" y="0"/>
                </a:lnTo>
                <a:cubicBezTo>
                  <a:pt x="2421008" y="0"/>
                  <a:pt x="2478451" y="57375"/>
                  <a:pt x="2478451" y="128151"/>
                </a:cubicBezTo>
                <a:lnTo>
                  <a:pt x="2478451" y="137290"/>
                </a:lnTo>
                <a:lnTo>
                  <a:pt x="2478452" y="137290"/>
                </a:lnTo>
                <a:lnTo>
                  <a:pt x="2478452" y="1086904"/>
                </a:lnTo>
                <a:lnTo>
                  <a:pt x="0" y="1086904"/>
                </a:lnTo>
                <a:lnTo>
                  <a:pt x="0" y="324346"/>
                </a:lnTo>
                <a:lnTo>
                  <a:pt x="0" y="137290"/>
                </a:lnTo>
                <a:lnTo>
                  <a:pt x="0" y="128151"/>
                </a:lnTo>
                <a:cubicBezTo>
                  <a:pt x="0" y="57375"/>
                  <a:pt x="57443" y="0"/>
                  <a:pt x="128302" y="0"/>
                </a:cubicBezTo>
                <a:close/>
              </a:path>
            </a:pathLst>
          </a:custGeom>
          <a:solidFill>
            <a:srgbClr val="181C2B"/>
          </a:solidFill>
          <a:ln w="6350">
            <a:noFill/>
          </a:ln>
        </p:spPr>
        <p:txBody>
          <a:bodyPr wrap="square" lIns="612000" anchor="ctr" anchorCtr="0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021D1439-9E74-8247-B80F-9D7D12785AE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7015" y="1938419"/>
            <a:ext cx="251717" cy="25171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/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984ABD50-E1AF-4748-8BA1-5A7048FBFFC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29000" y="2607730"/>
            <a:ext cx="2476500" cy="2726270"/>
          </a:xfrm>
          <a:prstGeom prst="round2SameRect">
            <a:avLst>
              <a:gd name="adj1" fmla="val 0"/>
              <a:gd name="adj2" fmla="val 4995"/>
            </a:avLst>
          </a:prstGeom>
          <a:ln w="6350">
            <a:solidFill>
              <a:schemeClr val="bg1">
                <a:lumMod val="85000"/>
              </a:schemeClr>
            </a:solidFill>
          </a:ln>
        </p:spPr>
        <p:txBody>
          <a:bodyPr lIns="144000" tIns="251999">
            <a:noAutofit/>
          </a:bodyPr>
          <a:lstStyle>
            <a:lvl1pPr marL="171450" indent="-171450">
              <a:buFont typeface="Wingdings" pitchFamily="2" charset="2"/>
              <a:buChar char="§"/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BFFCDC6-7B1A-A14E-8928-E580EDB1A44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29000" y="1520826"/>
            <a:ext cx="2478452" cy="1086904"/>
          </a:xfrm>
          <a:custGeom>
            <a:avLst/>
            <a:gdLst>
              <a:gd name="connsiteX0" fmla="*/ 128303 w 2478452"/>
              <a:gd name="connsiteY0" fmla="*/ 0 h 1086904"/>
              <a:gd name="connsiteX1" fmla="*/ 1001605 w 2478452"/>
              <a:gd name="connsiteY1" fmla="*/ 0 h 1086904"/>
              <a:gd name="connsiteX2" fmla="*/ 1476848 w 2478452"/>
              <a:gd name="connsiteY2" fmla="*/ 0 h 1086904"/>
              <a:gd name="connsiteX3" fmla="*/ 2350150 w 2478452"/>
              <a:gd name="connsiteY3" fmla="*/ 0 h 1086904"/>
              <a:gd name="connsiteX4" fmla="*/ 2478452 w 2478452"/>
              <a:gd name="connsiteY4" fmla="*/ 128151 h 1086904"/>
              <a:gd name="connsiteX5" fmla="*/ 2478452 w 2478452"/>
              <a:gd name="connsiteY5" fmla="*/ 137290 h 1086904"/>
              <a:gd name="connsiteX6" fmla="*/ 2478452 w 2478452"/>
              <a:gd name="connsiteY6" fmla="*/ 324346 h 1086904"/>
              <a:gd name="connsiteX7" fmla="*/ 2478452 w 2478452"/>
              <a:gd name="connsiteY7" fmla="*/ 1086904 h 1086904"/>
              <a:gd name="connsiteX8" fmla="*/ 0 w 2478452"/>
              <a:gd name="connsiteY8" fmla="*/ 1086904 h 1086904"/>
              <a:gd name="connsiteX9" fmla="*/ 0 w 2478452"/>
              <a:gd name="connsiteY9" fmla="*/ 137290 h 1086904"/>
              <a:gd name="connsiteX10" fmla="*/ 1 w 2478452"/>
              <a:gd name="connsiteY10" fmla="*/ 137290 h 1086904"/>
              <a:gd name="connsiteX11" fmla="*/ 1 w 2478452"/>
              <a:gd name="connsiteY11" fmla="*/ 128151 h 1086904"/>
              <a:gd name="connsiteX12" fmla="*/ 128303 w 2478452"/>
              <a:gd name="connsiteY12" fmla="*/ 0 h 1086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78452" h="1086904">
                <a:moveTo>
                  <a:pt x="128303" y="0"/>
                </a:moveTo>
                <a:lnTo>
                  <a:pt x="1001605" y="0"/>
                </a:lnTo>
                <a:lnTo>
                  <a:pt x="1476848" y="0"/>
                </a:lnTo>
                <a:lnTo>
                  <a:pt x="2350150" y="0"/>
                </a:lnTo>
                <a:cubicBezTo>
                  <a:pt x="2421009" y="0"/>
                  <a:pt x="2478452" y="57375"/>
                  <a:pt x="2478452" y="128151"/>
                </a:cubicBezTo>
                <a:lnTo>
                  <a:pt x="2478452" y="137290"/>
                </a:lnTo>
                <a:lnTo>
                  <a:pt x="2478452" y="324346"/>
                </a:lnTo>
                <a:lnTo>
                  <a:pt x="2478452" y="1086904"/>
                </a:lnTo>
                <a:lnTo>
                  <a:pt x="0" y="1086904"/>
                </a:lnTo>
                <a:lnTo>
                  <a:pt x="0" y="137290"/>
                </a:lnTo>
                <a:lnTo>
                  <a:pt x="1" y="137290"/>
                </a:lnTo>
                <a:lnTo>
                  <a:pt x="1" y="128151"/>
                </a:lnTo>
                <a:cubicBezTo>
                  <a:pt x="1" y="57375"/>
                  <a:pt x="57444" y="0"/>
                  <a:pt x="128303" y="0"/>
                </a:cubicBezTo>
                <a:close/>
              </a:path>
            </a:pathLst>
          </a:custGeom>
          <a:solidFill>
            <a:srgbClr val="181C2B"/>
          </a:solidFill>
          <a:ln w="6350">
            <a:noFill/>
          </a:ln>
        </p:spPr>
        <p:txBody>
          <a:bodyPr wrap="square" lIns="612000" anchor="ctr" anchorCtr="0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7BB10214-E834-1748-9DB8-0CD9837F3D7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614015" y="1938419"/>
            <a:ext cx="251717" cy="25171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/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72319495-05E1-F547-A40D-8A0D532534C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08198" y="2607730"/>
            <a:ext cx="2476500" cy="2726270"/>
          </a:xfrm>
          <a:prstGeom prst="round2SameRect">
            <a:avLst>
              <a:gd name="adj1" fmla="val 0"/>
              <a:gd name="adj2" fmla="val 5240"/>
            </a:avLst>
          </a:prstGeom>
          <a:ln w="6350">
            <a:solidFill>
              <a:schemeClr val="bg1">
                <a:lumMod val="85000"/>
              </a:schemeClr>
            </a:solidFill>
          </a:ln>
        </p:spPr>
        <p:txBody>
          <a:bodyPr lIns="144000" tIns="251999">
            <a:noAutofit/>
          </a:bodyPr>
          <a:lstStyle>
            <a:lvl1pPr marL="171450" indent="-171450">
              <a:buFont typeface="Wingdings" pitchFamily="2" charset="2"/>
              <a:buChar char="§"/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9B83ECDA-566B-F24D-98DD-1C4365DA0C9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08198" y="1520826"/>
            <a:ext cx="2478452" cy="1086904"/>
          </a:xfrm>
          <a:custGeom>
            <a:avLst/>
            <a:gdLst>
              <a:gd name="connsiteX0" fmla="*/ 128303 w 2478452"/>
              <a:gd name="connsiteY0" fmla="*/ 0 h 1086904"/>
              <a:gd name="connsiteX1" fmla="*/ 1001605 w 2478452"/>
              <a:gd name="connsiteY1" fmla="*/ 0 h 1086904"/>
              <a:gd name="connsiteX2" fmla="*/ 1476848 w 2478452"/>
              <a:gd name="connsiteY2" fmla="*/ 0 h 1086904"/>
              <a:gd name="connsiteX3" fmla="*/ 2350150 w 2478452"/>
              <a:gd name="connsiteY3" fmla="*/ 0 h 1086904"/>
              <a:gd name="connsiteX4" fmla="*/ 2478452 w 2478452"/>
              <a:gd name="connsiteY4" fmla="*/ 128151 h 1086904"/>
              <a:gd name="connsiteX5" fmla="*/ 2478452 w 2478452"/>
              <a:gd name="connsiteY5" fmla="*/ 137290 h 1086904"/>
              <a:gd name="connsiteX6" fmla="*/ 2478452 w 2478452"/>
              <a:gd name="connsiteY6" fmla="*/ 324346 h 1086904"/>
              <a:gd name="connsiteX7" fmla="*/ 2478452 w 2478452"/>
              <a:gd name="connsiteY7" fmla="*/ 1086904 h 1086904"/>
              <a:gd name="connsiteX8" fmla="*/ 0 w 2478452"/>
              <a:gd name="connsiteY8" fmla="*/ 1086904 h 1086904"/>
              <a:gd name="connsiteX9" fmla="*/ 0 w 2478452"/>
              <a:gd name="connsiteY9" fmla="*/ 137290 h 1086904"/>
              <a:gd name="connsiteX10" fmla="*/ 1 w 2478452"/>
              <a:gd name="connsiteY10" fmla="*/ 137290 h 1086904"/>
              <a:gd name="connsiteX11" fmla="*/ 1 w 2478452"/>
              <a:gd name="connsiteY11" fmla="*/ 128151 h 1086904"/>
              <a:gd name="connsiteX12" fmla="*/ 128303 w 2478452"/>
              <a:gd name="connsiteY12" fmla="*/ 0 h 1086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78452" h="1086904">
                <a:moveTo>
                  <a:pt x="128303" y="0"/>
                </a:moveTo>
                <a:lnTo>
                  <a:pt x="1001605" y="0"/>
                </a:lnTo>
                <a:lnTo>
                  <a:pt x="1476848" y="0"/>
                </a:lnTo>
                <a:lnTo>
                  <a:pt x="2350150" y="0"/>
                </a:lnTo>
                <a:cubicBezTo>
                  <a:pt x="2421009" y="0"/>
                  <a:pt x="2478452" y="57375"/>
                  <a:pt x="2478452" y="128151"/>
                </a:cubicBezTo>
                <a:lnTo>
                  <a:pt x="2478452" y="137290"/>
                </a:lnTo>
                <a:lnTo>
                  <a:pt x="2478452" y="324346"/>
                </a:lnTo>
                <a:lnTo>
                  <a:pt x="2478452" y="1086904"/>
                </a:lnTo>
                <a:lnTo>
                  <a:pt x="0" y="1086904"/>
                </a:lnTo>
                <a:lnTo>
                  <a:pt x="0" y="137290"/>
                </a:lnTo>
                <a:lnTo>
                  <a:pt x="1" y="137290"/>
                </a:lnTo>
                <a:lnTo>
                  <a:pt x="1" y="128151"/>
                </a:lnTo>
                <a:cubicBezTo>
                  <a:pt x="1" y="57375"/>
                  <a:pt x="57444" y="0"/>
                  <a:pt x="128303" y="0"/>
                </a:cubicBezTo>
                <a:close/>
              </a:path>
            </a:pathLst>
          </a:custGeom>
          <a:solidFill>
            <a:srgbClr val="181C2B"/>
          </a:solidFill>
          <a:ln w="6350">
            <a:noFill/>
          </a:ln>
        </p:spPr>
        <p:txBody>
          <a:bodyPr wrap="square" lIns="612000" anchor="ctr" anchorCtr="0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Picture Placeholder 3">
            <a:extLst>
              <a:ext uri="{FF2B5EF4-FFF2-40B4-BE49-F238E27FC236}">
                <a16:creationId xmlns:a16="http://schemas.microsoft.com/office/drawing/2014/main" id="{EC833233-3071-AC4C-A5B5-417AD6FFCBA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93213" y="1938419"/>
            <a:ext cx="251717" cy="25171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/>
          </a:p>
        </p:txBody>
      </p:sp>
      <p:sp>
        <p:nvSpPr>
          <p:cNvPr id="53" name="Text Placeholder 8">
            <a:extLst>
              <a:ext uri="{FF2B5EF4-FFF2-40B4-BE49-F238E27FC236}">
                <a16:creationId xmlns:a16="http://schemas.microsoft.com/office/drawing/2014/main" id="{BF976C2F-D2EB-A94A-AEBE-E99C5D8E59A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768485" y="2607730"/>
            <a:ext cx="2476500" cy="2726270"/>
          </a:xfrm>
          <a:prstGeom prst="round2SameRect">
            <a:avLst>
              <a:gd name="adj1" fmla="val 0"/>
              <a:gd name="adj2" fmla="val 5240"/>
            </a:avLst>
          </a:prstGeom>
          <a:ln w="6350">
            <a:solidFill>
              <a:schemeClr val="bg1">
                <a:lumMod val="85000"/>
              </a:schemeClr>
            </a:solidFill>
          </a:ln>
        </p:spPr>
        <p:txBody>
          <a:bodyPr lIns="144000" tIns="251999">
            <a:noAutofit/>
          </a:bodyPr>
          <a:lstStyle>
            <a:lvl1pPr marL="171450" indent="-171450">
              <a:buFont typeface="Wingdings" pitchFamily="2" charset="2"/>
              <a:buChar char="§"/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0AD254B8-4B10-A944-B612-D7C362B52D7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768485" y="1520826"/>
            <a:ext cx="2478452" cy="1086904"/>
          </a:xfrm>
          <a:custGeom>
            <a:avLst/>
            <a:gdLst>
              <a:gd name="connsiteX0" fmla="*/ 128303 w 2478452"/>
              <a:gd name="connsiteY0" fmla="*/ 0 h 1086904"/>
              <a:gd name="connsiteX1" fmla="*/ 1001605 w 2478452"/>
              <a:gd name="connsiteY1" fmla="*/ 0 h 1086904"/>
              <a:gd name="connsiteX2" fmla="*/ 1476848 w 2478452"/>
              <a:gd name="connsiteY2" fmla="*/ 0 h 1086904"/>
              <a:gd name="connsiteX3" fmla="*/ 2350150 w 2478452"/>
              <a:gd name="connsiteY3" fmla="*/ 0 h 1086904"/>
              <a:gd name="connsiteX4" fmla="*/ 2478452 w 2478452"/>
              <a:gd name="connsiteY4" fmla="*/ 128151 h 1086904"/>
              <a:gd name="connsiteX5" fmla="*/ 2478452 w 2478452"/>
              <a:gd name="connsiteY5" fmla="*/ 137290 h 1086904"/>
              <a:gd name="connsiteX6" fmla="*/ 2478452 w 2478452"/>
              <a:gd name="connsiteY6" fmla="*/ 324346 h 1086904"/>
              <a:gd name="connsiteX7" fmla="*/ 2478452 w 2478452"/>
              <a:gd name="connsiteY7" fmla="*/ 1086904 h 1086904"/>
              <a:gd name="connsiteX8" fmla="*/ 0 w 2478452"/>
              <a:gd name="connsiteY8" fmla="*/ 1086904 h 1086904"/>
              <a:gd name="connsiteX9" fmla="*/ 0 w 2478452"/>
              <a:gd name="connsiteY9" fmla="*/ 137290 h 1086904"/>
              <a:gd name="connsiteX10" fmla="*/ 1 w 2478452"/>
              <a:gd name="connsiteY10" fmla="*/ 137290 h 1086904"/>
              <a:gd name="connsiteX11" fmla="*/ 1 w 2478452"/>
              <a:gd name="connsiteY11" fmla="*/ 128151 h 1086904"/>
              <a:gd name="connsiteX12" fmla="*/ 128303 w 2478452"/>
              <a:gd name="connsiteY12" fmla="*/ 0 h 1086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78452" h="1086904">
                <a:moveTo>
                  <a:pt x="128303" y="0"/>
                </a:moveTo>
                <a:lnTo>
                  <a:pt x="1001605" y="0"/>
                </a:lnTo>
                <a:lnTo>
                  <a:pt x="1476848" y="0"/>
                </a:lnTo>
                <a:lnTo>
                  <a:pt x="2350150" y="0"/>
                </a:lnTo>
                <a:cubicBezTo>
                  <a:pt x="2421009" y="0"/>
                  <a:pt x="2478452" y="57375"/>
                  <a:pt x="2478452" y="128151"/>
                </a:cubicBezTo>
                <a:lnTo>
                  <a:pt x="2478452" y="137290"/>
                </a:lnTo>
                <a:lnTo>
                  <a:pt x="2478452" y="324346"/>
                </a:lnTo>
                <a:lnTo>
                  <a:pt x="2478452" y="1086904"/>
                </a:lnTo>
                <a:lnTo>
                  <a:pt x="0" y="1086904"/>
                </a:lnTo>
                <a:lnTo>
                  <a:pt x="0" y="137290"/>
                </a:lnTo>
                <a:lnTo>
                  <a:pt x="1" y="137290"/>
                </a:lnTo>
                <a:lnTo>
                  <a:pt x="1" y="128151"/>
                </a:lnTo>
                <a:cubicBezTo>
                  <a:pt x="1" y="57375"/>
                  <a:pt x="57444" y="0"/>
                  <a:pt x="128303" y="0"/>
                </a:cubicBezTo>
                <a:close/>
              </a:path>
            </a:pathLst>
          </a:custGeom>
          <a:solidFill>
            <a:srgbClr val="181C2B"/>
          </a:solidFill>
          <a:ln w="6350">
            <a:noFill/>
          </a:ln>
        </p:spPr>
        <p:txBody>
          <a:bodyPr wrap="square" lIns="612000" anchor="ctr" anchorCtr="0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6" name="Picture Placeholder 3">
            <a:extLst>
              <a:ext uri="{FF2B5EF4-FFF2-40B4-BE49-F238E27FC236}">
                <a16:creationId xmlns:a16="http://schemas.microsoft.com/office/drawing/2014/main" id="{D90E1C47-7EC1-9343-B38E-C0B066C9D8E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953500" y="1938419"/>
            <a:ext cx="251717" cy="25171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591909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карточк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/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3810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4CFBDA0-1F28-8F4E-8563-AAB4CBBC1C90}"/>
              </a:ext>
            </a:extLst>
          </p:cNvPr>
          <p:cNvSpPr>
            <a:spLocks noGrp="1"/>
          </p:cNvSpPr>
          <p:nvPr userDrawn="1">
            <p:ph type="body" sz="quarter" idx="26"/>
          </p:nvPr>
        </p:nvSpPr>
        <p:spPr>
          <a:xfrm>
            <a:off x="762000" y="1520826"/>
            <a:ext cx="2478452" cy="3813174"/>
          </a:xfrm>
          <a:custGeom>
            <a:avLst/>
            <a:gdLst>
              <a:gd name="connsiteX0" fmla="*/ 128302 w 2478452"/>
              <a:gd name="connsiteY0" fmla="*/ 0 h 3813174"/>
              <a:gd name="connsiteX1" fmla="*/ 1001604 w 2478452"/>
              <a:gd name="connsiteY1" fmla="*/ 0 h 3813174"/>
              <a:gd name="connsiteX2" fmla="*/ 1476847 w 2478452"/>
              <a:gd name="connsiteY2" fmla="*/ 0 h 3813174"/>
              <a:gd name="connsiteX3" fmla="*/ 2350149 w 2478452"/>
              <a:gd name="connsiteY3" fmla="*/ 0 h 3813174"/>
              <a:gd name="connsiteX4" fmla="*/ 2478451 w 2478452"/>
              <a:gd name="connsiteY4" fmla="*/ 128151 h 3813174"/>
              <a:gd name="connsiteX5" fmla="*/ 2478451 w 2478452"/>
              <a:gd name="connsiteY5" fmla="*/ 137290 h 3813174"/>
              <a:gd name="connsiteX6" fmla="*/ 2478452 w 2478452"/>
              <a:gd name="connsiteY6" fmla="*/ 137290 h 3813174"/>
              <a:gd name="connsiteX7" fmla="*/ 2478452 w 2478452"/>
              <a:gd name="connsiteY7" fmla="*/ 1086904 h 3813174"/>
              <a:gd name="connsiteX8" fmla="*/ 2476500 w 2478452"/>
              <a:gd name="connsiteY8" fmla="*/ 1086904 h 3813174"/>
              <a:gd name="connsiteX9" fmla="*/ 2476500 w 2478452"/>
              <a:gd name="connsiteY9" fmla="*/ 3485986 h 3813174"/>
              <a:gd name="connsiteX10" fmla="*/ 2476500 w 2478452"/>
              <a:gd name="connsiteY10" fmla="*/ 3675456 h 3813174"/>
              <a:gd name="connsiteX11" fmla="*/ 2338782 w 2478452"/>
              <a:gd name="connsiteY11" fmla="*/ 3813174 h 3813174"/>
              <a:gd name="connsiteX12" fmla="*/ 137718 w 2478452"/>
              <a:gd name="connsiteY12" fmla="*/ 3813174 h 3813174"/>
              <a:gd name="connsiteX13" fmla="*/ 0 w 2478452"/>
              <a:gd name="connsiteY13" fmla="*/ 3675456 h 3813174"/>
              <a:gd name="connsiteX14" fmla="*/ 0 w 2478452"/>
              <a:gd name="connsiteY14" fmla="*/ 3485986 h 3813174"/>
              <a:gd name="connsiteX15" fmla="*/ 0 w 2478452"/>
              <a:gd name="connsiteY15" fmla="*/ 1086904 h 3813174"/>
              <a:gd name="connsiteX16" fmla="*/ 0 w 2478452"/>
              <a:gd name="connsiteY16" fmla="*/ 897434 h 3813174"/>
              <a:gd name="connsiteX17" fmla="*/ 0 w 2478452"/>
              <a:gd name="connsiteY17" fmla="*/ 324346 h 3813174"/>
              <a:gd name="connsiteX18" fmla="*/ 0 w 2478452"/>
              <a:gd name="connsiteY18" fmla="*/ 137290 h 3813174"/>
              <a:gd name="connsiteX19" fmla="*/ 0 w 2478452"/>
              <a:gd name="connsiteY19" fmla="*/ 128151 h 3813174"/>
              <a:gd name="connsiteX20" fmla="*/ 128302 w 2478452"/>
              <a:gd name="connsiteY20" fmla="*/ 0 h 3813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478452" h="3813174">
                <a:moveTo>
                  <a:pt x="128302" y="0"/>
                </a:moveTo>
                <a:lnTo>
                  <a:pt x="1001604" y="0"/>
                </a:lnTo>
                <a:lnTo>
                  <a:pt x="1476847" y="0"/>
                </a:lnTo>
                <a:lnTo>
                  <a:pt x="2350149" y="0"/>
                </a:lnTo>
                <a:cubicBezTo>
                  <a:pt x="2421008" y="0"/>
                  <a:pt x="2478451" y="57375"/>
                  <a:pt x="2478451" y="128151"/>
                </a:cubicBezTo>
                <a:lnTo>
                  <a:pt x="2478451" y="137290"/>
                </a:lnTo>
                <a:lnTo>
                  <a:pt x="2478452" y="137290"/>
                </a:lnTo>
                <a:lnTo>
                  <a:pt x="2478452" y="1086904"/>
                </a:lnTo>
                <a:lnTo>
                  <a:pt x="2476500" y="1086904"/>
                </a:lnTo>
                <a:lnTo>
                  <a:pt x="2476500" y="3485986"/>
                </a:lnTo>
                <a:lnTo>
                  <a:pt x="2476500" y="3675456"/>
                </a:lnTo>
                <a:cubicBezTo>
                  <a:pt x="2476500" y="3751516"/>
                  <a:pt x="2414842" y="3813174"/>
                  <a:pt x="2338782" y="3813174"/>
                </a:cubicBezTo>
                <a:lnTo>
                  <a:pt x="137718" y="3813174"/>
                </a:lnTo>
                <a:cubicBezTo>
                  <a:pt x="61658" y="3813174"/>
                  <a:pt x="0" y="3751516"/>
                  <a:pt x="0" y="3675456"/>
                </a:cubicBezTo>
                <a:lnTo>
                  <a:pt x="0" y="3485986"/>
                </a:lnTo>
                <a:lnTo>
                  <a:pt x="0" y="1086904"/>
                </a:lnTo>
                <a:lnTo>
                  <a:pt x="0" y="897434"/>
                </a:lnTo>
                <a:lnTo>
                  <a:pt x="0" y="324346"/>
                </a:lnTo>
                <a:lnTo>
                  <a:pt x="0" y="137290"/>
                </a:lnTo>
                <a:lnTo>
                  <a:pt x="0" y="128151"/>
                </a:lnTo>
                <a:cubicBezTo>
                  <a:pt x="0" y="57375"/>
                  <a:pt x="57443" y="0"/>
                  <a:pt x="128302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vert="horz" wrap="square" lIns="216000" tIns="792000" rIns="91440" bIns="45720" rtlCol="0" anchor="t" anchorCtr="0">
            <a:noAutofit/>
          </a:bodyPr>
          <a:lstStyle>
            <a:lvl1pPr>
              <a:spcAft>
                <a:spcPts val="1200"/>
              </a:spcAft>
              <a:defRPr lang="en-US" sz="1800" b="1" dirty="0">
                <a:solidFill>
                  <a:schemeClr val="tx2"/>
                </a:solidFill>
              </a:defRPr>
            </a:lvl1pPr>
            <a:lvl2pPr marL="171450" indent="-171450">
              <a:buFont typeface="Wingdings" pitchFamily="2" charset="2"/>
              <a:buChar char="§"/>
              <a:defRPr/>
            </a:lvl2pPr>
          </a:lstStyle>
          <a:p>
            <a:pPr lvl="0"/>
            <a:endParaRPr lang="en-US" dirty="0"/>
          </a:p>
          <a:p>
            <a:pPr lvl="1"/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16C813D7-A1A9-AF4F-A934-2062742B3403}"/>
              </a:ext>
            </a:extLst>
          </p:cNvPr>
          <p:cNvSpPr>
            <a:spLocks noGrp="1"/>
          </p:cNvSpPr>
          <p:nvPr userDrawn="1">
            <p:ph type="body" sz="quarter" idx="27"/>
          </p:nvPr>
        </p:nvSpPr>
        <p:spPr>
          <a:xfrm>
            <a:off x="3436208" y="1520826"/>
            <a:ext cx="2478452" cy="3813174"/>
          </a:xfrm>
          <a:custGeom>
            <a:avLst/>
            <a:gdLst>
              <a:gd name="connsiteX0" fmla="*/ 128303 w 2478452"/>
              <a:gd name="connsiteY0" fmla="*/ 0 h 3813174"/>
              <a:gd name="connsiteX1" fmla="*/ 1001605 w 2478452"/>
              <a:gd name="connsiteY1" fmla="*/ 0 h 3813174"/>
              <a:gd name="connsiteX2" fmla="*/ 1476848 w 2478452"/>
              <a:gd name="connsiteY2" fmla="*/ 0 h 3813174"/>
              <a:gd name="connsiteX3" fmla="*/ 2350150 w 2478452"/>
              <a:gd name="connsiteY3" fmla="*/ 0 h 3813174"/>
              <a:gd name="connsiteX4" fmla="*/ 2478452 w 2478452"/>
              <a:gd name="connsiteY4" fmla="*/ 128151 h 3813174"/>
              <a:gd name="connsiteX5" fmla="*/ 2478452 w 2478452"/>
              <a:gd name="connsiteY5" fmla="*/ 137290 h 3813174"/>
              <a:gd name="connsiteX6" fmla="*/ 2478452 w 2478452"/>
              <a:gd name="connsiteY6" fmla="*/ 324346 h 3813174"/>
              <a:gd name="connsiteX7" fmla="*/ 2478452 w 2478452"/>
              <a:gd name="connsiteY7" fmla="*/ 1086904 h 3813174"/>
              <a:gd name="connsiteX8" fmla="*/ 2476500 w 2478452"/>
              <a:gd name="connsiteY8" fmla="*/ 1086904 h 3813174"/>
              <a:gd name="connsiteX9" fmla="*/ 2476500 w 2478452"/>
              <a:gd name="connsiteY9" fmla="*/ 3500003 h 3813174"/>
              <a:gd name="connsiteX10" fmla="*/ 2476500 w 2478452"/>
              <a:gd name="connsiteY10" fmla="*/ 3689473 h 3813174"/>
              <a:gd name="connsiteX11" fmla="*/ 2352799 w 2478452"/>
              <a:gd name="connsiteY11" fmla="*/ 3813174 h 3813174"/>
              <a:gd name="connsiteX12" fmla="*/ 123701 w 2478452"/>
              <a:gd name="connsiteY12" fmla="*/ 3813174 h 3813174"/>
              <a:gd name="connsiteX13" fmla="*/ 0 w 2478452"/>
              <a:gd name="connsiteY13" fmla="*/ 3689473 h 3813174"/>
              <a:gd name="connsiteX14" fmla="*/ 0 w 2478452"/>
              <a:gd name="connsiteY14" fmla="*/ 3500003 h 3813174"/>
              <a:gd name="connsiteX15" fmla="*/ 0 w 2478452"/>
              <a:gd name="connsiteY15" fmla="*/ 1086904 h 3813174"/>
              <a:gd name="connsiteX16" fmla="*/ 0 w 2478452"/>
              <a:gd name="connsiteY16" fmla="*/ 897434 h 3813174"/>
              <a:gd name="connsiteX17" fmla="*/ 0 w 2478452"/>
              <a:gd name="connsiteY17" fmla="*/ 137290 h 3813174"/>
              <a:gd name="connsiteX18" fmla="*/ 1 w 2478452"/>
              <a:gd name="connsiteY18" fmla="*/ 137290 h 3813174"/>
              <a:gd name="connsiteX19" fmla="*/ 1 w 2478452"/>
              <a:gd name="connsiteY19" fmla="*/ 128151 h 3813174"/>
              <a:gd name="connsiteX20" fmla="*/ 128303 w 2478452"/>
              <a:gd name="connsiteY20" fmla="*/ 0 h 3813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478452" h="3813174">
                <a:moveTo>
                  <a:pt x="128303" y="0"/>
                </a:moveTo>
                <a:lnTo>
                  <a:pt x="1001605" y="0"/>
                </a:lnTo>
                <a:lnTo>
                  <a:pt x="1476848" y="0"/>
                </a:lnTo>
                <a:lnTo>
                  <a:pt x="2350150" y="0"/>
                </a:lnTo>
                <a:cubicBezTo>
                  <a:pt x="2421009" y="0"/>
                  <a:pt x="2478452" y="57375"/>
                  <a:pt x="2478452" y="128151"/>
                </a:cubicBezTo>
                <a:lnTo>
                  <a:pt x="2478452" y="137290"/>
                </a:lnTo>
                <a:lnTo>
                  <a:pt x="2478452" y="324346"/>
                </a:lnTo>
                <a:lnTo>
                  <a:pt x="2478452" y="1086904"/>
                </a:lnTo>
                <a:lnTo>
                  <a:pt x="2476500" y="1086904"/>
                </a:lnTo>
                <a:lnTo>
                  <a:pt x="2476500" y="3500003"/>
                </a:lnTo>
                <a:lnTo>
                  <a:pt x="2476500" y="3689473"/>
                </a:lnTo>
                <a:cubicBezTo>
                  <a:pt x="2476500" y="3757791"/>
                  <a:pt x="2421117" y="3813174"/>
                  <a:pt x="2352799" y="3813174"/>
                </a:cubicBezTo>
                <a:lnTo>
                  <a:pt x="123701" y="3813174"/>
                </a:lnTo>
                <a:cubicBezTo>
                  <a:pt x="55383" y="3813174"/>
                  <a:pt x="0" y="3757791"/>
                  <a:pt x="0" y="3689473"/>
                </a:cubicBezTo>
                <a:lnTo>
                  <a:pt x="0" y="3500003"/>
                </a:lnTo>
                <a:lnTo>
                  <a:pt x="0" y="1086904"/>
                </a:lnTo>
                <a:lnTo>
                  <a:pt x="0" y="897434"/>
                </a:lnTo>
                <a:lnTo>
                  <a:pt x="0" y="137290"/>
                </a:lnTo>
                <a:lnTo>
                  <a:pt x="1" y="137290"/>
                </a:lnTo>
                <a:lnTo>
                  <a:pt x="1" y="128151"/>
                </a:lnTo>
                <a:cubicBezTo>
                  <a:pt x="1" y="57375"/>
                  <a:pt x="57444" y="0"/>
                  <a:pt x="128303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vert="horz" wrap="square" lIns="216000" tIns="792000" rIns="91440" bIns="45720" rtlCol="0" anchor="t" anchorCtr="0">
            <a:noAutofit/>
          </a:bodyPr>
          <a:lstStyle>
            <a:lvl1pPr>
              <a:spcAft>
                <a:spcPts val="1200"/>
              </a:spcAft>
              <a:defRPr lang="en-US" sz="1800" b="1" dirty="0">
                <a:solidFill>
                  <a:schemeClr val="tx2"/>
                </a:solidFill>
              </a:defRPr>
            </a:lvl1pPr>
            <a:lvl2pPr marL="171450" indent="-171450">
              <a:buFont typeface="Wingdings" pitchFamily="2" charset="2"/>
              <a:buChar char="§"/>
              <a:defRPr/>
            </a:lvl2pPr>
          </a:lstStyle>
          <a:p>
            <a:pPr lvl="0"/>
            <a:endParaRPr lang="en-US" dirty="0"/>
          </a:p>
          <a:p>
            <a:pPr lvl="1"/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694680C6-9F3C-2A41-878D-87FBD2D483CA}"/>
              </a:ext>
            </a:extLst>
          </p:cNvPr>
          <p:cNvSpPr>
            <a:spLocks noGrp="1"/>
          </p:cNvSpPr>
          <p:nvPr userDrawn="1">
            <p:ph type="body" sz="quarter" idx="28"/>
          </p:nvPr>
        </p:nvSpPr>
        <p:spPr>
          <a:xfrm>
            <a:off x="6096000" y="1520826"/>
            <a:ext cx="2478452" cy="3813174"/>
          </a:xfrm>
          <a:custGeom>
            <a:avLst/>
            <a:gdLst>
              <a:gd name="connsiteX0" fmla="*/ 128303 w 2478452"/>
              <a:gd name="connsiteY0" fmla="*/ 0 h 3813174"/>
              <a:gd name="connsiteX1" fmla="*/ 1001605 w 2478452"/>
              <a:gd name="connsiteY1" fmla="*/ 0 h 3813174"/>
              <a:gd name="connsiteX2" fmla="*/ 1476848 w 2478452"/>
              <a:gd name="connsiteY2" fmla="*/ 0 h 3813174"/>
              <a:gd name="connsiteX3" fmla="*/ 2350150 w 2478452"/>
              <a:gd name="connsiteY3" fmla="*/ 0 h 3813174"/>
              <a:gd name="connsiteX4" fmla="*/ 2478452 w 2478452"/>
              <a:gd name="connsiteY4" fmla="*/ 128151 h 3813174"/>
              <a:gd name="connsiteX5" fmla="*/ 2478452 w 2478452"/>
              <a:gd name="connsiteY5" fmla="*/ 137290 h 3813174"/>
              <a:gd name="connsiteX6" fmla="*/ 2478452 w 2478452"/>
              <a:gd name="connsiteY6" fmla="*/ 324346 h 3813174"/>
              <a:gd name="connsiteX7" fmla="*/ 2478452 w 2478452"/>
              <a:gd name="connsiteY7" fmla="*/ 1086904 h 3813174"/>
              <a:gd name="connsiteX8" fmla="*/ 2476500 w 2478452"/>
              <a:gd name="connsiteY8" fmla="*/ 1086904 h 3813174"/>
              <a:gd name="connsiteX9" fmla="*/ 2476500 w 2478452"/>
              <a:gd name="connsiteY9" fmla="*/ 3493935 h 3813174"/>
              <a:gd name="connsiteX10" fmla="*/ 2476500 w 2478452"/>
              <a:gd name="connsiteY10" fmla="*/ 3683405 h 3813174"/>
              <a:gd name="connsiteX11" fmla="*/ 2346731 w 2478452"/>
              <a:gd name="connsiteY11" fmla="*/ 3813174 h 3813174"/>
              <a:gd name="connsiteX12" fmla="*/ 129769 w 2478452"/>
              <a:gd name="connsiteY12" fmla="*/ 3813174 h 3813174"/>
              <a:gd name="connsiteX13" fmla="*/ 0 w 2478452"/>
              <a:gd name="connsiteY13" fmla="*/ 3683405 h 3813174"/>
              <a:gd name="connsiteX14" fmla="*/ 0 w 2478452"/>
              <a:gd name="connsiteY14" fmla="*/ 3493935 h 3813174"/>
              <a:gd name="connsiteX15" fmla="*/ 0 w 2478452"/>
              <a:gd name="connsiteY15" fmla="*/ 1086904 h 3813174"/>
              <a:gd name="connsiteX16" fmla="*/ 0 w 2478452"/>
              <a:gd name="connsiteY16" fmla="*/ 897434 h 3813174"/>
              <a:gd name="connsiteX17" fmla="*/ 0 w 2478452"/>
              <a:gd name="connsiteY17" fmla="*/ 137290 h 3813174"/>
              <a:gd name="connsiteX18" fmla="*/ 1 w 2478452"/>
              <a:gd name="connsiteY18" fmla="*/ 137290 h 3813174"/>
              <a:gd name="connsiteX19" fmla="*/ 1 w 2478452"/>
              <a:gd name="connsiteY19" fmla="*/ 128151 h 3813174"/>
              <a:gd name="connsiteX20" fmla="*/ 128303 w 2478452"/>
              <a:gd name="connsiteY20" fmla="*/ 0 h 3813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478452" h="3813174">
                <a:moveTo>
                  <a:pt x="128303" y="0"/>
                </a:moveTo>
                <a:lnTo>
                  <a:pt x="1001605" y="0"/>
                </a:lnTo>
                <a:lnTo>
                  <a:pt x="1476848" y="0"/>
                </a:lnTo>
                <a:lnTo>
                  <a:pt x="2350150" y="0"/>
                </a:lnTo>
                <a:cubicBezTo>
                  <a:pt x="2421009" y="0"/>
                  <a:pt x="2478452" y="57375"/>
                  <a:pt x="2478452" y="128151"/>
                </a:cubicBezTo>
                <a:lnTo>
                  <a:pt x="2478452" y="137290"/>
                </a:lnTo>
                <a:lnTo>
                  <a:pt x="2478452" y="324346"/>
                </a:lnTo>
                <a:lnTo>
                  <a:pt x="2478452" y="1086904"/>
                </a:lnTo>
                <a:lnTo>
                  <a:pt x="2476500" y="1086904"/>
                </a:lnTo>
                <a:lnTo>
                  <a:pt x="2476500" y="3493935"/>
                </a:lnTo>
                <a:lnTo>
                  <a:pt x="2476500" y="3683405"/>
                </a:lnTo>
                <a:cubicBezTo>
                  <a:pt x="2476500" y="3755074"/>
                  <a:pt x="2418400" y="3813174"/>
                  <a:pt x="2346731" y="3813174"/>
                </a:cubicBezTo>
                <a:lnTo>
                  <a:pt x="129769" y="3813174"/>
                </a:lnTo>
                <a:cubicBezTo>
                  <a:pt x="58100" y="3813174"/>
                  <a:pt x="0" y="3755074"/>
                  <a:pt x="0" y="3683405"/>
                </a:cubicBezTo>
                <a:lnTo>
                  <a:pt x="0" y="3493935"/>
                </a:lnTo>
                <a:lnTo>
                  <a:pt x="0" y="1086904"/>
                </a:lnTo>
                <a:lnTo>
                  <a:pt x="0" y="897434"/>
                </a:lnTo>
                <a:lnTo>
                  <a:pt x="0" y="137290"/>
                </a:lnTo>
                <a:lnTo>
                  <a:pt x="1" y="137290"/>
                </a:lnTo>
                <a:lnTo>
                  <a:pt x="1" y="128151"/>
                </a:lnTo>
                <a:cubicBezTo>
                  <a:pt x="1" y="57375"/>
                  <a:pt x="57444" y="0"/>
                  <a:pt x="128303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vert="horz" wrap="square" lIns="216000" tIns="792000" rIns="91440" bIns="45720" rtlCol="0" anchor="t" anchorCtr="0">
            <a:noAutofit/>
          </a:bodyPr>
          <a:lstStyle>
            <a:lvl1pPr>
              <a:spcAft>
                <a:spcPts val="1200"/>
              </a:spcAft>
              <a:defRPr lang="en-US" sz="1800" b="1" dirty="0">
                <a:solidFill>
                  <a:schemeClr val="tx2"/>
                </a:solidFill>
              </a:defRPr>
            </a:lvl1pPr>
            <a:lvl2pPr marL="171450" indent="-171450">
              <a:buFont typeface="Wingdings" pitchFamily="2" charset="2"/>
              <a:buChar char="§"/>
              <a:defRPr/>
            </a:lvl2pPr>
          </a:lstStyle>
          <a:p>
            <a:pPr lvl="0"/>
            <a:endParaRPr lang="en-US" dirty="0"/>
          </a:p>
          <a:p>
            <a:pPr lvl="1"/>
            <a:endParaRPr lang="en-US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7B98083D-3418-9E4D-8839-E4B1717EC19F}"/>
              </a:ext>
            </a:extLst>
          </p:cNvPr>
          <p:cNvSpPr>
            <a:spLocks noGrp="1"/>
          </p:cNvSpPr>
          <p:nvPr userDrawn="1">
            <p:ph type="body" sz="quarter" idx="29"/>
          </p:nvPr>
        </p:nvSpPr>
        <p:spPr>
          <a:xfrm>
            <a:off x="8755792" y="1520826"/>
            <a:ext cx="2478452" cy="3813174"/>
          </a:xfrm>
          <a:custGeom>
            <a:avLst/>
            <a:gdLst>
              <a:gd name="connsiteX0" fmla="*/ 128303 w 2478452"/>
              <a:gd name="connsiteY0" fmla="*/ 0 h 3813174"/>
              <a:gd name="connsiteX1" fmla="*/ 1001605 w 2478452"/>
              <a:gd name="connsiteY1" fmla="*/ 0 h 3813174"/>
              <a:gd name="connsiteX2" fmla="*/ 1476848 w 2478452"/>
              <a:gd name="connsiteY2" fmla="*/ 0 h 3813174"/>
              <a:gd name="connsiteX3" fmla="*/ 2350150 w 2478452"/>
              <a:gd name="connsiteY3" fmla="*/ 0 h 3813174"/>
              <a:gd name="connsiteX4" fmla="*/ 2478452 w 2478452"/>
              <a:gd name="connsiteY4" fmla="*/ 128151 h 3813174"/>
              <a:gd name="connsiteX5" fmla="*/ 2478452 w 2478452"/>
              <a:gd name="connsiteY5" fmla="*/ 137290 h 3813174"/>
              <a:gd name="connsiteX6" fmla="*/ 2478452 w 2478452"/>
              <a:gd name="connsiteY6" fmla="*/ 324346 h 3813174"/>
              <a:gd name="connsiteX7" fmla="*/ 2478452 w 2478452"/>
              <a:gd name="connsiteY7" fmla="*/ 1086904 h 3813174"/>
              <a:gd name="connsiteX8" fmla="*/ 2476500 w 2478452"/>
              <a:gd name="connsiteY8" fmla="*/ 1086904 h 3813174"/>
              <a:gd name="connsiteX9" fmla="*/ 2476500 w 2478452"/>
              <a:gd name="connsiteY9" fmla="*/ 3493935 h 3813174"/>
              <a:gd name="connsiteX10" fmla="*/ 2476500 w 2478452"/>
              <a:gd name="connsiteY10" fmla="*/ 3683405 h 3813174"/>
              <a:gd name="connsiteX11" fmla="*/ 2346731 w 2478452"/>
              <a:gd name="connsiteY11" fmla="*/ 3813174 h 3813174"/>
              <a:gd name="connsiteX12" fmla="*/ 129769 w 2478452"/>
              <a:gd name="connsiteY12" fmla="*/ 3813174 h 3813174"/>
              <a:gd name="connsiteX13" fmla="*/ 0 w 2478452"/>
              <a:gd name="connsiteY13" fmla="*/ 3683405 h 3813174"/>
              <a:gd name="connsiteX14" fmla="*/ 0 w 2478452"/>
              <a:gd name="connsiteY14" fmla="*/ 3493935 h 3813174"/>
              <a:gd name="connsiteX15" fmla="*/ 0 w 2478452"/>
              <a:gd name="connsiteY15" fmla="*/ 1086904 h 3813174"/>
              <a:gd name="connsiteX16" fmla="*/ 0 w 2478452"/>
              <a:gd name="connsiteY16" fmla="*/ 897434 h 3813174"/>
              <a:gd name="connsiteX17" fmla="*/ 0 w 2478452"/>
              <a:gd name="connsiteY17" fmla="*/ 137290 h 3813174"/>
              <a:gd name="connsiteX18" fmla="*/ 1 w 2478452"/>
              <a:gd name="connsiteY18" fmla="*/ 137290 h 3813174"/>
              <a:gd name="connsiteX19" fmla="*/ 1 w 2478452"/>
              <a:gd name="connsiteY19" fmla="*/ 128151 h 3813174"/>
              <a:gd name="connsiteX20" fmla="*/ 128303 w 2478452"/>
              <a:gd name="connsiteY20" fmla="*/ 0 h 3813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478452" h="3813174">
                <a:moveTo>
                  <a:pt x="128303" y="0"/>
                </a:moveTo>
                <a:lnTo>
                  <a:pt x="1001605" y="0"/>
                </a:lnTo>
                <a:lnTo>
                  <a:pt x="1476848" y="0"/>
                </a:lnTo>
                <a:lnTo>
                  <a:pt x="2350150" y="0"/>
                </a:lnTo>
                <a:cubicBezTo>
                  <a:pt x="2421009" y="0"/>
                  <a:pt x="2478452" y="57375"/>
                  <a:pt x="2478452" y="128151"/>
                </a:cubicBezTo>
                <a:lnTo>
                  <a:pt x="2478452" y="137290"/>
                </a:lnTo>
                <a:lnTo>
                  <a:pt x="2478452" y="324346"/>
                </a:lnTo>
                <a:lnTo>
                  <a:pt x="2478452" y="1086904"/>
                </a:lnTo>
                <a:lnTo>
                  <a:pt x="2476500" y="1086904"/>
                </a:lnTo>
                <a:lnTo>
                  <a:pt x="2476500" y="3493935"/>
                </a:lnTo>
                <a:lnTo>
                  <a:pt x="2476500" y="3683405"/>
                </a:lnTo>
                <a:cubicBezTo>
                  <a:pt x="2476500" y="3755074"/>
                  <a:pt x="2418400" y="3813174"/>
                  <a:pt x="2346731" y="3813174"/>
                </a:cubicBezTo>
                <a:lnTo>
                  <a:pt x="129769" y="3813174"/>
                </a:lnTo>
                <a:cubicBezTo>
                  <a:pt x="58100" y="3813174"/>
                  <a:pt x="0" y="3755074"/>
                  <a:pt x="0" y="3683405"/>
                </a:cubicBezTo>
                <a:lnTo>
                  <a:pt x="0" y="3493935"/>
                </a:lnTo>
                <a:lnTo>
                  <a:pt x="0" y="1086904"/>
                </a:lnTo>
                <a:lnTo>
                  <a:pt x="0" y="897434"/>
                </a:lnTo>
                <a:lnTo>
                  <a:pt x="0" y="137290"/>
                </a:lnTo>
                <a:lnTo>
                  <a:pt x="1" y="137290"/>
                </a:lnTo>
                <a:lnTo>
                  <a:pt x="1" y="128151"/>
                </a:lnTo>
                <a:cubicBezTo>
                  <a:pt x="1" y="57375"/>
                  <a:pt x="57444" y="0"/>
                  <a:pt x="128303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85000"/>
              </a:schemeClr>
            </a:solidFill>
          </a:ln>
        </p:spPr>
        <p:txBody>
          <a:bodyPr vert="horz" wrap="square" lIns="216000" tIns="792000" rIns="91440" bIns="45720" rtlCol="0" anchor="t" anchorCtr="0">
            <a:noAutofit/>
          </a:bodyPr>
          <a:lstStyle>
            <a:lvl1pPr>
              <a:spcAft>
                <a:spcPts val="1200"/>
              </a:spcAft>
              <a:defRPr lang="en-US" sz="1800" b="1" dirty="0">
                <a:solidFill>
                  <a:schemeClr val="tx2"/>
                </a:solidFill>
              </a:defRPr>
            </a:lvl1pPr>
            <a:lvl2pPr marL="171450" indent="-171450">
              <a:buFont typeface="Wingdings" pitchFamily="2" charset="2"/>
              <a:buChar char="§"/>
              <a:defRPr/>
            </a:lvl2pPr>
          </a:lstStyle>
          <a:p>
            <a:pPr lvl="0"/>
            <a:endParaRPr lang="en-US" dirty="0"/>
          </a:p>
          <a:p>
            <a:pPr lvl="1"/>
            <a:endParaRPr lang="en-US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4A7075C0-E044-BF45-A0C5-A0AB8C3552CE}"/>
              </a:ext>
            </a:extLst>
          </p:cNvPr>
          <p:cNvSpPr>
            <a:spLocks noGrp="1"/>
          </p:cNvSpPr>
          <p:nvPr userDrawn="1">
            <p:ph type="pic" sz="quarter" idx="16"/>
          </p:nvPr>
        </p:nvSpPr>
        <p:spPr>
          <a:xfrm>
            <a:off x="990986" y="1818889"/>
            <a:ext cx="309562" cy="3095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 dirty="0"/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50BF6C57-F5E3-A743-9F85-41D89E1EBF15}"/>
              </a:ext>
            </a:extLst>
          </p:cNvPr>
          <p:cNvSpPr>
            <a:spLocks noGrp="1"/>
          </p:cNvSpPr>
          <p:nvPr userDrawn="1">
            <p:ph type="pic" sz="quarter" idx="20"/>
          </p:nvPr>
        </p:nvSpPr>
        <p:spPr>
          <a:xfrm>
            <a:off x="3621452" y="1818889"/>
            <a:ext cx="309562" cy="3095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 dirty="0"/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C29040D5-B3CA-234B-B359-179421D95DD1}"/>
              </a:ext>
            </a:extLst>
          </p:cNvPr>
          <p:cNvSpPr>
            <a:spLocks noGrp="1"/>
          </p:cNvSpPr>
          <p:nvPr userDrawn="1">
            <p:ph type="pic" sz="quarter" idx="23"/>
          </p:nvPr>
        </p:nvSpPr>
        <p:spPr>
          <a:xfrm>
            <a:off x="6334255" y="1818889"/>
            <a:ext cx="309562" cy="3095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 dirty="0"/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4010E7BE-EB3C-FB4F-90B8-C7D492F5A07F}"/>
              </a:ext>
            </a:extLst>
          </p:cNvPr>
          <p:cNvSpPr>
            <a:spLocks noGrp="1"/>
          </p:cNvSpPr>
          <p:nvPr userDrawn="1">
            <p:ph type="pic" sz="quarter" idx="30"/>
          </p:nvPr>
        </p:nvSpPr>
        <p:spPr>
          <a:xfrm>
            <a:off x="8986839" y="1818889"/>
            <a:ext cx="309562" cy="3095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x-none" dirty="0"/>
          </a:p>
        </p:txBody>
      </p:sp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4224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карточки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1D26480-3665-6F44-B084-BF4E502B75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62000" y="2607730"/>
            <a:ext cx="2476500" cy="2726270"/>
          </a:xfrm>
          <a:prstGeom prst="round2SameRect">
            <a:avLst>
              <a:gd name="adj1" fmla="val 0"/>
              <a:gd name="adj2" fmla="val 5561"/>
            </a:avLst>
          </a:prstGeom>
          <a:ln w="6350">
            <a:solidFill>
              <a:schemeClr val="bg1">
                <a:lumMod val="85000"/>
              </a:schemeClr>
            </a:solidFill>
          </a:ln>
        </p:spPr>
        <p:txBody>
          <a:bodyPr lIns="144000" tIns="251999">
            <a:noAutofit/>
          </a:bodyPr>
          <a:lstStyle>
            <a:lvl1pPr marL="171450" indent="-171450">
              <a:buFont typeface="Wingdings" pitchFamily="2" charset="2"/>
              <a:buChar char="§"/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/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3810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7D0C0BDC-2326-C342-A268-BCB330DC8F0F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762000" y="1520826"/>
            <a:ext cx="2478452" cy="1086904"/>
          </a:xfrm>
          <a:custGeom>
            <a:avLst/>
            <a:gdLst>
              <a:gd name="connsiteX0" fmla="*/ 128302 w 2478452"/>
              <a:gd name="connsiteY0" fmla="*/ 0 h 1086904"/>
              <a:gd name="connsiteX1" fmla="*/ 1001604 w 2478452"/>
              <a:gd name="connsiteY1" fmla="*/ 0 h 1086904"/>
              <a:gd name="connsiteX2" fmla="*/ 1476847 w 2478452"/>
              <a:gd name="connsiteY2" fmla="*/ 0 h 1086904"/>
              <a:gd name="connsiteX3" fmla="*/ 2350149 w 2478452"/>
              <a:gd name="connsiteY3" fmla="*/ 0 h 1086904"/>
              <a:gd name="connsiteX4" fmla="*/ 2478451 w 2478452"/>
              <a:gd name="connsiteY4" fmla="*/ 128151 h 1086904"/>
              <a:gd name="connsiteX5" fmla="*/ 2478451 w 2478452"/>
              <a:gd name="connsiteY5" fmla="*/ 137290 h 1086904"/>
              <a:gd name="connsiteX6" fmla="*/ 2478452 w 2478452"/>
              <a:gd name="connsiteY6" fmla="*/ 137290 h 1086904"/>
              <a:gd name="connsiteX7" fmla="*/ 2478452 w 2478452"/>
              <a:gd name="connsiteY7" fmla="*/ 1086904 h 1086904"/>
              <a:gd name="connsiteX8" fmla="*/ 0 w 2478452"/>
              <a:gd name="connsiteY8" fmla="*/ 1086904 h 1086904"/>
              <a:gd name="connsiteX9" fmla="*/ 0 w 2478452"/>
              <a:gd name="connsiteY9" fmla="*/ 324346 h 1086904"/>
              <a:gd name="connsiteX10" fmla="*/ 0 w 2478452"/>
              <a:gd name="connsiteY10" fmla="*/ 137290 h 1086904"/>
              <a:gd name="connsiteX11" fmla="*/ 0 w 2478452"/>
              <a:gd name="connsiteY11" fmla="*/ 128151 h 1086904"/>
              <a:gd name="connsiteX12" fmla="*/ 128302 w 2478452"/>
              <a:gd name="connsiteY12" fmla="*/ 0 h 1086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78452" h="1086904">
                <a:moveTo>
                  <a:pt x="128302" y="0"/>
                </a:moveTo>
                <a:lnTo>
                  <a:pt x="1001604" y="0"/>
                </a:lnTo>
                <a:lnTo>
                  <a:pt x="1476847" y="0"/>
                </a:lnTo>
                <a:lnTo>
                  <a:pt x="2350149" y="0"/>
                </a:lnTo>
                <a:cubicBezTo>
                  <a:pt x="2421008" y="0"/>
                  <a:pt x="2478451" y="57375"/>
                  <a:pt x="2478451" y="128151"/>
                </a:cubicBezTo>
                <a:lnTo>
                  <a:pt x="2478451" y="137290"/>
                </a:lnTo>
                <a:lnTo>
                  <a:pt x="2478452" y="137290"/>
                </a:lnTo>
                <a:lnTo>
                  <a:pt x="2478452" y="1086904"/>
                </a:lnTo>
                <a:lnTo>
                  <a:pt x="0" y="1086904"/>
                </a:lnTo>
                <a:lnTo>
                  <a:pt x="0" y="324346"/>
                </a:lnTo>
                <a:lnTo>
                  <a:pt x="0" y="137290"/>
                </a:lnTo>
                <a:lnTo>
                  <a:pt x="0" y="128151"/>
                </a:lnTo>
                <a:cubicBezTo>
                  <a:pt x="0" y="57375"/>
                  <a:pt x="57443" y="0"/>
                  <a:pt x="128302" y="0"/>
                </a:cubicBezTo>
                <a:close/>
              </a:path>
            </a:pathLst>
          </a:custGeom>
          <a:solidFill>
            <a:srgbClr val="181C2B"/>
          </a:solidFill>
          <a:ln w="6350">
            <a:noFill/>
          </a:ln>
        </p:spPr>
        <p:txBody>
          <a:bodyPr wrap="square" lIns="144000" anchor="ctr" anchorCtr="0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984ABD50-E1AF-4748-8BA1-5A7048FBFFC8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3429000" y="2607730"/>
            <a:ext cx="2476500" cy="2726270"/>
          </a:xfrm>
          <a:prstGeom prst="round2SameRect">
            <a:avLst>
              <a:gd name="adj1" fmla="val 0"/>
              <a:gd name="adj2" fmla="val 4995"/>
            </a:avLst>
          </a:prstGeom>
          <a:ln w="6350">
            <a:solidFill>
              <a:schemeClr val="bg1">
                <a:lumMod val="85000"/>
              </a:schemeClr>
            </a:solidFill>
          </a:ln>
        </p:spPr>
        <p:txBody>
          <a:bodyPr lIns="144000" tIns="251999">
            <a:noAutofit/>
          </a:bodyPr>
          <a:lstStyle>
            <a:lvl1pPr marL="171450" indent="-171450">
              <a:buFont typeface="Wingdings" pitchFamily="2" charset="2"/>
              <a:buChar char="§"/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F96386FD-62DF-AD42-9177-C3D8AF59C42F}"/>
              </a:ext>
            </a:extLst>
          </p:cNvPr>
          <p:cNvSpPr>
            <a:spLocks noGrp="1"/>
          </p:cNvSpPr>
          <p:nvPr userDrawn="1">
            <p:ph type="body" sz="quarter" idx="19"/>
          </p:nvPr>
        </p:nvSpPr>
        <p:spPr>
          <a:xfrm>
            <a:off x="3429000" y="1520826"/>
            <a:ext cx="2478452" cy="1086904"/>
          </a:xfrm>
          <a:custGeom>
            <a:avLst/>
            <a:gdLst>
              <a:gd name="connsiteX0" fmla="*/ 128303 w 2478452"/>
              <a:gd name="connsiteY0" fmla="*/ 0 h 1086904"/>
              <a:gd name="connsiteX1" fmla="*/ 1001605 w 2478452"/>
              <a:gd name="connsiteY1" fmla="*/ 0 h 1086904"/>
              <a:gd name="connsiteX2" fmla="*/ 1476848 w 2478452"/>
              <a:gd name="connsiteY2" fmla="*/ 0 h 1086904"/>
              <a:gd name="connsiteX3" fmla="*/ 2350150 w 2478452"/>
              <a:gd name="connsiteY3" fmla="*/ 0 h 1086904"/>
              <a:gd name="connsiteX4" fmla="*/ 2478452 w 2478452"/>
              <a:gd name="connsiteY4" fmla="*/ 128151 h 1086904"/>
              <a:gd name="connsiteX5" fmla="*/ 2478452 w 2478452"/>
              <a:gd name="connsiteY5" fmla="*/ 137290 h 1086904"/>
              <a:gd name="connsiteX6" fmla="*/ 2478452 w 2478452"/>
              <a:gd name="connsiteY6" fmla="*/ 324346 h 1086904"/>
              <a:gd name="connsiteX7" fmla="*/ 2478452 w 2478452"/>
              <a:gd name="connsiteY7" fmla="*/ 1086904 h 1086904"/>
              <a:gd name="connsiteX8" fmla="*/ 0 w 2478452"/>
              <a:gd name="connsiteY8" fmla="*/ 1086904 h 1086904"/>
              <a:gd name="connsiteX9" fmla="*/ 0 w 2478452"/>
              <a:gd name="connsiteY9" fmla="*/ 137290 h 1086904"/>
              <a:gd name="connsiteX10" fmla="*/ 1 w 2478452"/>
              <a:gd name="connsiteY10" fmla="*/ 137290 h 1086904"/>
              <a:gd name="connsiteX11" fmla="*/ 1 w 2478452"/>
              <a:gd name="connsiteY11" fmla="*/ 128151 h 1086904"/>
              <a:gd name="connsiteX12" fmla="*/ 128303 w 2478452"/>
              <a:gd name="connsiteY12" fmla="*/ 0 h 1086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78452" h="1086904">
                <a:moveTo>
                  <a:pt x="128303" y="0"/>
                </a:moveTo>
                <a:lnTo>
                  <a:pt x="1001605" y="0"/>
                </a:lnTo>
                <a:lnTo>
                  <a:pt x="1476848" y="0"/>
                </a:lnTo>
                <a:lnTo>
                  <a:pt x="2350150" y="0"/>
                </a:lnTo>
                <a:cubicBezTo>
                  <a:pt x="2421009" y="0"/>
                  <a:pt x="2478452" y="57375"/>
                  <a:pt x="2478452" y="128151"/>
                </a:cubicBezTo>
                <a:lnTo>
                  <a:pt x="2478452" y="137290"/>
                </a:lnTo>
                <a:lnTo>
                  <a:pt x="2478452" y="324346"/>
                </a:lnTo>
                <a:lnTo>
                  <a:pt x="2478452" y="1086904"/>
                </a:lnTo>
                <a:lnTo>
                  <a:pt x="0" y="1086904"/>
                </a:lnTo>
                <a:lnTo>
                  <a:pt x="0" y="137290"/>
                </a:lnTo>
                <a:lnTo>
                  <a:pt x="1" y="137290"/>
                </a:lnTo>
                <a:lnTo>
                  <a:pt x="1" y="128151"/>
                </a:lnTo>
                <a:cubicBezTo>
                  <a:pt x="1" y="57375"/>
                  <a:pt x="57444" y="0"/>
                  <a:pt x="128303" y="0"/>
                </a:cubicBezTo>
                <a:close/>
              </a:path>
            </a:pathLst>
          </a:custGeom>
          <a:solidFill>
            <a:srgbClr val="181C2B"/>
          </a:solidFill>
          <a:ln w="6350">
            <a:noFill/>
          </a:ln>
        </p:spPr>
        <p:txBody>
          <a:bodyPr wrap="square" lIns="144000" anchor="ctr" anchorCtr="0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72319495-05E1-F547-A40D-8A0D532534C3}"/>
              </a:ext>
            </a:extLst>
          </p:cNvPr>
          <p:cNvSpPr>
            <a:spLocks noGrp="1"/>
          </p:cNvSpPr>
          <p:nvPr userDrawn="1">
            <p:ph type="body" sz="quarter" idx="21"/>
          </p:nvPr>
        </p:nvSpPr>
        <p:spPr>
          <a:xfrm>
            <a:off x="6106297" y="2607730"/>
            <a:ext cx="2476500" cy="2726270"/>
          </a:xfrm>
          <a:prstGeom prst="round2SameRect">
            <a:avLst>
              <a:gd name="adj1" fmla="val 0"/>
              <a:gd name="adj2" fmla="val 5240"/>
            </a:avLst>
          </a:prstGeom>
          <a:ln w="6350">
            <a:solidFill>
              <a:schemeClr val="bg1">
                <a:lumMod val="85000"/>
              </a:schemeClr>
            </a:solidFill>
          </a:ln>
        </p:spPr>
        <p:txBody>
          <a:bodyPr lIns="144000" tIns="251999">
            <a:noAutofit/>
          </a:bodyPr>
          <a:lstStyle>
            <a:lvl1pPr marL="171450" indent="-171450">
              <a:buFont typeface="Wingdings" pitchFamily="2" charset="2"/>
              <a:buChar char="§"/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95658AED-E294-2343-ACC5-C4EE927BF084}"/>
              </a:ext>
            </a:extLst>
          </p:cNvPr>
          <p:cNvSpPr>
            <a:spLocks noGrp="1"/>
          </p:cNvSpPr>
          <p:nvPr userDrawn="1">
            <p:ph type="body" sz="quarter" idx="22"/>
          </p:nvPr>
        </p:nvSpPr>
        <p:spPr>
          <a:xfrm>
            <a:off x="6106297" y="1520826"/>
            <a:ext cx="2478452" cy="1086904"/>
          </a:xfrm>
          <a:custGeom>
            <a:avLst/>
            <a:gdLst>
              <a:gd name="connsiteX0" fmla="*/ 128303 w 2478452"/>
              <a:gd name="connsiteY0" fmla="*/ 0 h 1086904"/>
              <a:gd name="connsiteX1" fmla="*/ 1001605 w 2478452"/>
              <a:gd name="connsiteY1" fmla="*/ 0 h 1086904"/>
              <a:gd name="connsiteX2" fmla="*/ 1476848 w 2478452"/>
              <a:gd name="connsiteY2" fmla="*/ 0 h 1086904"/>
              <a:gd name="connsiteX3" fmla="*/ 2350150 w 2478452"/>
              <a:gd name="connsiteY3" fmla="*/ 0 h 1086904"/>
              <a:gd name="connsiteX4" fmla="*/ 2478452 w 2478452"/>
              <a:gd name="connsiteY4" fmla="*/ 128151 h 1086904"/>
              <a:gd name="connsiteX5" fmla="*/ 2478452 w 2478452"/>
              <a:gd name="connsiteY5" fmla="*/ 137290 h 1086904"/>
              <a:gd name="connsiteX6" fmla="*/ 2478452 w 2478452"/>
              <a:gd name="connsiteY6" fmla="*/ 324346 h 1086904"/>
              <a:gd name="connsiteX7" fmla="*/ 2478452 w 2478452"/>
              <a:gd name="connsiteY7" fmla="*/ 1086904 h 1086904"/>
              <a:gd name="connsiteX8" fmla="*/ 0 w 2478452"/>
              <a:gd name="connsiteY8" fmla="*/ 1086904 h 1086904"/>
              <a:gd name="connsiteX9" fmla="*/ 0 w 2478452"/>
              <a:gd name="connsiteY9" fmla="*/ 137290 h 1086904"/>
              <a:gd name="connsiteX10" fmla="*/ 1 w 2478452"/>
              <a:gd name="connsiteY10" fmla="*/ 137290 h 1086904"/>
              <a:gd name="connsiteX11" fmla="*/ 1 w 2478452"/>
              <a:gd name="connsiteY11" fmla="*/ 128151 h 1086904"/>
              <a:gd name="connsiteX12" fmla="*/ 128303 w 2478452"/>
              <a:gd name="connsiteY12" fmla="*/ 0 h 1086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78452" h="1086904">
                <a:moveTo>
                  <a:pt x="128303" y="0"/>
                </a:moveTo>
                <a:lnTo>
                  <a:pt x="1001605" y="0"/>
                </a:lnTo>
                <a:lnTo>
                  <a:pt x="1476848" y="0"/>
                </a:lnTo>
                <a:lnTo>
                  <a:pt x="2350150" y="0"/>
                </a:lnTo>
                <a:cubicBezTo>
                  <a:pt x="2421009" y="0"/>
                  <a:pt x="2478452" y="57375"/>
                  <a:pt x="2478452" y="128151"/>
                </a:cubicBezTo>
                <a:lnTo>
                  <a:pt x="2478452" y="137290"/>
                </a:lnTo>
                <a:lnTo>
                  <a:pt x="2478452" y="324346"/>
                </a:lnTo>
                <a:lnTo>
                  <a:pt x="2478452" y="1086904"/>
                </a:lnTo>
                <a:lnTo>
                  <a:pt x="0" y="1086904"/>
                </a:lnTo>
                <a:lnTo>
                  <a:pt x="0" y="137290"/>
                </a:lnTo>
                <a:lnTo>
                  <a:pt x="1" y="137290"/>
                </a:lnTo>
                <a:lnTo>
                  <a:pt x="1" y="128151"/>
                </a:lnTo>
                <a:cubicBezTo>
                  <a:pt x="1" y="57375"/>
                  <a:pt x="57444" y="0"/>
                  <a:pt x="128303" y="0"/>
                </a:cubicBezTo>
                <a:close/>
              </a:path>
            </a:pathLst>
          </a:custGeom>
          <a:solidFill>
            <a:srgbClr val="181C2B"/>
          </a:solidFill>
          <a:ln w="6350">
            <a:noFill/>
          </a:ln>
        </p:spPr>
        <p:txBody>
          <a:bodyPr wrap="square" lIns="144000" anchor="ctr" anchorCtr="0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8">
            <a:extLst>
              <a:ext uri="{FF2B5EF4-FFF2-40B4-BE49-F238E27FC236}">
                <a16:creationId xmlns:a16="http://schemas.microsoft.com/office/drawing/2014/main" id="{BF976C2F-D2EB-A94A-AEBE-E99C5D8E59AF}"/>
              </a:ext>
            </a:extLst>
          </p:cNvPr>
          <p:cNvSpPr>
            <a:spLocks noGrp="1"/>
          </p:cNvSpPr>
          <p:nvPr userDrawn="1">
            <p:ph type="body" sz="quarter" idx="24"/>
          </p:nvPr>
        </p:nvSpPr>
        <p:spPr>
          <a:xfrm>
            <a:off x="8778553" y="2607730"/>
            <a:ext cx="2476500" cy="2726270"/>
          </a:xfrm>
          <a:prstGeom prst="round2SameRect">
            <a:avLst>
              <a:gd name="adj1" fmla="val 0"/>
              <a:gd name="adj2" fmla="val 5240"/>
            </a:avLst>
          </a:prstGeom>
          <a:ln w="6350">
            <a:solidFill>
              <a:schemeClr val="bg1">
                <a:lumMod val="85000"/>
              </a:schemeClr>
            </a:solidFill>
          </a:ln>
        </p:spPr>
        <p:txBody>
          <a:bodyPr lIns="144000" tIns="251999">
            <a:noAutofit/>
          </a:bodyPr>
          <a:lstStyle>
            <a:lvl1pPr marL="171450" indent="-171450">
              <a:buFont typeface="Wingdings" pitchFamily="2" charset="2"/>
              <a:buChar char="§"/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ACDEB9C7-2BF5-8D43-ACB2-F1512B1035D0}"/>
              </a:ext>
            </a:extLst>
          </p:cNvPr>
          <p:cNvSpPr>
            <a:spLocks noGrp="1"/>
          </p:cNvSpPr>
          <p:nvPr userDrawn="1">
            <p:ph type="body" sz="quarter" idx="25"/>
          </p:nvPr>
        </p:nvSpPr>
        <p:spPr>
          <a:xfrm>
            <a:off x="8778553" y="1520826"/>
            <a:ext cx="2478452" cy="1086904"/>
          </a:xfrm>
          <a:custGeom>
            <a:avLst/>
            <a:gdLst>
              <a:gd name="connsiteX0" fmla="*/ 128303 w 2478452"/>
              <a:gd name="connsiteY0" fmla="*/ 0 h 1086904"/>
              <a:gd name="connsiteX1" fmla="*/ 1001605 w 2478452"/>
              <a:gd name="connsiteY1" fmla="*/ 0 h 1086904"/>
              <a:gd name="connsiteX2" fmla="*/ 1476848 w 2478452"/>
              <a:gd name="connsiteY2" fmla="*/ 0 h 1086904"/>
              <a:gd name="connsiteX3" fmla="*/ 2350150 w 2478452"/>
              <a:gd name="connsiteY3" fmla="*/ 0 h 1086904"/>
              <a:gd name="connsiteX4" fmla="*/ 2478452 w 2478452"/>
              <a:gd name="connsiteY4" fmla="*/ 128151 h 1086904"/>
              <a:gd name="connsiteX5" fmla="*/ 2478452 w 2478452"/>
              <a:gd name="connsiteY5" fmla="*/ 137290 h 1086904"/>
              <a:gd name="connsiteX6" fmla="*/ 2478452 w 2478452"/>
              <a:gd name="connsiteY6" fmla="*/ 324346 h 1086904"/>
              <a:gd name="connsiteX7" fmla="*/ 2478452 w 2478452"/>
              <a:gd name="connsiteY7" fmla="*/ 1086904 h 1086904"/>
              <a:gd name="connsiteX8" fmla="*/ 0 w 2478452"/>
              <a:gd name="connsiteY8" fmla="*/ 1086904 h 1086904"/>
              <a:gd name="connsiteX9" fmla="*/ 0 w 2478452"/>
              <a:gd name="connsiteY9" fmla="*/ 137290 h 1086904"/>
              <a:gd name="connsiteX10" fmla="*/ 1 w 2478452"/>
              <a:gd name="connsiteY10" fmla="*/ 137290 h 1086904"/>
              <a:gd name="connsiteX11" fmla="*/ 1 w 2478452"/>
              <a:gd name="connsiteY11" fmla="*/ 128151 h 1086904"/>
              <a:gd name="connsiteX12" fmla="*/ 128303 w 2478452"/>
              <a:gd name="connsiteY12" fmla="*/ 0 h 1086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78452" h="1086904">
                <a:moveTo>
                  <a:pt x="128303" y="0"/>
                </a:moveTo>
                <a:lnTo>
                  <a:pt x="1001605" y="0"/>
                </a:lnTo>
                <a:lnTo>
                  <a:pt x="1476848" y="0"/>
                </a:lnTo>
                <a:lnTo>
                  <a:pt x="2350150" y="0"/>
                </a:lnTo>
                <a:cubicBezTo>
                  <a:pt x="2421009" y="0"/>
                  <a:pt x="2478452" y="57375"/>
                  <a:pt x="2478452" y="128151"/>
                </a:cubicBezTo>
                <a:lnTo>
                  <a:pt x="2478452" y="137290"/>
                </a:lnTo>
                <a:lnTo>
                  <a:pt x="2478452" y="324346"/>
                </a:lnTo>
                <a:lnTo>
                  <a:pt x="2478452" y="1086904"/>
                </a:lnTo>
                <a:lnTo>
                  <a:pt x="0" y="1086904"/>
                </a:lnTo>
                <a:lnTo>
                  <a:pt x="0" y="137290"/>
                </a:lnTo>
                <a:lnTo>
                  <a:pt x="1" y="137290"/>
                </a:lnTo>
                <a:lnTo>
                  <a:pt x="1" y="128151"/>
                </a:lnTo>
                <a:cubicBezTo>
                  <a:pt x="1" y="57375"/>
                  <a:pt x="57444" y="0"/>
                  <a:pt x="128303" y="0"/>
                </a:cubicBezTo>
                <a:close/>
              </a:path>
            </a:pathLst>
          </a:custGeom>
          <a:solidFill>
            <a:srgbClr val="181C2B"/>
          </a:solidFill>
          <a:ln w="6350">
            <a:noFill/>
          </a:ln>
        </p:spPr>
        <p:txBody>
          <a:bodyPr wrap="square" lIns="144000" anchor="ctr" anchorCtr="0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984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карточки с изображением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icture Placeholder 49">
            <a:extLst>
              <a:ext uri="{FF2B5EF4-FFF2-40B4-BE49-F238E27FC236}">
                <a16:creationId xmlns:a16="http://schemas.microsoft.com/office/drawing/2014/main" id="{833F92EC-DD41-7F47-919F-C6C35669786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778553" y="1520826"/>
            <a:ext cx="2478452" cy="1344625"/>
          </a:xfrm>
          <a:custGeom>
            <a:avLst/>
            <a:gdLst>
              <a:gd name="connsiteX0" fmla="*/ 128303 w 2478452"/>
              <a:gd name="connsiteY0" fmla="*/ 0 h 1344625"/>
              <a:gd name="connsiteX1" fmla="*/ 1001605 w 2478452"/>
              <a:gd name="connsiteY1" fmla="*/ 0 h 1344625"/>
              <a:gd name="connsiteX2" fmla="*/ 1476848 w 2478452"/>
              <a:gd name="connsiteY2" fmla="*/ 0 h 1344625"/>
              <a:gd name="connsiteX3" fmla="*/ 2350150 w 2478452"/>
              <a:gd name="connsiteY3" fmla="*/ 0 h 1344625"/>
              <a:gd name="connsiteX4" fmla="*/ 2478452 w 2478452"/>
              <a:gd name="connsiteY4" fmla="*/ 128151 h 1344625"/>
              <a:gd name="connsiteX5" fmla="*/ 2478452 w 2478452"/>
              <a:gd name="connsiteY5" fmla="*/ 137290 h 1344625"/>
              <a:gd name="connsiteX6" fmla="*/ 2478452 w 2478452"/>
              <a:gd name="connsiteY6" fmla="*/ 324346 h 1344625"/>
              <a:gd name="connsiteX7" fmla="*/ 2478452 w 2478452"/>
              <a:gd name="connsiteY7" fmla="*/ 955674 h 1344625"/>
              <a:gd name="connsiteX8" fmla="*/ 2478452 w 2478452"/>
              <a:gd name="connsiteY8" fmla="*/ 1055396 h 1344625"/>
              <a:gd name="connsiteX9" fmla="*/ 2478452 w 2478452"/>
              <a:gd name="connsiteY9" fmla="*/ 1086904 h 1344625"/>
              <a:gd name="connsiteX10" fmla="*/ 2478452 w 2478452"/>
              <a:gd name="connsiteY10" fmla="*/ 1146174 h 1344625"/>
              <a:gd name="connsiteX11" fmla="*/ 2478452 w 2478452"/>
              <a:gd name="connsiteY11" fmla="*/ 1344625 h 1344625"/>
              <a:gd name="connsiteX12" fmla="*/ 1952 w 2478452"/>
              <a:gd name="connsiteY12" fmla="*/ 1344625 h 1344625"/>
              <a:gd name="connsiteX13" fmla="*/ 1952 w 2478452"/>
              <a:gd name="connsiteY13" fmla="*/ 1146174 h 1344625"/>
              <a:gd name="connsiteX14" fmla="*/ 1952 w 2478452"/>
              <a:gd name="connsiteY14" fmla="*/ 1086904 h 1344625"/>
              <a:gd name="connsiteX15" fmla="*/ 0 w 2478452"/>
              <a:gd name="connsiteY15" fmla="*/ 1086904 h 1344625"/>
              <a:gd name="connsiteX16" fmla="*/ 0 w 2478452"/>
              <a:gd name="connsiteY16" fmla="*/ 137290 h 1344625"/>
              <a:gd name="connsiteX17" fmla="*/ 1 w 2478452"/>
              <a:gd name="connsiteY17" fmla="*/ 137290 h 1344625"/>
              <a:gd name="connsiteX18" fmla="*/ 1 w 2478452"/>
              <a:gd name="connsiteY18" fmla="*/ 128151 h 1344625"/>
              <a:gd name="connsiteX19" fmla="*/ 128303 w 2478452"/>
              <a:gd name="connsiteY19" fmla="*/ 0 h 1344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478452" h="1344625">
                <a:moveTo>
                  <a:pt x="128303" y="0"/>
                </a:moveTo>
                <a:lnTo>
                  <a:pt x="1001605" y="0"/>
                </a:lnTo>
                <a:lnTo>
                  <a:pt x="1476848" y="0"/>
                </a:lnTo>
                <a:lnTo>
                  <a:pt x="2350150" y="0"/>
                </a:lnTo>
                <a:cubicBezTo>
                  <a:pt x="2421009" y="0"/>
                  <a:pt x="2478452" y="57375"/>
                  <a:pt x="2478452" y="128151"/>
                </a:cubicBezTo>
                <a:lnTo>
                  <a:pt x="2478452" y="137290"/>
                </a:lnTo>
                <a:lnTo>
                  <a:pt x="2478452" y="324346"/>
                </a:lnTo>
                <a:lnTo>
                  <a:pt x="2478452" y="955674"/>
                </a:lnTo>
                <a:lnTo>
                  <a:pt x="2478452" y="1055396"/>
                </a:lnTo>
                <a:lnTo>
                  <a:pt x="2478452" y="1086904"/>
                </a:lnTo>
                <a:lnTo>
                  <a:pt x="2478452" y="1146174"/>
                </a:lnTo>
                <a:lnTo>
                  <a:pt x="2478452" y="1344625"/>
                </a:lnTo>
                <a:lnTo>
                  <a:pt x="1952" y="1344625"/>
                </a:lnTo>
                <a:lnTo>
                  <a:pt x="1952" y="1146174"/>
                </a:lnTo>
                <a:lnTo>
                  <a:pt x="1952" y="1086904"/>
                </a:lnTo>
                <a:lnTo>
                  <a:pt x="0" y="1086904"/>
                </a:lnTo>
                <a:lnTo>
                  <a:pt x="0" y="137290"/>
                </a:lnTo>
                <a:lnTo>
                  <a:pt x="1" y="137290"/>
                </a:lnTo>
                <a:lnTo>
                  <a:pt x="1" y="128151"/>
                </a:lnTo>
                <a:cubicBezTo>
                  <a:pt x="1" y="57375"/>
                  <a:pt x="57444" y="0"/>
                  <a:pt x="12830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x-none"/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894AD9BD-4196-EE44-B110-D58F17EC488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06297" y="1520826"/>
            <a:ext cx="2478452" cy="1344625"/>
          </a:xfrm>
          <a:custGeom>
            <a:avLst/>
            <a:gdLst>
              <a:gd name="connsiteX0" fmla="*/ 128303 w 2478452"/>
              <a:gd name="connsiteY0" fmla="*/ 0 h 1344625"/>
              <a:gd name="connsiteX1" fmla="*/ 1001605 w 2478452"/>
              <a:gd name="connsiteY1" fmla="*/ 0 h 1344625"/>
              <a:gd name="connsiteX2" fmla="*/ 1476848 w 2478452"/>
              <a:gd name="connsiteY2" fmla="*/ 0 h 1344625"/>
              <a:gd name="connsiteX3" fmla="*/ 2350150 w 2478452"/>
              <a:gd name="connsiteY3" fmla="*/ 0 h 1344625"/>
              <a:gd name="connsiteX4" fmla="*/ 2478452 w 2478452"/>
              <a:gd name="connsiteY4" fmla="*/ 128151 h 1344625"/>
              <a:gd name="connsiteX5" fmla="*/ 2478452 w 2478452"/>
              <a:gd name="connsiteY5" fmla="*/ 137290 h 1344625"/>
              <a:gd name="connsiteX6" fmla="*/ 2478452 w 2478452"/>
              <a:gd name="connsiteY6" fmla="*/ 324346 h 1344625"/>
              <a:gd name="connsiteX7" fmla="*/ 2478452 w 2478452"/>
              <a:gd name="connsiteY7" fmla="*/ 955674 h 1344625"/>
              <a:gd name="connsiteX8" fmla="*/ 2478452 w 2478452"/>
              <a:gd name="connsiteY8" fmla="*/ 1055396 h 1344625"/>
              <a:gd name="connsiteX9" fmla="*/ 2478452 w 2478452"/>
              <a:gd name="connsiteY9" fmla="*/ 1086904 h 1344625"/>
              <a:gd name="connsiteX10" fmla="*/ 2478452 w 2478452"/>
              <a:gd name="connsiteY10" fmla="*/ 1146174 h 1344625"/>
              <a:gd name="connsiteX11" fmla="*/ 2478452 w 2478452"/>
              <a:gd name="connsiteY11" fmla="*/ 1344625 h 1344625"/>
              <a:gd name="connsiteX12" fmla="*/ 1952 w 2478452"/>
              <a:gd name="connsiteY12" fmla="*/ 1344625 h 1344625"/>
              <a:gd name="connsiteX13" fmla="*/ 1952 w 2478452"/>
              <a:gd name="connsiteY13" fmla="*/ 1146174 h 1344625"/>
              <a:gd name="connsiteX14" fmla="*/ 1952 w 2478452"/>
              <a:gd name="connsiteY14" fmla="*/ 1086904 h 1344625"/>
              <a:gd name="connsiteX15" fmla="*/ 0 w 2478452"/>
              <a:gd name="connsiteY15" fmla="*/ 1086904 h 1344625"/>
              <a:gd name="connsiteX16" fmla="*/ 0 w 2478452"/>
              <a:gd name="connsiteY16" fmla="*/ 137290 h 1344625"/>
              <a:gd name="connsiteX17" fmla="*/ 1 w 2478452"/>
              <a:gd name="connsiteY17" fmla="*/ 137290 h 1344625"/>
              <a:gd name="connsiteX18" fmla="*/ 1 w 2478452"/>
              <a:gd name="connsiteY18" fmla="*/ 128151 h 1344625"/>
              <a:gd name="connsiteX19" fmla="*/ 128303 w 2478452"/>
              <a:gd name="connsiteY19" fmla="*/ 0 h 1344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478452" h="1344625">
                <a:moveTo>
                  <a:pt x="128303" y="0"/>
                </a:moveTo>
                <a:lnTo>
                  <a:pt x="1001605" y="0"/>
                </a:lnTo>
                <a:lnTo>
                  <a:pt x="1476848" y="0"/>
                </a:lnTo>
                <a:lnTo>
                  <a:pt x="2350150" y="0"/>
                </a:lnTo>
                <a:cubicBezTo>
                  <a:pt x="2421009" y="0"/>
                  <a:pt x="2478452" y="57375"/>
                  <a:pt x="2478452" y="128151"/>
                </a:cubicBezTo>
                <a:lnTo>
                  <a:pt x="2478452" y="137290"/>
                </a:lnTo>
                <a:lnTo>
                  <a:pt x="2478452" y="324346"/>
                </a:lnTo>
                <a:lnTo>
                  <a:pt x="2478452" y="955674"/>
                </a:lnTo>
                <a:lnTo>
                  <a:pt x="2478452" y="1055396"/>
                </a:lnTo>
                <a:lnTo>
                  <a:pt x="2478452" y="1086904"/>
                </a:lnTo>
                <a:lnTo>
                  <a:pt x="2478452" y="1146174"/>
                </a:lnTo>
                <a:lnTo>
                  <a:pt x="2478452" y="1344625"/>
                </a:lnTo>
                <a:lnTo>
                  <a:pt x="1952" y="1344625"/>
                </a:lnTo>
                <a:lnTo>
                  <a:pt x="1952" y="1146174"/>
                </a:lnTo>
                <a:lnTo>
                  <a:pt x="1952" y="1086904"/>
                </a:lnTo>
                <a:lnTo>
                  <a:pt x="0" y="1086904"/>
                </a:lnTo>
                <a:lnTo>
                  <a:pt x="0" y="137290"/>
                </a:lnTo>
                <a:lnTo>
                  <a:pt x="1" y="137290"/>
                </a:lnTo>
                <a:lnTo>
                  <a:pt x="1" y="128151"/>
                </a:lnTo>
                <a:cubicBezTo>
                  <a:pt x="1" y="57375"/>
                  <a:pt x="57444" y="0"/>
                  <a:pt x="12830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x-none" dirty="0"/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4BF12DB0-A3AD-DC49-BC83-002DE237BC1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432304" y="1520826"/>
            <a:ext cx="2478452" cy="1344625"/>
          </a:xfrm>
          <a:custGeom>
            <a:avLst/>
            <a:gdLst>
              <a:gd name="connsiteX0" fmla="*/ 128303 w 2478452"/>
              <a:gd name="connsiteY0" fmla="*/ 0 h 1344625"/>
              <a:gd name="connsiteX1" fmla="*/ 1001605 w 2478452"/>
              <a:gd name="connsiteY1" fmla="*/ 0 h 1344625"/>
              <a:gd name="connsiteX2" fmla="*/ 1476848 w 2478452"/>
              <a:gd name="connsiteY2" fmla="*/ 0 h 1344625"/>
              <a:gd name="connsiteX3" fmla="*/ 2350150 w 2478452"/>
              <a:gd name="connsiteY3" fmla="*/ 0 h 1344625"/>
              <a:gd name="connsiteX4" fmla="*/ 2478452 w 2478452"/>
              <a:gd name="connsiteY4" fmla="*/ 128151 h 1344625"/>
              <a:gd name="connsiteX5" fmla="*/ 2478452 w 2478452"/>
              <a:gd name="connsiteY5" fmla="*/ 137290 h 1344625"/>
              <a:gd name="connsiteX6" fmla="*/ 2478452 w 2478452"/>
              <a:gd name="connsiteY6" fmla="*/ 324346 h 1344625"/>
              <a:gd name="connsiteX7" fmla="*/ 2478452 w 2478452"/>
              <a:gd name="connsiteY7" fmla="*/ 955674 h 1344625"/>
              <a:gd name="connsiteX8" fmla="*/ 2478452 w 2478452"/>
              <a:gd name="connsiteY8" fmla="*/ 1055396 h 1344625"/>
              <a:gd name="connsiteX9" fmla="*/ 2478452 w 2478452"/>
              <a:gd name="connsiteY9" fmla="*/ 1086904 h 1344625"/>
              <a:gd name="connsiteX10" fmla="*/ 2478452 w 2478452"/>
              <a:gd name="connsiteY10" fmla="*/ 1146174 h 1344625"/>
              <a:gd name="connsiteX11" fmla="*/ 2478452 w 2478452"/>
              <a:gd name="connsiteY11" fmla="*/ 1344625 h 1344625"/>
              <a:gd name="connsiteX12" fmla="*/ 1952 w 2478452"/>
              <a:gd name="connsiteY12" fmla="*/ 1344625 h 1344625"/>
              <a:gd name="connsiteX13" fmla="*/ 1952 w 2478452"/>
              <a:gd name="connsiteY13" fmla="*/ 1146174 h 1344625"/>
              <a:gd name="connsiteX14" fmla="*/ 1952 w 2478452"/>
              <a:gd name="connsiteY14" fmla="*/ 1086904 h 1344625"/>
              <a:gd name="connsiteX15" fmla="*/ 0 w 2478452"/>
              <a:gd name="connsiteY15" fmla="*/ 1086904 h 1344625"/>
              <a:gd name="connsiteX16" fmla="*/ 0 w 2478452"/>
              <a:gd name="connsiteY16" fmla="*/ 137290 h 1344625"/>
              <a:gd name="connsiteX17" fmla="*/ 1 w 2478452"/>
              <a:gd name="connsiteY17" fmla="*/ 137290 h 1344625"/>
              <a:gd name="connsiteX18" fmla="*/ 1 w 2478452"/>
              <a:gd name="connsiteY18" fmla="*/ 128151 h 1344625"/>
              <a:gd name="connsiteX19" fmla="*/ 128303 w 2478452"/>
              <a:gd name="connsiteY19" fmla="*/ 0 h 1344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478452" h="1344625">
                <a:moveTo>
                  <a:pt x="128303" y="0"/>
                </a:moveTo>
                <a:lnTo>
                  <a:pt x="1001605" y="0"/>
                </a:lnTo>
                <a:lnTo>
                  <a:pt x="1476848" y="0"/>
                </a:lnTo>
                <a:lnTo>
                  <a:pt x="2350150" y="0"/>
                </a:lnTo>
                <a:cubicBezTo>
                  <a:pt x="2421009" y="0"/>
                  <a:pt x="2478452" y="57375"/>
                  <a:pt x="2478452" y="128151"/>
                </a:cubicBezTo>
                <a:lnTo>
                  <a:pt x="2478452" y="137290"/>
                </a:lnTo>
                <a:lnTo>
                  <a:pt x="2478452" y="324346"/>
                </a:lnTo>
                <a:lnTo>
                  <a:pt x="2478452" y="955674"/>
                </a:lnTo>
                <a:lnTo>
                  <a:pt x="2478452" y="1055396"/>
                </a:lnTo>
                <a:lnTo>
                  <a:pt x="2478452" y="1086904"/>
                </a:lnTo>
                <a:lnTo>
                  <a:pt x="2478452" y="1146174"/>
                </a:lnTo>
                <a:lnTo>
                  <a:pt x="2478452" y="1344625"/>
                </a:lnTo>
                <a:lnTo>
                  <a:pt x="1952" y="1344625"/>
                </a:lnTo>
                <a:lnTo>
                  <a:pt x="1952" y="1146174"/>
                </a:lnTo>
                <a:lnTo>
                  <a:pt x="1952" y="1086904"/>
                </a:lnTo>
                <a:lnTo>
                  <a:pt x="0" y="1086904"/>
                </a:lnTo>
                <a:lnTo>
                  <a:pt x="0" y="137290"/>
                </a:lnTo>
                <a:lnTo>
                  <a:pt x="1" y="137290"/>
                </a:lnTo>
                <a:lnTo>
                  <a:pt x="1" y="128151"/>
                </a:lnTo>
                <a:cubicBezTo>
                  <a:pt x="1" y="57375"/>
                  <a:pt x="57444" y="0"/>
                  <a:pt x="12830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x-none" dirty="0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EF06F81B-D57A-D340-B9D5-5C5A0750B8B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62000" y="1520826"/>
            <a:ext cx="2478452" cy="1344625"/>
          </a:xfrm>
          <a:custGeom>
            <a:avLst/>
            <a:gdLst>
              <a:gd name="connsiteX0" fmla="*/ 128302 w 2478452"/>
              <a:gd name="connsiteY0" fmla="*/ 0 h 1344625"/>
              <a:gd name="connsiteX1" fmla="*/ 1001604 w 2478452"/>
              <a:gd name="connsiteY1" fmla="*/ 0 h 1344625"/>
              <a:gd name="connsiteX2" fmla="*/ 1476847 w 2478452"/>
              <a:gd name="connsiteY2" fmla="*/ 0 h 1344625"/>
              <a:gd name="connsiteX3" fmla="*/ 2350149 w 2478452"/>
              <a:gd name="connsiteY3" fmla="*/ 0 h 1344625"/>
              <a:gd name="connsiteX4" fmla="*/ 2478451 w 2478452"/>
              <a:gd name="connsiteY4" fmla="*/ 128151 h 1344625"/>
              <a:gd name="connsiteX5" fmla="*/ 2478451 w 2478452"/>
              <a:gd name="connsiteY5" fmla="*/ 137290 h 1344625"/>
              <a:gd name="connsiteX6" fmla="*/ 2478452 w 2478452"/>
              <a:gd name="connsiteY6" fmla="*/ 137290 h 1344625"/>
              <a:gd name="connsiteX7" fmla="*/ 2478452 w 2478452"/>
              <a:gd name="connsiteY7" fmla="*/ 955674 h 1344625"/>
              <a:gd name="connsiteX8" fmla="*/ 2478452 w 2478452"/>
              <a:gd name="connsiteY8" fmla="*/ 1055396 h 1344625"/>
              <a:gd name="connsiteX9" fmla="*/ 2478452 w 2478452"/>
              <a:gd name="connsiteY9" fmla="*/ 1086904 h 1344625"/>
              <a:gd name="connsiteX10" fmla="*/ 2478452 w 2478452"/>
              <a:gd name="connsiteY10" fmla="*/ 1146174 h 1344625"/>
              <a:gd name="connsiteX11" fmla="*/ 2478452 w 2478452"/>
              <a:gd name="connsiteY11" fmla="*/ 1344625 h 1344625"/>
              <a:gd name="connsiteX12" fmla="*/ 1952 w 2478452"/>
              <a:gd name="connsiteY12" fmla="*/ 1344625 h 1344625"/>
              <a:gd name="connsiteX13" fmla="*/ 1952 w 2478452"/>
              <a:gd name="connsiteY13" fmla="*/ 1146174 h 1344625"/>
              <a:gd name="connsiteX14" fmla="*/ 1952 w 2478452"/>
              <a:gd name="connsiteY14" fmla="*/ 1086904 h 1344625"/>
              <a:gd name="connsiteX15" fmla="*/ 0 w 2478452"/>
              <a:gd name="connsiteY15" fmla="*/ 1086904 h 1344625"/>
              <a:gd name="connsiteX16" fmla="*/ 0 w 2478452"/>
              <a:gd name="connsiteY16" fmla="*/ 324346 h 1344625"/>
              <a:gd name="connsiteX17" fmla="*/ 0 w 2478452"/>
              <a:gd name="connsiteY17" fmla="*/ 137290 h 1344625"/>
              <a:gd name="connsiteX18" fmla="*/ 0 w 2478452"/>
              <a:gd name="connsiteY18" fmla="*/ 128151 h 1344625"/>
              <a:gd name="connsiteX19" fmla="*/ 128302 w 2478452"/>
              <a:gd name="connsiteY19" fmla="*/ 0 h 1344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478452" h="1344625">
                <a:moveTo>
                  <a:pt x="128302" y="0"/>
                </a:moveTo>
                <a:lnTo>
                  <a:pt x="1001604" y="0"/>
                </a:lnTo>
                <a:lnTo>
                  <a:pt x="1476847" y="0"/>
                </a:lnTo>
                <a:lnTo>
                  <a:pt x="2350149" y="0"/>
                </a:lnTo>
                <a:cubicBezTo>
                  <a:pt x="2421008" y="0"/>
                  <a:pt x="2478451" y="57375"/>
                  <a:pt x="2478451" y="128151"/>
                </a:cubicBezTo>
                <a:lnTo>
                  <a:pt x="2478451" y="137290"/>
                </a:lnTo>
                <a:lnTo>
                  <a:pt x="2478452" y="137290"/>
                </a:lnTo>
                <a:lnTo>
                  <a:pt x="2478452" y="955674"/>
                </a:lnTo>
                <a:lnTo>
                  <a:pt x="2478452" y="1055396"/>
                </a:lnTo>
                <a:lnTo>
                  <a:pt x="2478452" y="1086904"/>
                </a:lnTo>
                <a:lnTo>
                  <a:pt x="2478452" y="1146174"/>
                </a:lnTo>
                <a:lnTo>
                  <a:pt x="2478452" y="1344625"/>
                </a:lnTo>
                <a:lnTo>
                  <a:pt x="1952" y="1344625"/>
                </a:lnTo>
                <a:lnTo>
                  <a:pt x="1952" y="1146174"/>
                </a:lnTo>
                <a:lnTo>
                  <a:pt x="1952" y="1086904"/>
                </a:lnTo>
                <a:lnTo>
                  <a:pt x="0" y="1086904"/>
                </a:lnTo>
                <a:lnTo>
                  <a:pt x="0" y="324346"/>
                </a:lnTo>
                <a:lnTo>
                  <a:pt x="0" y="137290"/>
                </a:lnTo>
                <a:lnTo>
                  <a:pt x="0" y="128151"/>
                </a:lnTo>
                <a:cubicBezTo>
                  <a:pt x="0" y="57375"/>
                  <a:pt x="57443" y="0"/>
                  <a:pt x="12830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x-non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1D26480-3665-6F44-B084-BF4E502B75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62000" y="2857500"/>
            <a:ext cx="2476500" cy="2476500"/>
          </a:xfrm>
          <a:prstGeom prst="round2SameRect">
            <a:avLst>
              <a:gd name="adj1" fmla="val 0"/>
              <a:gd name="adj2" fmla="val 5561"/>
            </a:avLst>
          </a:prstGeom>
          <a:solidFill>
            <a:schemeClr val="bg1"/>
          </a:solidFill>
          <a:ln w="6350">
            <a:noFill/>
          </a:ln>
        </p:spPr>
        <p:txBody>
          <a:bodyPr lIns="144000" tIns="251999">
            <a:noAutofit/>
          </a:bodyPr>
          <a:lstStyle>
            <a:lvl1pPr marL="171450" indent="-171450">
              <a:buFont typeface="Wingdings" pitchFamily="2" charset="2"/>
              <a:buChar char="§"/>
              <a:defRPr sz="1200"/>
            </a:lvl1pPr>
          </a:lstStyle>
          <a:p>
            <a:pPr lvl="1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</p:txBody>
      </p:sp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/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3810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984ABD50-E1AF-4748-8BA1-5A7048FBFFC8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3429000" y="2857500"/>
            <a:ext cx="2476500" cy="2476500"/>
          </a:xfrm>
          <a:prstGeom prst="round2SameRect">
            <a:avLst>
              <a:gd name="adj1" fmla="val 0"/>
              <a:gd name="adj2" fmla="val 4995"/>
            </a:avLst>
          </a:prstGeom>
          <a:solidFill>
            <a:schemeClr val="bg1"/>
          </a:solidFill>
          <a:ln w="6350">
            <a:noFill/>
          </a:ln>
        </p:spPr>
        <p:txBody>
          <a:bodyPr lIns="144000" tIns="251999">
            <a:noAutofit/>
          </a:bodyPr>
          <a:lstStyle>
            <a:lvl1pPr marL="171450" indent="-171450">
              <a:buFont typeface="Wingdings" pitchFamily="2" charset="2"/>
              <a:buChar char="§"/>
              <a:defRPr sz="1200"/>
            </a:lvl1pPr>
          </a:lstStyle>
          <a:p>
            <a:pPr lvl="1"/>
            <a:r>
              <a:rPr lang="en-US" dirty="0"/>
              <a:t>Click to edit Master text styles</a:t>
            </a:r>
          </a:p>
          <a:p>
            <a:pPr lvl="2"/>
            <a:endParaRPr lang="en-US" dirty="0"/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72319495-05E1-F547-A40D-8A0D532534C3}"/>
              </a:ext>
            </a:extLst>
          </p:cNvPr>
          <p:cNvSpPr>
            <a:spLocks noGrp="1"/>
          </p:cNvSpPr>
          <p:nvPr userDrawn="1">
            <p:ph type="body" sz="quarter" idx="21"/>
          </p:nvPr>
        </p:nvSpPr>
        <p:spPr>
          <a:xfrm>
            <a:off x="6106297" y="2857500"/>
            <a:ext cx="2476500" cy="2476500"/>
          </a:xfrm>
          <a:prstGeom prst="round2SameRect">
            <a:avLst>
              <a:gd name="adj1" fmla="val 0"/>
              <a:gd name="adj2" fmla="val 5240"/>
            </a:avLst>
          </a:prstGeom>
          <a:solidFill>
            <a:schemeClr val="bg1"/>
          </a:solidFill>
          <a:ln w="6350">
            <a:noFill/>
          </a:ln>
        </p:spPr>
        <p:txBody>
          <a:bodyPr lIns="144000" tIns="251999">
            <a:noAutofit/>
          </a:bodyPr>
          <a:lstStyle>
            <a:lvl1pPr marL="171450" indent="-171450">
              <a:buFont typeface="Wingdings" pitchFamily="2" charset="2"/>
              <a:buChar char="§"/>
              <a:defRPr sz="1200"/>
            </a:lvl1pPr>
          </a:lstStyle>
          <a:p>
            <a:pPr lvl="1"/>
            <a:r>
              <a:rPr lang="en-US" dirty="0"/>
              <a:t>Click to edit Master text styles</a:t>
            </a:r>
          </a:p>
          <a:p>
            <a:pPr lvl="2"/>
            <a:endParaRPr lang="en-US" dirty="0"/>
          </a:p>
        </p:txBody>
      </p:sp>
      <p:sp>
        <p:nvSpPr>
          <p:cNvPr id="53" name="Text Placeholder 8">
            <a:extLst>
              <a:ext uri="{FF2B5EF4-FFF2-40B4-BE49-F238E27FC236}">
                <a16:creationId xmlns:a16="http://schemas.microsoft.com/office/drawing/2014/main" id="{BF976C2F-D2EB-A94A-AEBE-E99C5D8E59AF}"/>
              </a:ext>
            </a:extLst>
          </p:cNvPr>
          <p:cNvSpPr>
            <a:spLocks noGrp="1"/>
          </p:cNvSpPr>
          <p:nvPr userDrawn="1">
            <p:ph type="body" sz="quarter" idx="24"/>
          </p:nvPr>
        </p:nvSpPr>
        <p:spPr>
          <a:xfrm>
            <a:off x="8778553" y="2857500"/>
            <a:ext cx="2476500" cy="2476500"/>
          </a:xfrm>
          <a:prstGeom prst="round2SameRect">
            <a:avLst>
              <a:gd name="adj1" fmla="val 0"/>
              <a:gd name="adj2" fmla="val 5240"/>
            </a:avLst>
          </a:prstGeom>
          <a:solidFill>
            <a:schemeClr val="bg1"/>
          </a:solidFill>
          <a:ln w="6350">
            <a:noFill/>
          </a:ln>
        </p:spPr>
        <p:txBody>
          <a:bodyPr lIns="144000" tIns="251999">
            <a:noAutofit/>
          </a:bodyPr>
          <a:lstStyle>
            <a:lvl1pPr marL="171450" indent="-171450">
              <a:buFont typeface="Wingdings" pitchFamily="2" charset="2"/>
              <a:buChar char="§"/>
              <a:defRPr sz="1200"/>
            </a:lvl1pPr>
          </a:lstStyle>
          <a:p>
            <a:pPr lvl="1"/>
            <a:r>
              <a:rPr lang="en-US" dirty="0"/>
              <a:t>Click to edit Master text styles</a:t>
            </a:r>
          </a:p>
          <a:p>
            <a:pPr lvl="2"/>
            <a:endParaRPr lang="en-US" dirty="0"/>
          </a:p>
        </p:txBody>
      </p:sp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7753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большие цифр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/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3810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DDFD07-BE17-4840-AB75-07225BA8514C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762000" y="3240916"/>
            <a:ext cx="2286000" cy="2093084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43B490C-1B74-4549-A385-8A8897D7FD73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762000" y="2090214"/>
            <a:ext cx="2286000" cy="772572"/>
          </a:xfrm>
          <a:prstGeom prst="rect">
            <a:avLst/>
          </a:prstGeom>
        </p:spPr>
        <p:txBody>
          <a:bodyPr wrap="none" lIns="0">
            <a:noAutofit/>
          </a:bodyPr>
          <a:lstStyle>
            <a:lvl1pPr>
              <a:defRPr sz="6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###</a:t>
            </a:r>
            <a:endParaRPr lang="ru-RU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172B037E-9105-9241-9FB1-85B075DF278B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4572000" y="3240916"/>
            <a:ext cx="2286000" cy="2093084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354F612-1C3A-6E42-97DC-124D6DB9AB39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572000" y="2090214"/>
            <a:ext cx="2286000" cy="772572"/>
          </a:xfrm>
          <a:prstGeom prst="rect">
            <a:avLst/>
          </a:prstGeom>
        </p:spPr>
        <p:txBody>
          <a:bodyPr wrap="none" lIns="0">
            <a:noAutofit/>
          </a:bodyPr>
          <a:lstStyle>
            <a:lvl1pPr>
              <a:defRPr sz="6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###</a:t>
            </a:r>
            <a:endParaRPr lang="ru-RU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3946011-CD05-CC48-905F-D39FEE4C5003}"/>
              </a:ext>
            </a:extLst>
          </p:cNvPr>
          <p:cNvSpPr>
            <a:spLocks noGrp="1"/>
          </p:cNvSpPr>
          <p:nvPr userDrawn="1">
            <p:ph type="body" sz="quarter" idx="19"/>
          </p:nvPr>
        </p:nvSpPr>
        <p:spPr>
          <a:xfrm>
            <a:off x="8382001" y="3240916"/>
            <a:ext cx="2286000" cy="2093084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01C2BBBC-4AD0-1648-B54C-AE5C273EF3E2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8382001" y="2090214"/>
            <a:ext cx="2286000" cy="772572"/>
          </a:xfrm>
          <a:prstGeom prst="rect">
            <a:avLst/>
          </a:prstGeom>
        </p:spPr>
        <p:txBody>
          <a:bodyPr wrap="none" lIns="0">
            <a:noAutofit/>
          </a:bodyPr>
          <a:lstStyle>
            <a:lvl1pPr>
              <a:defRPr sz="6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###</a:t>
            </a:r>
            <a:endParaRPr lang="ru-RU" dirty="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7831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большие цифры, цветной фон">
    <p:bg>
      <p:bgPr>
        <a:solidFill>
          <a:srgbClr val="2B2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3810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DDFD07-BE17-4840-AB75-07225BA8514C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762000" y="3240916"/>
            <a:ext cx="2286000" cy="2093084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43B490C-1B74-4549-A385-8A8897D7FD73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762000" y="2090214"/>
            <a:ext cx="2286000" cy="772572"/>
          </a:xfrm>
          <a:prstGeom prst="rect">
            <a:avLst/>
          </a:prstGeom>
        </p:spPr>
        <p:txBody>
          <a:bodyPr wrap="none" lIns="0">
            <a:noAutofit/>
          </a:bodyPr>
          <a:lstStyle>
            <a:lvl1pPr>
              <a:defRPr sz="6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###</a:t>
            </a:r>
            <a:endParaRPr lang="ru-RU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172B037E-9105-9241-9FB1-85B075DF278B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4572000" y="3240916"/>
            <a:ext cx="2286000" cy="2093084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354F612-1C3A-6E42-97DC-124D6DB9AB39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572000" y="2090214"/>
            <a:ext cx="2286000" cy="772572"/>
          </a:xfrm>
          <a:prstGeom prst="rect">
            <a:avLst/>
          </a:prstGeom>
        </p:spPr>
        <p:txBody>
          <a:bodyPr wrap="none" lIns="0">
            <a:noAutofit/>
          </a:bodyPr>
          <a:lstStyle>
            <a:lvl1pPr>
              <a:defRPr sz="6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###</a:t>
            </a:r>
            <a:endParaRPr lang="ru-RU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3946011-CD05-CC48-905F-D39FEE4C5003}"/>
              </a:ext>
            </a:extLst>
          </p:cNvPr>
          <p:cNvSpPr>
            <a:spLocks noGrp="1"/>
          </p:cNvSpPr>
          <p:nvPr userDrawn="1">
            <p:ph type="body" sz="quarter" idx="19"/>
          </p:nvPr>
        </p:nvSpPr>
        <p:spPr>
          <a:xfrm>
            <a:off x="8382001" y="3240916"/>
            <a:ext cx="2286000" cy="2093084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01C2BBBC-4AD0-1648-B54C-AE5C273EF3E2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8382001" y="2090214"/>
            <a:ext cx="2286000" cy="772572"/>
          </a:xfrm>
          <a:prstGeom prst="rect">
            <a:avLst/>
          </a:prstGeom>
        </p:spPr>
        <p:txBody>
          <a:bodyPr wrap="none" lIns="0">
            <a:noAutofit/>
          </a:bodyPr>
          <a:lstStyle>
            <a:lvl1pPr>
              <a:defRPr sz="6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###</a:t>
            </a:r>
            <a:endParaRPr lang="ru-RU" dirty="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8020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большие цифры, цветной фон 1/2">
    <p:bg>
      <p:bgPr>
        <a:solidFill>
          <a:srgbClr val="2B2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71DA7ABE-50C0-C54D-8610-FB26D990E85D}"/>
              </a:ext>
            </a:extLst>
          </p:cNvPr>
          <p:cNvSpPr/>
          <p:nvPr userDrawn="1"/>
        </p:nvSpPr>
        <p:spPr>
          <a:xfrm flipH="1">
            <a:off x="0" y="0"/>
            <a:ext cx="62865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x-none" sz="1400"/>
          </a:p>
        </p:txBody>
      </p:sp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3810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DDFD07-BE17-4840-AB75-07225BA8514C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6667500" y="2101852"/>
            <a:ext cx="2286000" cy="927098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43B490C-1B74-4549-A385-8A8897D7FD73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6667500" y="1051469"/>
            <a:ext cx="2286000" cy="772572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48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###</a:t>
            </a:r>
            <a:endParaRPr lang="ru-RU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172B037E-9105-9241-9FB1-85B075DF278B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6667500" y="4582082"/>
            <a:ext cx="2286000" cy="927098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354F612-1C3A-6E42-97DC-124D6DB9AB39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667500" y="3552828"/>
            <a:ext cx="2286000" cy="772572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48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###</a:t>
            </a:r>
            <a:endParaRPr lang="ru-RU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3946011-CD05-CC48-905F-D39FEE4C5003}"/>
              </a:ext>
            </a:extLst>
          </p:cNvPr>
          <p:cNvSpPr>
            <a:spLocks noGrp="1"/>
          </p:cNvSpPr>
          <p:nvPr userDrawn="1">
            <p:ph type="body" sz="quarter" idx="19"/>
          </p:nvPr>
        </p:nvSpPr>
        <p:spPr>
          <a:xfrm>
            <a:off x="9339264" y="2098187"/>
            <a:ext cx="2286000" cy="927098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01C2BBBC-4AD0-1648-B54C-AE5C273EF3E2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9339264" y="1051469"/>
            <a:ext cx="2286000" cy="772572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48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###</a:t>
            </a:r>
            <a:endParaRPr lang="ru-RU" dirty="0"/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8D3E6D17-8008-624F-A8DC-7AC3569F6315}"/>
              </a:ext>
            </a:extLst>
          </p:cNvPr>
          <p:cNvSpPr>
            <a:spLocks noGrp="1"/>
          </p:cNvSpPr>
          <p:nvPr userDrawn="1">
            <p:ph type="body" sz="quarter" idx="21"/>
          </p:nvPr>
        </p:nvSpPr>
        <p:spPr>
          <a:xfrm>
            <a:off x="9339264" y="4582082"/>
            <a:ext cx="2286000" cy="927098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F2168AE-3C35-B740-A6BB-1DA87C663B57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9339264" y="3552828"/>
            <a:ext cx="2286000" cy="772572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48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###</a:t>
            </a:r>
            <a:endParaRPr lang="ru-RU" dirty="0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1A6F2D8C-AA45-AC4F-B273-253FD8C5AD92}"/>
              </a:ext>
            </a:extLst>
          </p:cNvPr>
          <p:cNvSpPr>
            <a:spLocks noGrp="1"/>
          </p:cNvSpPr>
          <p:nvPr userDrawn="1">
            <p:ph type="body" sz="quarter" idx="23"/>
          </p:nvPr>
        </p:nvSpPr>
        <p:spPr>
          <a:xfrm>
            <a:off x="762000" y="1700213"/>
            <a:ext cx="3048000" cy="1127213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pic>
        <p:nvPicPr>
          <p:cNvPr id="22" name="Рисунок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0100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больших циф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/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3810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597A4BF7-C5AB-A54A-8731-DEB2754B53BB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2297468" y="1545862"/>
            <a:ext cx="3213100" cy="971070"/>
          </a:xfrm>
          <a:prstGeom prst="rect">
            <a:avLst/>
          </a:prstGeom>
        </p:spPr>
        <p:txBody>
          <a:bodyPr lIns="0" bIns="0" anchor="b" anchorCtr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0D9CF1F8-A1B7-F64B-9EAB-711E2B3B7E40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773468" y="1501971"/>
            <a:ext cx="1512532" cy="1157287"/>
          </a:xfrm>
          <a:prstGeom prst="rect">
            <a:avLst/>
          </a:prstGeom>
        </p:spPr>
        <p:txBody>
          <a:bodyPr wrap="none" lIns="0" anchor="b" anchorCtr="0">
            <a:noAutofit/>
          </a:bodyPr>
          <a:lstStyle>
            <a:lvl1pPr>
              <a:defRPr sz="4800" b="0"/>
            </a:lvl1pPr>
          </a:lstStyle>
          <a:p>
            <a:pPr lvl="0"/>
            <a:r>
              <a:rPr lang="en-US" dirty="0"/>
              <a:t>###</a:t>
            </a:r>
            <a:endParaRPr lang="ru-RU" dirty="0"/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3230DBE5-4E2D-D04D-9459-FE45C167B4FD}"/>
              </a:ext>
            </a:extLst>
          </p:cNvPr>
          <p:cNvSpPr>
            <a:spLocks noGrp="1"/>
          </p:cNvSpPr>
          <p:nvPr userDrawn="1">
            <p:ph type="body" sz="quarter" idx="21"/>
          </p:nvPr>
        </p:nvSpPr>
        <p:spPr>
          <a:xfrm>
            <a:off x="2297468" y="3091463"/>
            <a:ext cx="3213100" cy="948217"/>
          </a:xfrm>
          <a:prstGeom prst="rect">
            <a:avLst/>
          </a:prstGeom>
        </p:spPr>
        <p:txBody>
          <a:bodyPr lIns="0" bIns="0" anchor="b" anchorCtr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590E8938-D93E-9943-B67A-1E50F68D55FD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773468" y="3047574"/>
            <a:ext cx="1512532" cy="1138866"/>
          </a:xfrm>
          <a:prstGeom prst="rect">
            <a:avLst/>
          </a:prstGeom>
        </p:spPr>
        <p:txBody>
          <a:bodyPr wrap="none" lIns="0" anchor="b" anchorCtr="0">
            <a:noAutofit/>
          </a:bodyPr>
          <a:lstStyle>
            <a:lvl1pPr>
              <a:defRPr sz="4800" b="0"/>
            </a:lvl1pPr>
          </a:lstStyle>
          <a:p>
            <a:pPr lvl="0"/>
            <a:r>
              <a:rPr lang="en-US" dirty="0"/>
              <a:t>###</a:t>
            </a:r>
            <a:endParaRPr lang="ru-RU" dirty="0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D3E4790A-8DE8-1146-9CDE-76D8533E9B25}"/>
              </a:ext>
            </a:extLst>
          </p:cNvPr>
          <p:cNvSpPr>
            <a:spLocks noGrp="1"/>
          </p:cNvSpPr>
          <p:nvPr userDrawn="1">
            <p:ph type="body" sz="quarter" idx="23"/>
          </p:nvPr>
        </p:nvSpPr>
        <p:spPr>
          <a:xfrm>
            <a:off x="2297468" y="4622938"/>
            <a:ext cx="3213100" cy="937453"/>
          </a:xfrm>
          <a:prstGeom prst="rect">
            <a:avLst/>
          </a:prstGeom>
        </p:spPr>
        <p:txBody>
          <a:bodyPr lIns="0" bIns="0" anchor="b" anchorCtr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7D392B86-1960-9046-AD9D-FA7E0DD044B1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773468" y="4571733"/>
            <a:ext cx="1512532" cy="1127953"/>
          </a:xfrm>
          <a:prstGeom prst="rect">
            <a:avLst/>
          </a:prstGeom>
        </p:spPr>
        <p:txBody>
          <a:bodyPr wrap="none" lIns="0" anchor="b" anchorCtr="0">
            <a:noAutofit/>
          </a:bodyPr>
          <a:lstStyle>
            <a:lvl1pPr>
              <a:defRPr sz="4800" b="0"/>
            </a:lvl1pPr>
          </a:lstStyle>
          <a:p>
            <a:pPr lvl="0"/>
            <a:r>
              <a:rPr lang="en-US" dirty="0"/>
              <a:t>###</a:t>
            </a:r>
            <a:endParaRPr lang="ru-RU" dirty="0"/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1A7F3585-9D28-ED43-A764-C198EBBFE48A}"/>
              </a:ext>
            </a:extLst>
          </p:cNvPr>
          <p:cNvSpPr>
            <a:spLocks noGrp="1"/>
          </p:cNvSpPr>
          <p:nvPr userDrawn="1">
            <p:ph type="body" sz="quarter" idx="34"/>
          </p:nvPr>
        </p:nvSpPr>
        <p:spPr>
          <a:xfrm>
            <a:off x="7810500" y="1545862"/>
            <a:ext cx="3213100" cy="971070"/>
          </a:xfrm>
          <a:prstGeom prst="rect">
            <a:avLst/>
          </a:prstGeom>
        </p:spPr>
        <p:txBody>
          <a:bodyPr lIns="0" bIns="0" anchor="b" anchorCtr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91306B03-6838-B844-8E37-90939D8AD6E4}"/>
              </a:ext>
            </a:extLst>
          </p:cNvPr>
          <p:cNvSpPr>
            <a:spLocks noGrp="1"/>
          </p:cNvSpPr>
          <p:nvPr userDrawn="1">
            <p:ph type="body" sz="quarter" idx="35" hasCustomPrompt="1"/>
          </p:nvPr>
        </p:nvSpPr>
        <p:spPr>
          <a:xfrm>
            <a:off x="6286500" y="1501971"/>
            <a:ext cx="1512532" cy="1157287"/>
          </a:xfrm>
          <a:prstGeom prst="rect">
            <a:avLst/>
          </a:prstGeom>
        </p:spPr>
        <p:txBody>
          <a:bodyPr wrap="none" lIns="0" anchor="b" anchorCtr="0">
            <a:noAutofit/>
          </a:bodyPr>
          <a:lstStyle>
            <a:lvl1pPr>
              <a:defRPr sz="4800" b="0"/>
            </a:lvl1pPr>
          </a:lstStyle>
          <a:p>
            <a:pPr lvl="0"/>
            <a:r>
              <a:rPr lang="en-US" dirty="0"/>
              <a:t>###</a:t>
            </a:r>
            <a:endParaRPr lang="ru-RU" dirty="0"/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166A98A3-0211-E447-A257-49A4459A5461}"/>
              </a:ext>
            </a:extLst>
          </p:cNvPr>
          <p:cNvSpPr>
            <a:spLocks noGrp="1"/>
          </p:cNvSpPr>
          <p:nvPr userDrawn="1">
            <p:ph type="body" sz="quarter" idx="36"/>
          </p:nvPr>
        </p:nvSpPr>
        <p:spPr>
          <a:xfrm>
            <a:off x="7810500" y="3091463"/>
            <a:ext cx="3213100" cy="948217"/>
          </a:xfrm>
          <a:prstGeom prst="rect">
            <a:avLst/>
          </a:prstGeom>
        </p:spPr>
        <p:txBody>
          <a:bodyPr lIns="0" bIns="0" anchor="b" anchorCtr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E38BB123-3595-FF45-8D60-30F0591E4483}"/>
              </a:ext>
            </a:extLst>
          </p:cNvPr>
          <p:cNvSpPr>
            <a:spLocks noGrp="1"/>
          </p:cNvSpPr>
          <p:nvPr userDrawn="1">
            <p:ph type="body" sz="quarter" idx="37" hasCustomPrompt="1"/>
          </p:nvPr>
        </p:nvSpPr>
        <p:spPr>
          <a:xfrm>
            <a:off x="6286500" y="3047574"/>
            <a:ext cx="1512532" cy="1138866"/>
          </a:xfrm>
          <a:prstGeom prst="rect">
            <a:avLst/>
          </a:prstGeom>
        </p:spPr>
        <p:txBody>
          <a:bodyPr wrap="none" lIns="0" anchor="b" anchorCtr="0">
            <a:noAutofit/>
          </a:bodyPr>
          <a:lstStyle>
            <a:lvl1pPr>
              <a:defRPr sz="4800" b="0"/>
            </a:lvl1pPr>
          </a:lstStyle>
          <a:p>
            <a:pPr lvl="0"/>
            <a:r>
              <a:rPr lang="en-US" dirty="0"/>
              <a:t>###</a:t>
            </a:r>
            <a:endParaRPr lang="ru-RU" dirty="0"/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799F3D5C-7177-F44F-A68C-D0F86080CB54}"/>
              </a:ext>
            </a:extLst>
          </p:cNvPr>
          <p:cNvSpPr>
            <a:spLocks noGrp="1"/>
          </p:cNvSpPr>
          <p:nvPr userDrawn="1">
            <p:ph type="body" sz="quarter" idx="38"/>
          </p:nvPr>
        </p:nvSpPr>
        <p:spPr>
          <a:xfrm>
            <a:off x="7810500" y="4622938"/>
            <a:ext cx="3213100" cy="937453"/>
          </a:xfrm>
          <a:prstGeom prst="rect">
            <a:avLst/>
          </a:prstGeom>
        </p:spPr>
        <p:txBody>
          <a:bodyPr lIns="0" bIns="0" anchor="b" anchorCtr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A37F721F-0B5D-494B-A50E-1C44740A1BAE}"/>
              </a:ext>
            </a:extLst>
          </p:cNvPr>
          <p:cNvSpPr>
            <a:spLocks noGrp="1"/>
          </p:cNvSpPr>
          <p:nvPr userDrawn="1">
            <p:ph type="body" sz="quarter" idx="39" hasCustomPrompt="1"/>
          </p:nvPr>
        </p:nvSpPr>
        <p:spPr>
          <a:xfrm>
            <a:off x="6286500" y="4571733"/>
            <a:ext cx="1512532" cy="1127953"/>
          </a:xfrm>
          <a:prstGeom prst="rect">
            <a:avLst/>
          </a:prstGeom>
        </p:spPr>
        <p:txBody>
          <a:bodyPr wrap="none" lIns="0" anchor="b" anchorCtr="0">
            <a:noAutofit/>
          </a:bodyPr>
          <a:lstStyle>
            <a:lvl1pPr>
              <a:defRPr sz="4800" b="0"/>
            </a:lvl1pPr>
          </a:lstStyle>
          <a:p>
            <a:pPr lvl="0"/>
            <a:r>
              <a:rPr lang="en-US" dirty="0"/>
              <a:t>###</a:t>
            </a:r>
            <a:endParaRPr lang="ru-RU" dirty="0"/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509214F5-A3C9-6D49-AFD8-AB90CB03FB19}"/>
              </a:ext>
            </a:extLst>
          </p:cNvPr>
          <p:cNvSpPr>
            <a:spLocks noGrp="1"/>
          </p:cNvSpPr>
          <p:nvPr userDrawn="1">
            <p:ph type="body" sz="quarter" idx="27"/>
          </p:nvPr>
        </p:nvSpPr>
        <p:spPr>
          <a:xfrm>
            <a:off x="5859781" y="1520825"/>
            <a:ext cx="45719" cy="4194000"/>
          </a:xfrm>
          <a:prstGeom prst="bracePair">
            <a:avLst>
              <a:gd name="adj" fmla="val 0"/>
            </a:avLst>
          </a:prstGeom>
          <a:ln w="6350" cap="flat">
            <a:gradFill flip="none" rotWithShape="1">
              <a:gsLst>
                <a:gs pos="80000">
                  <a:schemeClr val="bg1">
                    <a:alpha val="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0" scaled="1"/>
              <a:tileRect/>
            </a:gradFill>
            <a:miter lim="800000"/>
          </a:ln>
        </p:spPr>
        <p:txBody>
          <a:bodyPr vert="vert" tIns="0" rIns="234000" bIns="0">
            <a:noAutofit/>
          </a:bodyPr>
          <a:lstStyle>
            <a:lvl1pPr>
              <a:defRPr sz="100" b="0">
                <a:ln>
                  <a:noFill/>
                </a:ln>
                <a:noFill/>
              </a:defRPr>
            </a:lvl1pPr>
          </a:lstStyle>
          <a:p>
            <a:pPr lvl="0"/>
            <a:endParaRPr lang="ru-RU" dirty="0"/>
          </a:p>
        </p:txBody>
      </p:sp>
      <p:pic>
        <p:nvPicPr>
          <p:cNvPr id="32" name="Рисунок 3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2072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больших цифр, цветной фон 1/2">
    <p:bg>
      <p:bgPr>
        <a:solidFill>
          <a:srgbClr val="181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641DAE0-4E11-DE43-9801-F67D2E921CDB}"/>
              </a:ext>
            </a:extLst>
          </p:cNvPr>
          <p:cNvSpPr/>
          <p:nvPr userDrawn="1"/>
        </p:nvSpPr>
        <p:spPr>
          <a:xfrm flipH="1">
            <a:off x="0" y="0"/>
            <a:ext cx="59055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x-none" sz="1400"/>
          </a:p>
        </p:txBody>
      </p:sp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3810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597A4BF7-C5AB-A54A-8731-DEB2754B53BB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2297468" y="1545862"/>
            <a:ext cx="3213100" cy="971070"/>
          </a:xfrm>
          <a:prstGeom prst="rect">
            <a:avLst/>
          </a:prstGeom>
        </p:spPr>
        <p:txBody>
          <a:bodyPr lIns="0" bIns="0" anchor="b" anchorCtr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0D9CF1F8-A1B7-F64B-9EAB-711E2B3B7E40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773468" y="1501971"/>
            <a:ext cx="1512532" cy="1157287"/>
          </a:xfrm>
          <a:prstGeom prst="rect">
            <a:avLst/>
          </a:prstGeom>
        </p:spPr>
        <p:txBody>
          <a:bodyPr wrap="none" lIns="0" anchor="b" anchorCtr="0">
            <a:noAutofit/>
          </a:bodyPr>
          <a:lstStyle>
            <a:lvl1pPr>
              <a:defRPr sz="4800" b="0"/>
            </a:lvl1pPr>
          </a:lstStyle>
          <a:p>
            <a:pPr lvl="0"/>
            <a:r>
              <a:rPr lang="en-US" dirty="0"/>
              <a:t>###</a:t>
            </a:r>
            <a:endParaRPr lang="ru-RU" dirty="0"/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3230DBE5-4E2D-D04D-9459-FE45C167B4FD}"/>
              </a:ext>
            </a:extLst>
          </p:cNvPr>
          <p:cNvSpPr>
            <a:spLocks noGrp="1"/>
          </p:cNvSpPr>
          <p:nvPr userDrawn="1">
            <p:ph type="body" sz="quarter" idx="21"/>
          </p:nvPr>
        </p:nvSpPr>
        <p:spPr>
          <a:xfrm>
            <a:off x="2297468" y="3091463"/>
            <a:ext cx="3213100" cy="948217"/>
          </a:xfrm>
          <a:prstGeom prst="rect">
            <a:avLst/>
          </a:prstGeom>
        </p:spPr>
        <p:txBody>
          <a:bodyPr lIns="0" bIns="0" anchor="b" anchorCtr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590E8938-D93E-9943-B67A-1E50F68D55FD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773468" y="3047574"/>
            <a:ext cx="1512532" cy="1138866"/>
          </a:xfrm>
          <a:prstGeom prst="rect">
            <a:avLst/>
          </a:prstGeom>
        </p:spPr>
        <p:txBody>
          <a:bodyPr wrap="none" lIns="0" anchor="b" anchorCtr="0">
            <a:noAutofit/>
          </a:bodyPr>
          <a:lstStyle>
            <a:lvl1pPr>
              <a:defRPr sz="4800" b="0"/>
            </a:lvl1pPr>
          </a:lstStyle>
          <a:p>
            <a:pPr lvl="0"/>
            <a:r>
              <a:rPr lang="en-US" dirty="0"/>
              <a:t>###</a:t>
            </a:r>
            <a:endParaRPr lang="ru-RU" dirty="0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D3E4790A-8DE8-1146-9CDE-76D8533E9B25}"/>
              </a:ext>
            </a:extLst>
          </p:cNvPr>
          <p:cNvSpPr>
            <a:spLocks noGrp="1"/>
          </p:cNvSpPr>
          <p:nvPr userDrawn="1">
            <p:ph type="body" sz="quarter" idx="23"/>
          </p:nvPr>
        </p:nvSpPr>
        <p:spPr>
          <a:xfrm>
            <a:off x="2297468" y="4622938"/>
            <a:ext cx="3213100" cy="937453"/>
          </a:xfrm>
          <a:prstGeom prst="rect">
            <a:avLst/>
          </a:prstGeom>
        </p:spPr>
        <p:txBody>
          <a:bodyPr lIns="0" bIns="0" anchor="b" anchorCtr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7D392B86-1960-9046-AD9D-FA7E0DD044B1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773468" y="4571733"/>
            <a:ext cx="1512532" cy="1127953"/>
          </a:xfrm>
          <a:prstGeom prst="rect">
            <a:avLst/>
          </a:prstGeom>
        </p:spPr>
        <p:txBody>
          <a:bodyPr wrap="none" lIns="0" anchor="b" anchorCtr="0">
            <a:noAutofit/>
          </a:bodyPr>
          <a:lstStyle>
            <a:lvl1pPr>
              <a:defRPr sz="4800" b="0"/>
            </a:lvl1pPr>
          </a:lstStyle>
          <a:p>
            <a:pPr lvl="0"/>
            <a:r>
              <a:rPr lang="en-US" dirty="0"/>
              <a:t>###</a:t>
            </a:r>
            <a:endParaRPr lang="ru-RU" dirty="0"/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1A7F3585-9D28-ED43-A764-C198EBBFE48A}"/>
              </a:ext>
            </a:extLst>
          </p:cNvPr>
          <p:cNvSpPr>
            <a:spLocks noGrp="1"/>
          </p:cNvSpPr>
          <p:nvPr userDrawn="1">
            <p:ph type="body" sz="quarter" idx="34"/>
          </p:nvPr>
        </p:nvSpPr>
        <p:spPr>
          <a:xfrm>
            <a:off x="7810500" y="1545862"/>
            <a:ext cx="3213100" cy="971070"/>
          </a:xfrm>
          <a:prstGeom prst="rect">
            <a:avLst/>
          </a:prstGeom>
        </p:spPr>
        <p:txBody>
          <a:bodyPr lIns="0" bIns="0" anchor="b" anchorCtr="0">
            <a:noAutofit/>
          </a:bodyPr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91306B03-6838-B844-8E37-90939D8AD6E4}"/>
              </a:ext>
            </a:extLst>
          </p:cNvPr>
          <p:cNvSpPr>
            <a:spLocks noGrp="1"/>
          </p:cNvSpPr>
          <p:nvPr userDrawn="1">
            <p:ph type="body" sz="quarter" idx="35" hasCustomPrompt="1"/>
          </p:nvPr>
        </p:nvSpPr>
        <p:spPr>
          <a:xfrm>
            <a:off x="6286500" y="1501971"/>
            <a:ext cx="1512532" cy="1157287"/>
          </a:xfrm>
          <a:prstGeom prst="rect">
            <a:avLst/>
          </a:prstGeom>
        </p:spPr>
        <p:txBody>
          <a:bodyPr wrap="none" lIns="0" anchor="b" anchorCtr="0">
            <a:noAutofit/>
          </a:bodyPr>
          <a:lstStyle>
            <a:lvl1pPr>
              <a:defRPr sz="48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###</a:t>
            </a:r>
            <a:endParaRPr lang="ru-RU" dirty="0"/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166A98A3-0211-E447-A257-49A4459A5461}"/>
              </a:ext>
            </a:extLst>
          </p:cNvPr>
          <p:cNvSpPr>
            <a:spLocks noGrp="1"/>
          </p:cNvSpPr>
          <p:nvPr userDrawn="1">
            <p:ph type="body" sz="quarter" idx="36"/>
          </p:nvPr>
        </p:nvSpPr>
        <p:spPr>
          <a:xfrm>
            <a:off x="7810500" y="3091463"/>
            <a:ext cx="3213100" cy="948217"/>
          </a:xfrm>
          <a:prstGeom prst="rect">
            <a:avLst/>
          </a:prstGeom>
        </p:spPr>
        <p:txBody>
          <a:bodyPr lIns="0" bIns="0" anchor="b" anchorCtr="0">
            <a:noAutofit/>
          </a:bodyPr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E38BB123-3595-FF45-8D60-30F0591E4483}"/>
              </a:ext>
            </a:extLst>
          </p:cNvPr>
          <p:cNvSpPr>
            <a:spLocks noGrp="1"/>
          </p:cNvSpPr>
          <p:nvPr userDrawn="1">
            <p:ph type="body" sz="quarter" idx="37" hasCustomPrompt="1"/>
          </p:nvPr>
        </p:nvSpPr>
        <p:spPr>
          <a:xfrm>
            <a:off x="6286500" y="3047574"/>
            <a:ext cx="1512532" cy="1138866"/>
          </a:xfrm>
          <a:prstGeom prst="rect">
            <a:avLst/>
          </a:prstGeom>
        </p:spPr>
        <p:txBody>
          <a:bodyPr wrap="none" lIns="0" anchor="b" anchorCtr="0">
            <a:noAutofit/>
          </a:bodyPr>
          <a:lstStyle>
            <a:lvl1pPr>
              <a:defRPr sz="48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###</a:t>
            </a:r>
            <a:endParaRPr lang="ru-RU" dirty="0"/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799F3D5C-7177-F44F-A68C-D0F86080CB54}"/>
              </a:ext>
            </a:extLst>
          </p:cNvPr>
          <p:cNvSpPr>
            <a:spLocks noGrp="1"/>
          </p:cNvSpPr>
          <p:nvPr userDrawn="1">
            <p:ph type="body" sz="quarter" idx="38"/>
          </p:nvPr>
        </p:nvSpPr>
        <p:spPr>
          <a:xfrm>
            <a:off x="7810500" y="4622938"/>
            <a:ext cx="3213100" cy="937453"/>
          </a:xfrm>
          <a:prstGeom prst="rect">
            <a:avLst/>
          </a:prstGeom>
        </p:spPr>
        <p:txBody>
          <a:bodyPr lIns="0" bIns="0" anchor="b" anchorCtr="0">
            <a:noAutofit/>
          </a:bodyPr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A37F721F-0B5D-494B-A50E-1C44740A1BAE}"/>
              </a:ext>
            </a:extLst>
          </p:cNvPr>
          <p:cNvSpPr>
            <a:spLocks noGrp="1"/>
          </p:cNvSpPr>
          <p:nvPr userDrawn="1">
            <p:ph type="body" sz="quarter" idx="39" hasCustomPrompt="1"/>
          </p:nvPr>
        </p:nvSpPr>
        <p:spPr>
          <a:xfrm>
            <a:off x="6286500" y="4571733"/>
            <a:ext cx="1512532" cy="1127953"/>
          </a:xfrm>
          <a:prstGeom prst="rect">
            <a:avLst/>
          </a:prstGeom>
        </p:spPr>
        <p:txBody>
          <a:bodyPr wrap="none" lIns="0" anchor="b" anchorCtr="0">
            <a:noAutofit/>
          </a:bodyPr>
          <a:lstStyle>
            <a:lvl1pPr>
              <a:defRPr sz="48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###</a:t>
            </a:r>
            <a:endParaRPr lang="ru-RU" dirty="0"/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509214F5-A3C9-6D49-AFD8-AB90CB03FB19}"/>
              </a:ext>
            </a:extLst>
          </p:cNvPr>
          <p:cNvSpPr>
            <a:spLocks noGrp="1"/>
          </p:cNvSpPr>
          <p:nvPr userDrawn="1">
            <p:ph type="body" sz="quarter" idx="27"/>
          </p:nvPr>
        </p:nvSpPr>
        <p:spPr>
          <a:xfrm>
            <a:off x="5859781" y="1520825"/>
            <a:ext cx="45719" cy="4194000"/>
          </a:xfrm>
          <a:prstGeom prst="bracePair">
            <a:avLst>
              <a:gd name="adj" fmla="val 0"/>
            </a:avLst>
          </a:prstGeom>
          <a:ln w="6350" cap="flat">
            <a:noFill/>
            <a:miter lim="800000"/>
          </a:ln>
        </p:spPr>
        <p:txBody>
          <a:bodyPr vert="vert" tIns="0" rIns="234000" bIns="0">
            <a:noAutofit/>
          </a:bodyPr>
          <a:lstStyle>
            <a:lvl1pPr>
              <a:defRPr sz="100" b="0">
                <a:ln>
                  <a:noFill/>
                </a:ln>
                <a:noFill/>
              </a:defRPr>
            </a:lvl1pPr>
          </a:lstStyle>
          <a:p>
            <a:pPr lvl="0"/>
            <a:endParaRPr lang="ru-RU" dirty="0"/>
          </a:p>
        </p:txBody>
      </p:sp>
      <p:pic>
        <p:nvPicPr>
          <p:cNvPr id="40" name="Рисунок 3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2032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Обложка с цветным фоном">
    <p:bg>
      <p:bgPr>
        <a:solidFill>
          <a:srgbClr val="2B2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9">
            <a:extLst>
              <a:ext uri="{FF2B5EF4-FFF2-40B4-BE49-F238E27FC236}">
                <a16:creationId xmlns:a16="http://schemas.microsoft.com/office/drawing/2014/main" id="{DB35E3EE-D93A-9B46-B9A6-4D0F1944F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36" y="2496070"/>
            <a:ext cx="5710238" cy="952500"/>
          </a:xfrm>
        </p:spPr>
        <p:txBody>
          <a:bodyPr lIns="0">
            <a:no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9608230" y="-1261641"/>
            <a:ext cx="2211503" cy="9248686"/>
          </a:xfrm>
          <a:prstGeom prst="rect">
            <a:avLst/>
          </a:prstGeom>
        </p:spPr>
        <p:txBody>
          <a:bodyPr vert="horz" wrap="none" lIns="0" tIns="45720" rIns="91440" bIns="45720" rtlCol="0">
            <a:spAutoFit/>
          </a:bodyPr>
          <a:lstStyle/>
          <a:p>
            <a:pPr algn="l"/>
            <a:r>
              <a:rPr lang="en-US" sz="59500" b="1" dirty="0">
                <a:solidFill>
                  <a:srgbClr val="FEE600"/>
                </a:solidFill>
              </a:rPr>
              <a:t>/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3358414-8AE4-E643-A32D-C1BBD97E7F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65325" y="4961247"/>
            <a:ext cx="3730625" cy="1125312"/>
          </a:xfrm>
        </p:spPr>
        <p:txBody>
          <a:bodyPr>
            <a:noAutofit/>
          </a:bodyPr>
          <a:lstStyle>
            <a:lvl1pPr>
              <a:spcBef>
                <a:spcPts val="1200"/>
              </a:spcBef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GB" dirty="0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2380619" y="4961247"/>
            <a:ext cx="18000" cy="11293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11" name="Picture 2" descr="D:\works\GP\2021-07\RB-DGTL-TEAM\logo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3004" y="576606"/>
            <a:ext cx="1437088" cy="5697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734162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аграда 1, светдый фог">
    <p:bg>
      <p:bgPr>
        <a:solidFill>
          <a:srgbClr val="2B2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Рисунок 2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41959" y="5413693"/>
            <a:ext cx="1013673" cy="545526"/>
          </a:xfrm>
          <a:prstGeom prst="rect">
            <a:avLst/>
          </a:prstGeom>
        </p:spPr>
      </p:pic>
      <p:sp>
        <p:nvSpPr>
          <p:cNvPr id="28" name="Title 9">
            <a:extLst>
              <a:ext uri="{FF2B5EF4-FFF2-40B4-BE49-F238E27FC236}">
                <a16:creationId xmlns:a16="http://schemas.microsoft.com/office/drawing/2014/main" id="{DB35E3EE-D93A-9B46-B9A6-4D0F1944F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521" y="771441"/>
            <a:ext cx="5710238" cy="952500"/>
          </a:xfrm>
        </p:spPr>
        <p:txBody>
          <a:bodyPr lIns="0">
            <a:no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53358414-8AE4-E643-A32D-C1BBD97E7F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80134" y="4961247"/>
            <a:ext cx="3730625" cy="1125312"/>
          </a:xfrm>
        </p:spPr>
        <p:txBody>
          <a:bodyPr>
            <a:noAutofit/>
          </a:bodyPr>
          <a:lstStyle>
            <a:lvl1pPr>
              <a:spcBef>
                <a:spcPts val="1200"/>
              </a:spcBef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GB"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12498" y="5413693"/>
            <a:ext cx="555407" cy="569790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10453182" y="-694482"/>
            <a:ext cx="1318631" cy="5386090"/>
          </a:xfrm>
          <a:prstGeom prst="rect">
            <a:avLst/>
          </a:prstGeom>
        </p:spPr>
        <p:txBody>
          <a:bodyPr vert="horz" wrap="none" lIns="0" tIns="45720" rIns="91440" bIns="45720" rtlCol="0">
            <a:spAutoFit/>
          </a:bodyPr>
          <a:lstStyle/>
          <a:p>
            <a:pPr algn="l"/>
            <a:r>
              <a:rPr lang="en-US" sz="34400" b="1" dirty="0">
                <a:solidFill>
                  <a:srgbClr val="FEE600"/>
                </a:solidFill>
              </a:rPr>
              <a:t>/</a:t>
            </a:r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757598" y="5426027"/>
            <a:ext cx="18000" cy="5299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2496369" y="4961247"/>
            <a:ext cx="18000" cy="11293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747661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Награда 1, светдый фог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114" y="0"/>
            <a:ext cx="12164885" cy="6853639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C5DF0713-BD26-F547-A7A1-20E93211AA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85684" y="5613926"/>
            <a:ext cx="3615266" cy="57150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Font typeface="+mj-lt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600" indent="-129600">
              <a:defRPr/>
            </a:lvl2pPr>
            <a:lvl3pPr marL="129600" indent="-129600">
              <a:defRPr/>
            </a:lvl3pPr>
            <a:lvl4pPr marL="129600" indent="-129600">
              <a:defRPr/>
            </a:lvl4pPr>
            <a:lvl5pPr marL="129600" indent="-129600">
              <a:defRPr/>
            </a:lvl5pPr>
          </a:lstStyle>
          <a:p>
            <a:pPr lvl="0"/>
            <a:endParaRPr lang="ru-RU" dirty="0"/>
          </a:p>
        </p:txBody>
      </p:sp>
      <p:sp>
        <p:nvSpPr>
          <p:cNvPr id="12" name="Title 9">
            <a:extLst>
              <a:ext uri="{FF2B5EF4-FFF2-40B4-BE49-F238E27FC236}">
                <a16:creationId xmlns:a16="http://schemas.microsoft.com/office/drawing/2014/main" id="{DB35E3EE-D93A-9B46-B9A6-4D0F1944F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998" y="2123991"/>
            <a:ext cx="5710238" cy="952500"/>
          </a:xfrm>
        </p:spPr>
        <p:txBody>
          <a:bodyPr lIns="0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551938" y="5707063"/>
            <a:ext cx="18000" cy="5299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11" name="Picture 3" descr="D:\works\GP\2021-07\RB-DGTL-TEAM\logo1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5407" y="576606"/>
            <a:ext cx="1422991" cy="5697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750286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Чистый лист, цветной фон 1/3 + лого">
    <p:bg>
      <p:bgPr>
        <a:solidFill>
          <a:srgbClr val="2B2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88B5BD-A6B6-F341-8F89-F2A1B2AF5FE9}"/>
              </a:ext>
            </a:extLst>
          </p:cNvPr>
          <p:cNvSpPr/>
          <p:nvPr userDrawn="1"/>
        </p:nvSpPr>
        <p:spPr>
          <a:xfrm flipH="1">
            <a:off x="0" y="0"/>
            <a:ext cx="800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x-none" sz="1400" dirty="0"/>
          </a:p>
        </p:txBody>
      </p:sp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ABBD4A-148C-964A-B1F4-D48F11C9AB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7048800"/>
            <a:ext cx="1333500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6858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DDFD07-BE17-4840-AB75-07225BA8514C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762000" y="1700213"/>
            <a:ext cx="4572000" cy="268128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FDA7189D-8D47-6145-A331-22B27C810F49}"/>
              </a:ext>
            </a:extLst>
          </p:cNvPr>
          <p:cNvSpPr>
            <a:spLocks noGrp="1"/>
          </p:cNvSpPr>
          <p:nvPr userDrawn="1">
            <p:ph type="body" sz="quarter" idx="19"/>
          </p:nvPr>
        </p:nvSpPr>
        <p:spPr>
          <a:xfrm>
            <a:off x="8389430" y="1700213"/>
            <a:ext cx="3048000" cy="268128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  <a:lvl6pPr marL="2147400" indent="0">
              <a:buNone/>
              <a:defRPr/>
            </a:lvl6pPr>
          </a:lstStyle>
          <a:p>
            <a:pPr lvl="0"/>
            <a:endParaRPr lang="ru-RU" dirty="0"/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7297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ншет">
    <p:bg>
      <p:bgPr>
        <a:solidFill>
          <a:srgbClr val="2B2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88B5BD-A6B6-F341-8F89-F2A1B2AF5FE9}"/>
              </a:ext>
            </a:extLst>
          </p:cNvPr>
          <p:cNvSpPr/>
          <p:nvPr userDrawn="1"/>
        </p:nvSpPr>
        <p:spPr>
          <a:xfrm flipH="1">
            <a:off x="0" y="0"/>
            <a:ext cx="800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x-none" sz="1400" dirty="0"/>
          </a:p>
        </p:txBody>
      </p:sp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3810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DDFD07-BE17-4840-AB75-07225BA8514C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762000" y="1700213"/>
            <a:ext cx="4572000" cy="268128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17" name="Рисунок 3">
            <a:extLst>
              <a:ext uri="{FF2B5EF4-FFF2-40B4-BE49-F238E27FC236}">
                <a16:creationId xmlns:a16="http://schemas.microsoft.com/office/drawing/2014/main" id="{D87BFF01-D143-4E93-A229-65DAD4B2B6C9}"/>
              </a:ext>
            </a:extLst>
          </p:cNvPr>
          <p:cNvSpPr>
            <a:spLocks noGrp="1"/>
          </p:cNvSpPr>
          <p:nvPr userDrawn="1">
            <p:ph type="pic" sz="quarter" idx="45"/>
          </p:nvPr>
        </p:nvSpPr>
        <p:spPr>
          <a:xfrm>
            <a:off x="6656002" y="1584828"/>
            <a:ext cx="2689996" cy="3579048"/>
          </a:xfr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1400" baseline="0"/>
            </a:lvl1pPr>
          </a:lstStyle>
          <a:p>
            <a:r>
              <a:rPr lang="ru-RU" dirty="0"/>
              <a:t>Вставка рисунка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1766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оутбук">
    <p:bg>
      <p:bgPr>
        <a:solidFill>
          <a:srgbClr val="2B2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88B5BD-A6B6-F341-8F89-F2A1B2AF5FE9}"/>
              </a:ext>
            </a:extLst>
          </p:cNvPr>
          <p:cNvSpPr/>
          <p:nvPr userDrawn="1"/>
        </p:nvSpPr>
        <p:spPr>
          <a:xfrm flipH="1">
            <a:off x="0" y="0"/>
            <a:ext cx="800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x-none" sz="1400" dirty="0"/>
          </a:p>
        </p:txBody>
      </p:sp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3810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DDFD07-BE17-4840-AB75-07225BA8514C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762000" y="1700213"/>
            <a:ext cx="4572000" cy="268128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2E7DF71D-9F9F-4851-A9D9-AC5C3710A0A3}"/>
              </a:ext>
            </a:extLst>
          </p:cNvPr>
          <p:cNvSpPr>
            <a:spLocks noGrp="1"/>
          </p:cNvSpPr>
          <p:nvPr userDrawn="1">
            <p:ph type="pic" sz="quarter" idx="16"/>
          </p:nvPr>
        </p:nvSpPr>
        <p:spPr>
          <a:xfrm>
            <a:off x="6830193" y="1333500"/>
            <a:ext cx="5836204" cy="365605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326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ноблок">
    <p:bg>
      <p:bgPr>
        <a:solidFill>
          <a:srgbClr val="2B2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88B5BD-A6B6-F341-8F89-F2A1B2AF5FE9}"/>
              </a:ext>
            </a:extLst>
          </p:cNvPr>
          <p:cNvSpPr/>
          <p:nvPr userDrawn="1"/>
        </p:nvSpPr>
        <p:spPr>
          <a:xfrm flipH="1">
            <a:off x="0" y="0"/>
            <a:ext cx="800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x-none" sz="1400" dirty="0"/>
          </a:p>
        </p:txBody>
      </p:sp>
      <p:sp>
        <p:nvSpPr>
          <p:cNvPr id="14" name="Title 9">
            <a:extLst>
              <a:ext uri="{FF2B5EF4-FFF2-40B4-BE49-F238E27FC236}">
                <a16:creationId xmlns:a16="http://schemas.microsoft.com/office/drawing/2014/main" id="{C7745E6A-18EC-054A-8FE6-B2B1F30A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81000"/>
            <a:ext cx="10668001" cy="571500"/>
          </a:xfrm>
        </p:spPr>
        <p:txBody>
          <a:bodyPr l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67FB0C-A308-AA46-8E45-7743E8A565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8000" y="6101543"/>
            <a:ext cx="762000" cy="381000"/>
          </a:xfrm>
        </p:spPr>
        <p:txBody>
          <a:bodyPr r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260BB2-4DBA-4B96-A733-49638465F576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BFFED65D-5AB0-0549-9457-BCD403ABACCC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AA514-6533-8A4E-8F43-F19D6FC024B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62000" y="952500"/>
            <a:ext cx="3810000" cy="381000"/>
          </a:xfrm>
          <a:prstGeom prst="rect">
            <a:avLst/>
          </a:prstGeom>
        </p:spPr>
        <p:txBody>
          <a:bodyPr lIns="14400">
            <a:noAutofit/>
          </a:bodyPr>
          <a:lstStyle>
            <a:lvl1pPr marL="0" indent="0">
              <a:buNone/>
              <a:defRPr sz="16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DDFD07-BE17-4840-AB75-07225BA8514C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762000" y="1700213"/>
            <a:ext cx="4572000" cy="268128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b="0"/>
            </a:lvl1pPr>
          </a:lstStyle>
          <a:p>
            <a:pPr lvl="0"/>
            <a:endParaRPr lang="ru-RU" dirty="0"/>
          </a:p>
        </p:txBody>
      </p:sp>
      <p:sp>
        <p:nvSpPr>
          <p:cNvPr id="16" name="Рисунок 2"/>
          <p:cNvSpPr>
            <a:spLocks noGrp="1"/>
          </p:cNvSpPr>
          <p:nvPr userDrawn="1">
            <p:ph type="pic" sz="quarter" idx="39" hasCustomPrompt="1"/>
          </p:nvPr>
        </p:nvSpPr>
        <p:spPr>
          <a:xfrm>
            <a:off x="5232757" y="1627200"/>
            <a:ext cx="6426000" cy="3618000"/>
          </a:xfrm>
          <a:pattFill prst="pct25">
            <a:fgClr>
              <a:schemeClr val="tx1"/>
            </a:fgClr>
            <a:bgClr>
              <a:schemeClr val="bg2"/>
            </a:bgClr>
          </a:pattFill>
        </p:spPr>
        <p:txBody>
          <a:bodyPr anchor="ctr" anchorCtr="1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ru-RU" dirty="0"/>
              <a:t>Нажмите</a:t>
            </a:r>
            <a:r>
              <a:rPr lang="en-US" dirty="0"/>
              <a:t> </a:t>
            </a:r>
            <a:r>
              <a:rPr lang="ru-RU" dirty="0"/>
              <a:t>для</a:t>
            </a:r>
            <a:br>
              <a:rPr lang="en-US" dirty="0"/>
            </a:br>
            <a:r>
              <a:rPr lang="ru-RU" dirty="0"/>
              <a:t>вставки</a:t>
            </a:r>
            <a:r>
              <a:rPr lang="en-US" dirty="0"/>
              <a:t> </a:t>
            </a:r>
            <a:r>
              <a:rPr lang="ru-RU" dirty="0"/>
              <a:t>изображения</a:t>
            </a:r>
            <a:endParaRPr lang="en-US" dirty="0"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545" y="74735"/>
            <a:ext cx="231530" cy="23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0064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image" Target="../media/image2.sv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72C0F-8427-4109-9636-178306F88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68000" y="6101543"/>
            <a:ext cx="762000" cy="381000"/>
          </a:xfrm>
          <a:prstGeom prst="rect">
            <a:avLst/>
          </a:prstGeom>
        </p:spPr>
        <p:txBody>
          <a:bodyPr vert="horz" lIns="90000" tIns="46800" rIns="0" bIns="46800" rtlCol="0" anchor="b" anchorCtr="0">
            <a:noAutofit/>
          </a:bodyPr>
          <a:lstStyle>
            <a:lvl1pPr algn="r">
              <a:defRPr lang="ru-RU" sz="900" smtClean="0"/>
            </a:lvl1pPr>
          </a:lstStyle>
          <a:p>
            <a:fld id="{4F260BB2-4DBA-4B96-A733-49638465F576}" type="slidenum">
              <a:rPr lang="x-none" smtClean="0"/>
              <a:pPr/>
              <a:t>‹#›</a:t>
            </a:fld>
            <a:endParaRPr lang="x-none" dirty="0"/>
          </a:p>
        </p:txBody>
      </p:sp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BD7E30B8-914D-D243-B7C2-E3005E3FA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571500"/>
          </a:xfrm>
          <a:prstGeom prst="rect">
            <a:avLst/>
          </a:prstGeom>
        </p:spPr>
        <p:txBody>
          <a:bodyPr vert="horz" lIns="0" tIns="45720" rIns="91440" bIns="45720" rtlCol="0" anchor="t" anchorCtr="0">
            <a:noAutofit/>
          </a:bodyPr>
          <a:lstStyle/>
          <a:p>
            <a:endParaRPr lang="en-US" dirty="0"/>
          </a:p>
        </p:txBody>
      </p:sp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02F93523-FC27-944D-93B6-7B72785D9BD9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55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" name="Rectangle 8" hidden="1">
            <a:extLst>
              <a:ext uri="{FF2B5EF4-FFF2-40B4-BE49-F238E27FC236}">
                <a16:creationId xmlns:a16="http://schemas.microsoft.com/office/drawing/2014/main" id="{3ED09647-438D-440D-A74B-A3E9ED9F2E58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55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A5C698B-58A9-4EE3-A887-FBE0B8965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520824"/>
            <a:ext cx="10668000" cy="4384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894233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95" r:id="rId2"/>
    <p:sldLayoutId id="2147483912" r:id="rId3"/>
    <p:sldLayoutId id="2147483913" r:id="rId4"/>
    <p:sldLayoutId id="2147483822" r:id="rId5"/>
    <p:sldLayoutId id="2147483911" r:id="rId6"/>
    <p:sldLayoutId id="2147483819" r:id="rId7"/>
    <p:sldLayoutId id="2147483821" r:id="rId8"/>
    <p:sldLayoutId id="2147483894" r:id="rId9"/>
    <p:sldLayoutId id="2147483814" r:id="rId10"/>
    <p:sldLayoutId id="2147483820" r:id="rId11"/>
    <p:sldLayoutId id="2147483826" r:id="rId12"/>
    <p:sldLayoutId id="2147483828" r:id="rId13"/>
    <p:sldLayoutId id="2147483823" r:id="rId14"/>
    <p:sldLayoutId id="2147483839" r:id="rId15"/>
    <p:sldLayoutId id="2147483835" r:id="rId16"/>
    <p:sldLayoutId id="2147483848" r:id="rId17"/>
    <p:sldLayoutId id="2147483840" r:id="rId18"/>
    <p:sldLayoutId id="2147483847" r:id="rId19"/>
    <p:sldLayoutId id="2147483833" r:id="rId20"/>
    <p:sldLayoutId id="2147483834" r:id="rId21"/>
    <p:sldLayoutId id="2147483837" r:id="rId22"/>
    <p:sldLayoutId id="2147483858" r:id="rId23"/>
    <p:sldLayoutId id="2147483830" r:id="rId24"/>
    <p:sldLayoutId id="2147483836" r:id="rId25"/>
    <p:sldLayoutId id="2147483852" r:id="rId26"/>
    <p:sldLayoutId id="2147483831" r:id="rId27"/>
    <p:sldLayoutId id="2147483849" r:id="rId28"/>
    <p:sldLayoutId id="2147483832" r:id="rId29"/>
    <p:sldLayoutId id="2147483850" r:id="rId30"/>
    <p:sldLayoutId id="2147483851" r:id="rId31"/>
    <p:sldLayoutId id="2147483838" r:id="rId32"/>
    <p:sldLayoutId id="2147483845" r:id="rId33"/>
    <p:sldLayoutId id="2147483854" r:id="rId34"/>
    <p:sldLayoutId id="2147483861" r:id="rId35"/>
    <p:sldLayoutId id="2147483857" r:id="rId36"/>
    <p:sldLayoutId id="2147483886" r:id="rId37"/>
    <p:sldLayoutId id="2147483855" r:id="rId38"/>
    <p:sldLayoutId id="2147483862" r:id="rId39"/>
    <p:sldLayoutId id="2147483860" r:id="rId40"/>
    <p:sldLayoutId id="2147483887" r:id="rId41"/>
    <p:sldLayoutId id="2147483829" r:id="rId42"/>
    <p:sldLayoutId id="2147483853" r:id="rId43"/>
    <p:sldLayoutId id="2147483844" r:id="rId44"/>
    <p:sldLayoutId id="2147483842" r:id="rId45"/>
    <p:sldLayoutId id="2147483843" r:id="rId46"/>
    <p:sldLayoutId id="2147483914" r:id="rId47"/>
    <p:sldLayoutId id="2147483889" r:id="rId48"/>
    <p:sldLayoutId id="2147483899" r:id="rId49"/>
    <p:sldLayoutId id="2147483900" r:id="rId50"/>
    <p:sldLayoutId id="2147483902" r:id="rId51"/>
    <p:sldLayoutId id="2147483904" r:id="rId52"/>
    <p:sldLayoutId id="2147483905" r:id="rId5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lang="x-none" sz="1200" b="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lang="x-none" sz="1200" b="1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176400" rtl="0" eaLnBrk="1" latinLnBrk="0" hangingPunct="1">
        <a:lnSpc>
          <a:spcPct val="90000"/>
        </a:lnSpc>
        <a:spcBef>
          <a:spcPts val="600"/>
        </a:spcBef>
        <a:buFont typeface="Wingdings" pitchFamily="2" charset="2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57144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57144" algn="l" defTabSz="914400" rtl="0" eaLnBrk="1" latinLnBrk="0" hangingPunct="1"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20">
          <p15:clr>
            <a:srgbClr val="E5E5E5"/>
          </p15:clr>
        </p15:guide>
        <p15:guide id="4" pos="240">
          <p15:clr>
            <a:srgbClr val="E5E5E5"/>
          </p15:clr>
        </p15:guide>
        <p15:guide id="5" pos="360">
          <p15:clr>
            <a:srgbClr val="E5E5E5"/>
          </p15:clr>
        </p15:guide>
        <p15:guide id="7" pos="600">
          <p15:clr>
            <a:srgbClr val="E5E5E5"/>
          </p15:clr>
        </p15:guide>
        <p15:guide id="8" pos="720">
          <p15:clr>
            <a:srgbClr val="E5E5E5"/>
          </p15:clr>
        </p15:guide>
        <p15:guide id="9" pos="840">
          <p15:clr>
            <a:srgbClr val="E5E5E5"/>
          </p15:clr>
        </p15:guide>
        <p15:guide id="11" pos="1080">
          <p15:clr>
            <a:srgbClr val="E5E5E5"/>
          </p15:clr>
        </p15:guide>
        <p15:guide id="12" pos="1200">
          <p15:clr>
            <a:srgbClr val="E5E5E5"/>
          </p15:clr>
        </p15:guide>
        <p15:guide id="13" pos="1320">
          <p15:clr>
            <a:srgbClr val="E5E5E5"/>
          </p15:clr>
        </p15:guide>
        <p15:guide id="15" pos="1576">
          <p15:clr>
            <a:srgbClr val="E5E5E5"/>
          </p15:clr>
        </p15:guide>
        <p15:guide id="16" pos="1680">
          <p15:clr>
            <a:srgbClr val="E5E5E5"/>
          </p15:clr>
        </p15:guide>
        <p15:guide id="17" pos="1800">
          <p15:clr>
            <a:srgbClr val="E5E5E5"/>
          </p15:clr>
        </p15:guide>
        <p15:guide id="19" pos="2040">
          <p15:clr>
            <a:srgbClr val="E5E5E5"/>
          </p15:clr>
        </p15:guide>
        <p15:guide id="20" pos="2160">
          <p15:clr>
            <a:srgbClr val="E5E5E5"/>
          </p15:clr>
        </p15:guide>
        <p15:guide id="21" pos="2280">
          <p15:clr>
            <a:srgbClr val="E5E5E5"/>
          </p15:clr>
        </p15:guide>
        <p15:guide id="23" pos="2520">
          <p15:clr>
            <a:srgbClr val="E5E5E5"/>
          </p15:clr>
        </p15:guide>
        <p15:guide id="24" pos="2640">
          <p15:clr>
            <a:srgbClr val="E5E5E5"/>
          </p15:clr>
        </p15:guide>
        <p15:guide id="25" pos="2760">
          <p15:clr>
            <a:srgbClr val="E5E5E5"/>
          </p15:clr>
        </p15:guide>
        <p15:guide id="27" pos="3000">
          <p15:clr>
            <a:srgbClr val="E5E5E5"/>
          </p15:clr>
        </p15:guide>
        <p15:guide id="28" pos="3120">
          <p15:clr>
            <a:srgbClr val="E5E5E5"/>
          </p15:clr>
        </p15:guide>
        <p15:guide id="29" pos="3240">
          <p15:clr>
            <a:srgbClr val="E5E5E5"/>
          </p15:clr>
        </p15:guide>
        <p15:guide id="31" pos="3480">
          <p15:clr>
            <a:srgbClr val="E5E5E5"/>
          </p15:clr>
        </p15:guide>
        <p15:guide id="32" pos="3600">
          <p15:clr>
            <a:srgbClr val="E5E5E5"/>
          </p15:clr>
        </p15:guide>
        <p15:guide id="33" pos="3720">
          <p15:clr>
            <a:srgbClr val="E5E5E5"/>
          </p15:clr>
        </p15:guide>
        <p15:guide id="35" pos="3960">
          <p15:clr>
            <a:srgbClr val="E5E5E5"/>
          </p15:clr>
        </p15:guide>
        <p15:guide id="36" pos="4080">
          <p15:clr>
            <a:srgbClr val="E5E5E5"/>
          </p15:clr>
        </p15:guide>
        <p15:guide id="37" pos="4200">
          <p15:clr>
            <a:srgbClr val="E5E5E5"/>
          </p15:clr>
        </p15:guide>
        <p15:guide id="39" pos="4440">
          <p15:clr>
            <a:srgbClr val="E5E5E5"/>
          </p15:clr>
        </p15:guide>
        <p15:guide id="40" pos="4566">
          <p15:clr>
            <a:srgbClr val="E5E5E5"/>
          </p15:clr>
        </p15:guide>
        <p15:guide id="41" pos="4680">
          <p15:clr>
            <a:srgbClr val="E5E5E5"/>
          </p15:clr>
        </p15:guide>
        <p15:guide id="43" pos="4920">
          <p15:clr>
            <a:srgbClr val="E5E5E5"/>
          </p15:clr>
        </p15:guide>
        <p15:guide id="44" pos="5040">
          <p15:clr>
            <a:srgbClr val="E5E5E5"/>
          </p15:clr>
        </p15:guide>
        <p15:guide id="45" pos="5160">
          <p15:clr>
            <a:srgbClr val="E5E5E5"/>
          </p15:clr>
        </p15:guide>
        <p15:guide id="47" pos="5400">
          <p15:clr>
            <a:srgbClr val="E5E5E5"/>
          </p15:clr>
        </p15:guide>
        <p15:guide id="48" pos="5520">
          <p15:clr>
            <a:srgbClr val="E5E5E5"/>
          </p15:clr>
        </p15:guide>
        <p15:guide id="49" pos="5640">
          <p15:clr>
            <a:srgbClr val="E5E5E5"/>
          </p15:clr>
        </p15:guide>
        <p15:guide id="51" pos="5880">
          <p15:clr>
            <a:srgbClr val="E5E5E5"/>
          </p15:clr>
        </p15:guide>
        <p15:guide id="52" pos="6000">
          <p15:clr>
            <a:srgbClr val="E5E5E5"/>
          </p15:clr>
        </p15:guide>
        <p15:guide id="53" pos="6120">
          <p15:clr>
            <a:srgbClr val="E5E5E5"/>
          </p15:clr>
        </p15:guide>
        <p15:guide id="55" pos="6360">
          <p15:clr>
            <a:srgbClr val="E5E5E5"/>
          </p15:clr>
        </p15:guide>
        <p15:guide id="56" pos="6480">
          <p15:clr>
            <a:srgbClr val="E5E5E5"/>
          </p15:clr>
        </p15:guide>
        <p15:guide id="57" pos="6600">
          <p15:clr>
            <a:srgbClr val="E5E5E5"/>
          </p15:clr>
        </p15:guide>
        <p15:guide id="59" pos="6840">
          <p15:clr>
            <a:srgbClr val="E5E5E5"/>
          </p15:clr>
        </p15:guide>
        <p15:guide id="60" pos="6960">
          <p15:clr>
            <a:srgbClr val="E5E5E5"/>
          </p15:clr>
        </p15:guide>
        <p15:guide id="61" pos="7080">
          <p15:clr>
            <a:srgbClr val="E5E5E5"/>
          </p15:clr>
        </p15:guide>
        <p15:guide id="63" pos="7320">
          <p15:clr>
            <a:srgbClr val="E5E5E5"/>
          </p15:clr>
        </p15:guide>
        <p15:guide id="64" pos="7440">
          <p15:clr>
            <a:srgbClr val="E5E5E5"/>
          </p15:clr>
        </p15:guide>
        <p15:guide id="65" pos="7560">
          <p15:clr>
            <a:srgbClr val="E5E5E5"/>
          </p15:clr>
        </p15:guide>
        <p15:guide id="66" orient="horz">
          <p15:clr>
            <a:srgbClr val="E5E5E5"/>
          </p15:clr>
        </p15:guide>
        <p15:guide id="67" orient="horz" pos="4320">
          <p15:clr>
            <a:srgbClr val="E5E5E5"/>
          </p15:clr>
        </p15:guide>
        <p15:guide id="68" orient="horz" pos="120">
          <p15:clr>
            <a:srgbClr val="E5E5E5"/>
          </p15:clr>
        </p15:guide>
        <p15:guide id="70" orient="horz" pos="360">
          <p15:clr>
            <a:srgbClr val="E5E5E5"/>
          </p15:clr>
        </p15:guide>
        <p15:guide id="71" orient="horz" pos="480">
          <p15:clr>
            <a:srgbClr val="E5E5E5"/>
          </p15:clr>
        </p15:guide>
        <p15:guide id="72" orient="horz" pos="600">
          <p15:clr>
            <a:srgbClr val="E5E5E5"/>
          </p15:clr>
        </p15:guide>
        <p15:guide id="73" orient="horz" pos="720">
          <p15:clr>
            <a:srgbClr val="E5E5E5"/>
          </p15:clr>
        </p15:guide>
        <p15:guide id="74" orient="horz" pos="840">
          <p15:clr>
            <a:srgbClr val="E5E5E5"/>
          </p15:clr>
        </p15:guide>
        <p15:guide id="75" orient="horz" pos="958" userDrawn="1">
          <p15:clr>
            <a:srgbClr val="E5E5E5"/>
          </p15:clr>
        </p15:guide>
        <p15:guide id="77" orient="horz" pos="1200">
          <p15:clr>
            <a:srgbClr val="E5E5E5"/>
          </p15:clr>
        </p15:guide>
        <p15:guide id="78" orient="horz" pos="1320">
          <p15:clr>
            <a:srgbClr val="E5E5E5"/>
          </p15:clr>
        </p15:guide>
        <p15:guide id="79" orient="horz" pos="1440">
          <p15:clr>
            <a:srgbClr val="E5E5E5"/>
          </p15:clr>
        </p15:guide>
        <p15:guide id="80" orient="horz" pos="1560">
          <p15:clr>
            <a:srgbClr val="E5E5E5"/>
          </p15:clr>
        </p15:guide>
        <p15:guide id="81" orient="horz" pos="1680">
          <p15:clr>
            <a:srgbClr val="E5E5E5"/>
          </p15:clr>
        </p15:guide>
        <p15:guide id="82" orient="horz" pos="1800">
          <p15:clr>
            <a:srgbClr val="E5E5E5"/>
          </p15:clr>
        </p15:guide>
        <p15:guide id="83" orient="horz" pos="1920">
          <p15:clr>
            <a:srgbClr val="E5E5E5"/>
          </p15:clr>
        </p15:guide>
        <p15:guide id="84" orient="horz" pos="2040">
          <p15:clr>
            <a:srgbClr val="E5E5E5"/>
          </p15:clr>
        </p15:guide>
        <p15:guide id="85" orient="horz" pos="2160">
          <p15:clr>
            <a:srgbClr val="E5E5E5"/>
          </p15:clr>
        </p15:guide>
        <p15:guide id="86" orient="horz" pos="2272">
          <p15:clr>
            <a:srgbClr val="E5E5E5"/>
          </p15:clr>
        </p15:guide>
        <p15:guide id="87" orient="horz" pos="2400">
          <p15:clr>
            <a:srgbClr val="E5E5E5"/>
          </p15:clr>
        </p15:guide>
        <p15:guide id="88" orient="horz" pos="2520">
          <p15:clr>
            <a:srgbClr val="E5E5E5"/>
          </p15:clr>
        </p15:guide>
        <p15:guide id="89" orient="horz" pos="2640">
          <p15:clr>
            <a:srgbClr val="E5E5E5"/>
          </p15:clr>
        </p15:guide>
        <p15:guide id="90" orient="horz" pos="2760">
          <p15:clr>
            <a:srgbClr val="E5E5E5"/>
          </p15:clr>
        </p15:guide>
        <p15:guide id="91" orient="horz" pos="2880">
          <p15:clr>
            <a:srgbClr val="E5E5E5"/>
          </p15:clr>
        </p15:guide>
        <p15:guide id="92" orient="horz" pos="3000">
          <p15:clr>
            <a:srgbClr val="E5E5E5"/>
          </p15:clr>
        </p15:guide>
        <p15:guide id="93" orient="horz" pos="3120">
          <p15:clr>
            <a:srgbClr val="E5E5E5"/>
          </p15:clr>
        </p15:guide>
        <p15:guide id="94" orient="horz" pos="3240">
          <p15:clr>
            <a:srgbClr val="E5E5E5"/>
          </p15:clr>
        </p15:guide>
        <p15:guide id="95" orient="horz" pos="3360">
          <p15:clr>
            <a:srgbClr val="E5E5E5"/>
          </p15:clr>
        </p15:guide>
        <p15:guide id="96" orient="horz" pos="3480">
          <p15:clr>
            <a:srgbClr val="E5E5E5"/>
          </p15:clr>
        </p15:guide>
        <p15:guide id="97" orient="horz" pos="3600">
          <p15:clr>
            <a:srgbClr val="E5E5E5"/>
          </p15:clr>
        </p15:guide>
        <p15:guide id="98" orient="horz" pos="3720">
          <p15:clr>
            <a:srgbClr val="E5E5E5"/>
          </p15:clr>
        </p15:guide>
        <p15:guide id="99" orient="horz" pos="3840">
          <p15:clr>
            <a:srgbClr val="E5E5E5"/>
          </p15:clr>
        </p15:guide>
        <p15:guide id="100" orient="horz" pos="3960">
          <p15:clr>
            <a:srgbClr val="E5E5E5"/>
          </p15:clr>
        </p15:guide>
        <p15:guide id="102" orient="horz" pos="4200">
          <p15:clr>
            <a:srgbClr val="E5E5E5"/>
          </p15:clr>
        </p15:guide>
        <p15:guide id="103">
          <p15:clr>
            <a:srgbClr val="5ACBF0"/>
          </p15:clr>
        </p15:guide>
        <p15:guide id="104" pos="7680">
          <p15:clr>
            <a:srgbClr val="5ACBF0"/>
          </p15:clr>
        </p15:guide>
        <p15:guide id="105" pos="480">
          <p15:clr>
            <a:srgbClr val="5ACBF0"/>
          </p15:clr>
        </p15:guide>
        <p15:guide id="106" pos="960">
          <p15:clr>
            <a:srgbClr val="5ACBF0"/>
          </p15:clr>
        </p15:guide>
        <p15:guide id="107" pos="1440">
          <p15:clr>
            <a:srgbClr val="5ACBF0"/>
          </p15:clr>
        </p15:guide>
        <p15:guide id="108" pos="1920">
          <p15:clr>
            <a:srgbClr val="5ACBF0"/>
          </p15:clr>
        </p15:guide>
        <p15:guide id="109" pos="2400">
          <p15:clr>
            <a:srgbClr val="5ACBF0"/>
          </p15:clr>
        </p15:guide>
        <p15:guide id="110" pos="2880">
          <p15:clr>
            <a:srgbClr val="5ACBF0"/>
          </p15:clr>
        </p15:guide>
        <p15:guide id="111" pos="3360">
          <p15:clr>
            <a:srgbClr val="5ACBF0"/>
          </p15:clr>
        </p15:guide>
        <p15:guide id="112" pos="3840">
          <p15:clr>
            <a:srgbClr val="5ACBF0"/>
          </p15:clr>
        </p15:guide>
        <p15:guide id="113" pos="4320">
          <p15:clr>
            <a:srgbClr val="5ACBF0"/>
          </p15:clr>
        </p15:guide>
        <p15:guide id="114" pos="4800">
          <p15:clr>
            <a:srgbClr val="5ACBF0"/>
          </p15:clr>
        </p15:guide>
        <p15:guide id="115" pos="5280">
          <p15:clr>
            <a:srgbClr val="5ACBF0"/>
          </p15:clr>
        </p15:guide>
        <p15:guide id="116" pos="5760">
          <p15:clr>
            <a:srgbClr val="5ACBF0"/>
          </p15:clr>
        </p15:guide>
        <p15:guide id="117" pos="6240">
          <p15:clr>
            <a:srgbClr val="5ACBF0"/>
          </p15:clr>
        </p15:guide>
        <p15:guide id="118" pos="6720">
          <p15:clr>
            <a:srgbClr val="5ACBF0"/>
          </p15:clr>
        </p15:guide>
        <p15:guide id="119" pos="7200">
          <p15:clr>
            <a:srgbClr val="5ACBF0"/>
          </p15:clr>
        </p15:guide>
        <p15:guide id="120" orient="horz" pos="240">
          <p15:clr>
            <a:srgbClr val="5ACBF0"/>
          </p15:clr>
        </p15:guide>
        <p15:guide id="121" orient="horz" pos="1071" userDrawn="1">
          <p15:clr>
            <a:srgbClr val="E5E5E5"/>
          </p15:clr>
        </p15:guide>
        <p15:guide id="122" orient="horz" pos="4080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>
          <a:xfrm>
            <a:off x="768750" y="5613926"/>
            <a:ext cx="3615266" cy="705594"/>
          </a:xfrm>
        </p:spPr>
        <p:txBody>
          <a:bodyPr/>
          <a:lstStyle/>
          <a:p>
            <a:r>
              <a:rPr lang="ru-RU" dirty="0"/>
              <a:t>Бейлак Алиев</a:t>
            </a:r>
            <a:endParaRPr lang="en-US" dirty="0"/>
          </a:p>
          <a:p>
            <a:r>
              <a:rPr lang="en-US" dirty="0"/>
              <a:t>Senior Software Developer</a:t>
            </a:r>
          </a:p>
          <a:p>
            <a:endParaRPr lang="en-US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593135" y="2496069"/>
            <a:ext cx="7792329" cy="2553913"/>
          </a:xfrm>
        </p:spPr>
        <p:txBody>
          <a:bodyPr/>
          <a:lstStyle/>
          <a:p>
            <a:r>
              <a:rPr lang="en-GB" dirty="0"/>
              <a:t>Python </a:t>
            </a:r>
            <a:r>
              <a:rPr lang="ru-RU" dirty="0"/>
              <a:t>Шредингера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погружение в квантовые вычисления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581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1716D-C605-6B46-BC81-1CCD2732A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763" y="771441"/>
            <a:ext cx="5557837" cy="952500"/>
          </a:xfrm>
        </p:spPr>
        <p:txBody>
          <a:bodyPr/>
          <a:lstStyle/>
          <a:p>
            <a:r>
              <a:rPr lang="ru-RU" dirty="0"/>
              <a:t>История квантовых вычислений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13626-CE00-3045-B74D-8A807A9EF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260BB2-4DBA-4B96-A733-49638465F576}" type="slidenum">
              <a:rPr lang="x-none" smtClean="0"/>
              <a:pPr/>
              <a:t>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76875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F649A-B9B8-B044-8F90-8E8F94ED0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 квантовых вычислений</a:t>
            </a:r>
            <a:endParaRPr lang="x-non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267AEC-7873-9F48-A81F-BAD1729B027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F260BB2-4DBA-4B96-A733-49638465F576}" type="slidenum">
              <a:rPr lang="x-none" smtClean="0"/>
              <a:pPr/>
              <a:t>3</a:t>
            </a:fld>
            <a:endParaRPr lang="x-none"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BC4FB92A-5365-514B-B9D4-B5E4B3D19540}"/>
              </a:ext>
            </a:extLst>
          </p:cNvPr>
          <p:cNvSpPr txBox="1">
            <a:spLocks/>
          </p:cNvSpPr>
          <p:nvPr/>
        </p:nvSpPr>
        <p:spPr>
          <a:xfrm>
            <a:off x="7354706" y="1702970"/>
            <a:ext cx="1910675" cy="43222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ru-RU" sz="2000" dirty="0"/>
              <a:t>Юрий Манин </a:t>
            </a:r>
          </a:p>
        </p:txBody>
      </p:sp>
      <p:cxnSp>
        <p:nvCxnSpPr>
          <p:cNvPr id="16" name="Straight Connector 94">
            <a:extLst>
              <a:ext uri="{FF2B5EF4-FFF2-40B4-BE49-F238E27FC236}">
                <a16:creationId xmlns:a16="http://schemas.microsoft.com/office/drawing/2014/main" id="{92450267-255E-5E4C-91E8-9B356767991D}"/>
              </a:ext>
            </a:extLst>
          </p:cNvPr>
          <p:cNvCxnSpPr>
            <a:cxnSpLocks/>
          </p:cNvCxnSpPr>
          <p:nvPr/>
        </p:nvCxnSpPr>
        <p:spPr>
          <a:xfrm>
            <a:off x="6085780" y="2604304"/>
            <a:ext cx="0" cy="1250066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Скругленный прямоугольник 6"/>
          <p:cNvSpPr/>
          <p:nvPr/>
        </p:nvSpPr>
        <p:spPr>
          <a:xfrm>
            <a:off x="5522007" y="1383845"/>
            <a:ext cx="1127547" cy="1127547"/>
          </a:xfrm>
          <a:prstGeom prst="roundRect">
            <a:avLst>
              <a:gd name="adj" fmla="val 2077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C4FB92A-5365-514B-B9D4-B5E4B3D19540}"/>
              </a:ext>
            </a:extLst>
          </p:cNvPr>
          <p:cNvSpPr txBox="1">
            <a:spLocks/>
          </p:cNvSpPr>
          <p:nvPr/>
        </p:nvSpPr>
        <p:spPr>
          <a:xfrm>
            <a:off x="3495099" y="1706613"/>
            <a:ext cx="1400537" cy="48929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r"/>
            <a:r>
              <a:rPr lang="en-US" sz="3200" dirty="0"/>
              <a:t>1980</a:t>
            </a:r>
            <a:endParaRPr lang="x-none" sz="3200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BC4FB92A-5365-514B-B9D4-B5E4B3D19540}"/>
              </a:ext>
            </a:extLst>
          </p:cNvPr>
          <p:cNvSpPr txBox="1">
            <a:spLocks/>
          </p:cNvSpPr>
          <p:nvPr/>
        </p:nvSpPr>
        <p:spPr>
          <a:xfrm>
            <a:off x="2775568" y="4389800"/>
            <a:ext cx="2263851" cy="78212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ru-RU" sz="2000" dirty="0"/>
              <a:t>Ричард Фейнман</a:t>
            </a:r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5522006" y="3992754"/>
            <a:ext cx="1127547" cy="1127547"/>
          </a:xfrm>
          <a:prstGeom prst="roundRect">
            <a:avLst>
              <a:gd name="adj" fmla="val 2077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C4FB92A-5365-514B-B9D4-B5E4B3D19540}"/>
              </a:ext>
            </a:extLst>
          </p:cNvPr>
          <p:cNvSpPr txBox="1">
            <a:spLocks/>
          </p:cNvSpPr>
          <p:nvPr/>
        </p:nvSpPr>
        <p:spPr>
          <a:xfrm>
            <a:off x="7354706" y="4393476"/>
            <a:ext cx="1400537" cy="43222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3200" dirty="0"/>
              <a:t>1982</a:t>
            </a:r>
            <a:endParaRPr lang="x-none" sz="3200" dirty="0"/>
          </a:p>
        </p:txBody>
      </p:sp>
      <p:cxnSp>
        <p:nvCxnSpPr>
          <p:cNvPr id="22" name="Straight Connector 94">
            <a:extLst>
              <a:ext uri="{FF2B5EF4-FFF2-40B4-BE49-F238E27FC236}">
                <a16:creationId xmlns:a16="http://schemas.microsoft.com/office/drawing/2014/main" id="{92450267-255E-5E4C-91E8-9B356767991D}"/>
              </a:ext>
            </a:extLst>
          </p:cNvPr>
          <p:cNvCxnSpPr>
            <a:cxnSpLocks/>
          </p:cNvCxnSpPr>
          <p:nvPr/>
        </p:nvCxnSpPr>
        <p:spPr>
          <a:xfrm>
            <a:off x="6085780" y="5220182"/>
            <a:ext cx="0" cy="1637818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7134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267AEC-7873-9F48-A81F-BAD1729B027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F260BB2-4DBA-4B96-A733-49638465F576}" type="slidenum">
              <a:rPr lang="x-none" smtClean="0"/>
              <a:pPr/>
              <a:t>4</a:t>
            </a:fld>
            <a:endParaRPr lang="x-none"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BC4FB92A-5365-514B-B9D4-B5E4B3D19540}"/>
              </a:ext>
            </a:extLst>
          </p:cNvPr>
          <p:cNvSpPr txBox="1">
            <a:spLocks/>
          </p:cNvSpPr>
          <p:nvPr/>
        </p:nvSpPr>
        <p:spPr>
          <a:xfrm>
            <a:off x="7250796" y="1613610"/>
            <a:ext cx="3444474" cy="1019398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ru-RU" sz="2000" dirty="0"/>
              <a:t>Питер Шор</a:t>
            </a:r>
            <a:endParaRPr lang="en-US" sz="2000" dirty="0"/>
          </a:p>
          <a:p>
            <a:pPr algn="just"/>
            <a:r>
              <a:rPr lang="ru-RU" sz="1400" dirty="0"/>
              <a:t>Алгоритм разложения</a:t>
            </a:r>
            <a:r>
              <a:rPr lang="en-US" sz="1400" dirty="0"/>
              <a:t> </a:t>
            </a:r>
            <a:r>
              <a:rPr lang="ru-RU" sz="1400" dirty="0"/>
              <a:t>больших чисел</a:t>
            </a:r>
          </a:p>
        </p:txBody>
      </p:sp>
      <p:cxnSp>
        <p:nvCxnSpPr>
          <p:cNvPr id="16" name="Straight Connector 94">
            <a:extLst>
              <a:ext uri="{FF2B5EF4-FFF2-40B4-BE49-F238E27FC236}">
                <a16:creationId xmlns:a16="http://schemas.microsoft.com/office/drawing/2014/main" id="{92450267-255E-5E4C-91E8-9B356767991D}"/>
              </a:ext>
            </a:extLst>
          </p:cNvPr>
          <p:cNvCxnSpPr>
            <a:cxnSpLocks/>
          </p:cNvCxnSpPr>
          <p:nvPr/>
        </p:nvCxnSpPr>
        <p:spPr>
          <a:xfrm>
            <a:off x="6085780" y="2604304"/>
            <a:ext cx="0" cy="1250066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Скругленный прямоугольник 6"/>
          <p:cNvSpPr/>
          <p:nvPr/>
        </p:nvSpPr>
        <p:spPr>
          <a:xfrm>
            <a:off x="5522007" y="1383845"/>
            <a:ext cx="1127547" cy="1127547"/>
          </a:xfrm>
          <a:prstGeom prst="roundRect">
            <a:avLst>
              <a:gd name="adj" fmla="val 2077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C4FB92A-5365-514B-B9D4-B5E4B3D19540}"/>
              </a:ext>
            </a:extLst>
          </p:cNvPr>
          <p:cNvSpPr txBox="1">
            <a:spLocks/>
          </p:cNvSpPr>
          <p:nvPr/>
        </p:nvSpPr>
        <p:spPr>
          <a:xfrm>
            <a:off x="3359048" y="1723200"/>
            <a:ext cx="1561717" cy="44883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r"/>
            <a:r>
              <a:rPr lang="en-US" sz="3200" dirty="0"/>
              <a:t>1994</a:t>
            </a:r>
            <a:endParaRPr lang="x-none" sz="3200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BC4FB92A-5365-514B-B9D4-B5E4B3D19540}"/>
              </a:ext>
            </a:extLst>
          </p:cNvPr>
          <p:cNvSpPr txBox="1">
            <a:spLocks/>
          </p:cNvSpPr>
          <p:nvPr/>
        </p:nvSpPr>
        <p:spPr>
          <a:xfrm>
            <a:off x="1636811" y="4079308"/>
            <a:ext cx="3444474" cy="1440457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ru-RU" sz="2000" dirty="0"/>
              <a:t>Алгоритм Гровера.</a:t>
            </a:r>
          </a:p>
          <a:p>
            <a:r>
              <a:rPr lang="ru-RU" sz="1400" dirty="0"/>
              <a:t>Поиск в несортированной базе данных </a:t>
            </a:r>
          </a:p>
          <a:p>
            <a:r>
              <a:rPr lang="ru-RU" sz="1400" dirty="0"/>
              <a:t>за время </a:t>
            </a:r>
            <a:r>
              <a:rPr lang="en-US" sz="1400" dirty="0"/>
              <a:t>O(√N)  </a:t>
            </a:r>
          </a:p>
          <a:p>
            <a:r>
              <a:rPr lang="ru-RU" sz="1400" dirty="0"/>
              <a:t>против </a:t>
            </a:r>
            <a:r>
              <a:rPr lang="en-US" sz="1400" dirty="0"/>
              <a:t>O(N) </a:t>
            </a:r>
            <a:r>
              <a:rPr lang="ru-RU" sz="1400" dirty="0"/>
              <a:t>для классических алгоритмов.</a:t>
            </a:r>
          </a:p>
          <a:p>
            <a:endParaRPr lang="x-none" dirty="0"/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5522006" y="3992754"/>
            <a:ext cx="1127547" cy="1127547"/>
          </a:xfrm>
          <a:prstGeom prst="roundRect">
            <a:avLst>
              <a:gd name="adj" fmla="val 2077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C4FB92A-5365-514B-B9D4-B5E4B3D19540}"/>
              </a:ext>
            </a:extLst>
          </p:cNvPr>
          <p:cNvSpPr txBox="1">
            <a:spLocks/>
          </p:cNvSpPr>
          <p:nvPr/>
        </p:nvSpPr>
        <p:spPr>
          <a:xfrm>
            <a:off x="7250796" y="4313516"/>
            <a:ext cx="1554625" cy="486021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3200" dirty="0"/>
              <a:t>1996</a:t>
            </a:r>
            <a:endParaRPr lang="x-none" sz="3200" dirty="0"/>
          </a:p>
        </p:txBody>
      </p:sp>
      <p:cxnSp>
        <p:nvCxnSpPr>
          <p:cNvPr id="22" name="Straight Connector 94">
            <a:extLst>
              <a:ext uri="{FF2B5EF4-FFF2-40B4-BE49-F238E27FC236}">
                <a16:creationId xmlns:a16="http://schemas.microsoft.com/office/drawing/2014/main" id="{92450267-255E-5E4C-91E8-9B356767991D}"/>
              </a:ext>
            </a:extLst>
          </p:cNvPr>
          <p:cNvCxnSpPr>
            <a:cxnSpLocks/>
          </p:cNvCxnSpPr>
          <p:nvPr/>
        </p:nvCxnSpPr>
        <p:spPr>
          <a:xfrm>
            <a:off x="6085780" y="5220182"/>
            <a:ext cx="0" cy="1637818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94">
            <a:extLst>
              <a:ext uri="{FF2B5EF4-FFF2-40B4-BE49-F238E27FC236}">
                <a16:creationId xmlns:a16="http://schemas.microsoft.com/office/drawing/2014/main" id="{92450267-255E-5E4C-91E8-9B356767991D}"/>
              </a:ext>
            </a:extLst>
          </p:cNvPr>
          <p:cNvCxnSpPr>
            <a:cxnSpLocks/>
          </p:cNvCxnSpPr>
          <p:nvPr/>
        </p:nvCxnSpPr>
        <p:spPr>
          <a:xfrm>
            <a:off x="6085780" y="0"/>
            <a:ext cx="0" cy="128479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208040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267AEC-7873-9F48-A81F-BAD1729B027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F260BB2-4DBA-4B96-A733-49638465F576}" type="slidenum">
              <a:rPr lang="x-none" smtClean="0"/>
              <a:pPr/>
              <a:t>5</a:t>
            </a:fld>
            <a:endParaRPr lang="x-none"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BC4FB92A-5365-514B-B9D4-B5E4B3D19540}"/>
              </a:ext>
            </a:extLst>
          </p:cNvPr>
          <p:cNvSpPr txBox="1">
            <a:spLocks/>
          </p:cNvSpPr>
          <p:nvPr/>
        </p:nvSpPr>
        <p:spPr>
          <a:xfrm>
            <a:off x="7354706" y="1553694"/>
            <a:ext cx="899170" cy="46174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000" dirty="0"/>
              <a:t>…</a:t>
            </a:r>
          </a:p>
        </p:txBody>
      </p:sp>
      <p:cxnSp>
        <p:nvCxnSpPr>
          <p:cNvPr id="16" name="Straight Connector 94">
            <a:extLst>
              <a:ext uri="{FF2B5EF4-FFF2-40B4-BE49-F238E27FC236}">
                <a16:creationId xmlns:a16="http://schemas.microsoft.com/office/drawing/2014/main" id="{92450267-255E-5E4C-91E8-9B356767991D}"/>
              </a:ext>
            </a:extLst>
          </p:cNvPr>
          <p:cNvCxnSpPr>
            <a:cxnSpLocks/>
          </p:cNvCxnSpPr>
          <p:nvPr/>
        </p:nvCxnSpPr>
        <p:spPr>
          <a:xfrm>
            <a:off x="6085780" y="2604304"/>
            <a:ext cx="0" cy="1250066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Скругленный прямоугольник 6"/>
          <p:cNvSpPr/>
          <p:nvPr/>
        </p:nvSpPr>
        <p:spPr>
          <a:xfrm>
            <a:off x="5522007" y="1383845"/>
            <a:ext cx="1127547" cy="1127547"/>
          </a:xfrm>
          <a:prstGeom prst="roundRect">
            <a:avLst>
              <a:gd name="adj" fmla="val 2077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C4FB92A-5365-514B-B9D4-B5E4B3D19540}"/>
              </a:ext>
            </a:extLst>
          </p:cNvPr>
          <p:cNvSpPr txBox="1">
            <a:spLocks/>
          </p:cNvSpPr>
          <p:nvPr/>
        </p:nvSpPr>
        <p:spPr>
          <a:xfrm>
            <a:off x="3416318" y="1698795"/>
            <a:ext cx="1400537" cy="49764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r"/>
            <a:r>
              <a:rPr lang="en-US" sz="3200" dirty="0"/>
              <a:t>…</a:t>
            </a:r>
            <a:endParaRPr lang="x-none" sz="3200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BC4FB92A-5365-514B-B9D4-B5E4B3D19540}"/>
              </a:ext>
            </a:extLst>
          </p:cNvPr>
          <p:cNvSpPr txBox="1">
            <a:spLocks/>
          </p:cNvSpPr>
          <p:nvPr/>
        </p:nvSpPr>
        <p:spPr>
          <a:xfrm>
            <a:off x="3768892" y="4538576"/>
            <a:ext cx="1400538" cy="49764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000" dirty="0"/>
              <a:t>433 Qubits</a:t>
            </a:r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5522006" y="3992754"/>
            <a:ext cx="1127547" cy="1127547"/>
          </a:xfrm>
          <a:prstGeom prst="roundRect">
            <a:avLst>
              <a:gd name="adj" fmla="val 2077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C4FB92A-5365-514B-B9D4-B5E4B3D19540}"/>
              </a:ext>
            </a:extLst>
          </p:cNvPr>
          <p:cNvSpPr txBox="1">
            <a:spLocks/>
          </p:cNvSpPr>
          <p:nvPr/>
        </p:nvSpPr>
        <p:spPr>
          <a:xfrm>
            <a:off x="7354706" y="4325654"/>
            <a:ext cx="1400537" cy="46174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3200" dirty="0"/>
              <a:t>2022</a:t>
            </a:r>
            <a:endParaRPr lang="x-none" sz="3200" dirty="0"/>
          </a:p>
        </p:txBody>
      </p:sp>
      <p:cxnSp>
        <p:nvCxnSpPr>
          <p:cNvPr id="13" name="Straight Connector 94">
            <a:extLst>
              <a:ext uri="{FF2B5EF4-FFF2-40B4-BE49-F238E27FC236}">
                <a16:creationId xmlns:a16="http://schemas.microsoft.com/office/drawing/2014/main" id="{92450267-255E-5E4C-91E8-9B356767991D}"/>
              </a:ext>
            </a:extLst>
          </p:cNvPr>
          <p:cNvCxnSpPr>
            <a:cxnSpLocks/>
          </p:cNvCxnSpPr>
          <p:nvPr/>
        </p:nvCxnSpPr>
        <p:spPr>
          <a:xfrm>
            <a:off x="6085780" y="0"/>
            <a:ext cx="0" cy="128479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45667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1716D-C605-6B46-BC81-1CCD2732A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763" y="771441"/>
            <a:ext cx="5588317" cy="996400"/>
          </a:xfrm>
        </p:spPr>
        <p:txBody>
          <a:bodyPr/>
          <a:lstStyle/>
          <a:p>
            <a:r>
              <a:rPr lang="ru-RU" dirty="0"/>
              <a:t>Мини теория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13626-CE00-3045-B74D-8A807A9EF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260BB2-4DBA-4B96-A733-49638465F576}" type="slidenum">
              <a:rPr lang="x-none" smtClean="0"/>
              <a:pPr/>
              <a:t>6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66709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F0267F3F-B7C9-F34D-AA5E-30917D99A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Классические компьютеры </a:t>
            </a:r>
            <a:r>
              <a:rPr lang="en-GB" dirty="0">
                <a:solidFill>
                  <a:schemeClr val="bg1"/>
                </a:solidFill>
              </a:rPr>
              <a:t>vs </a:t>
            </a:r>
            <a:r>
              <a:rPr lang="ru-RU" dirty="0">
                <a:solidFill>
                  <a:schemeClr val="bg1"/>
                </a:solidFill>
              </a:rPr>
              <a:t>Квантовые</a:t>
            </a:r>
            <a:br>
              <a:rPr lang="ru-RU" dirty="0"/>
            </a:br>
            <a:endParaRPr lang="x-non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CE26FD-512E-1445-95A8-F4F329BDF7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F260BB2-4DBA-4B96-A733-49638465F576}" type="slidenum">
              <a:rPr lang="x-none" smtClean="0"/>
              <a:pPr/>
              <a:t>7</a:t>
            </a:fld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1F2EF9-575C-B341-A263-89994A70AE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87399" y="1700213"/>
            <a:ext cx="4770001" cy="2862000"/>
          </a:xfrm>
        </p:spPr>
        <p:txBody>
          <a:bodyPr/>
          <a:lstStyle/>
          <a:p>
            <a:pPr algn="just"/>
            <a:r>
              <a:rPr lang="ru-RU" sz="1800" dirty="0"/>
              <a:t>Классических бит - </a:t>
            </a:r>
            <a:r>
              <a:rPr lang="ru-RU" sz="1800" b="1" dirty="0"/>
              <a:t>0 или 1 </a:t>
            </a:r>
          </a:p>
          <a:p>
            <a:pPr algn="just"/>
            <a:r>
              <a:rPr lang="ru-RU" sz="1800" dirty="0"/>
              <a:t>(напряжение – есть или нет,</a:t>
            </a:r>
          </a:p>
          <a:p>
            <a:pPr algn="just"/>
            <a:r>
              <a:rPr lang="ru-RU" sz="1800" dirty="0"/>
              <a:t>тумблер – включен или выключен,</a:t>
            </a:r>
          </a:p>
          <a:p>
            <a:pPr algn="just"/>
            <a:r>
              <a:rPr lang="ru-RU" sz="1800" dirty="0"/>
              <a:t>вентиль – открыт или закрыт и т.д.)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CB5FA01-035A-B244-8667-BD38F6522B9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888645" y="1700214"/>
            <a:ext cx="4401701" cy="1261472"/>
          </a:xfrm>
        </p:spPr>
        <p:txBody>
          <a:bodyPr/>
          <a:lstStyle/>
          <a:p>
            <a:r>
              <a:rPr lang="ru-RU" sz="1800" b="1" dirty="0">
                <a:solidFill>
                  <a:schemeClr val="bg1"/>
                </a:solidFill>
              </a:rPr>
              <a:t>Квантовый бит – </a:t>
            </a:r>
            <a:r>
              <a:rPr lang="ru-RU" sz="1800" b="1" dirty="0" err="1">
                <a:solidFill>
                  <a:schemeClr val="bg1"/>
                </a:solidFill>
              </a:rPr>
              <a:t>Кубит</a:t>
            </a:r>
            <a:r>
              <a:rPr lang="ru-RU" sz="1800" b="1" dirty="0">
                <a:solidFill>
                  <a:schemeClr val="bg1"/>
                </a:solidFill>
              </a:rPr>
              <a:t>.</a:t>
            </a:r>
          </a:p>
          <a:p>
            <a:r>
              <a:rPr lang="ru-RU" sz="1800" b="1" dirty="0">
                <a:solidFill>
                  <a:schemeClr val="bg1"/>
                </a:solidFill>
              </a:rPr>
              <a:t>Может находиться в состоянии куда большее емкости (Суперпозиция)</a:t>
            </a:r>
          </a:p>
          <a:p>
            <a:endParaRPr lang="ru-RU" sz="1800" dirty="0">
              <a:solidFill>
                <a:schemeClr val="bg1"/>
              </a:solidFill>
            </a:endParaRPr>
          </a:p>
          <a:p>
            <a:endParaRPr lang="ru-RU" sz="1800" dirty="0">
              <a:solidFill>
                <a:schemeClr val="bg1"/>
              </a:solidFill>
            </a:endParaRPr>
          </a:p>
          <a:p>
            <a:endParaRPr lang="x-none" sz="1800" dirty="0">
              <a:solidFill>
                <a:schemeClr val="bg1"/>
              </a:solidFill>
            </a:endParaRPr>
          </a:p>
        </p:txBody>
      </p:sp>
      <p:pic>
        <p:nvPicPr>
          <p:cNvPr id="3" name="Picture 2" descr="A picture containing diagram, circle, sketch, drawing&#10;&#10;Description automatically generated">
            <a:extLst>
              <a:ext uri="{FF2B5EF4-FFF2-40B4-BE49-F238E27FC236}">
                <a16:creationId xmlns:a16="http://schemas.microsoft.com/office/drawing/2014/main" id="{B17BAA93-D48B-7245-70B4-090DA938B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9999" y="3100614"/>
            <a:ext cx="4770001" cy="28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501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1F08C-1FBB-E547-A393-32B214326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Квантовое железо</a:t>
            </a:r>
            <a:br>
              <a:rPr lang="ru-RU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</a:br>
            <a:endParaRPr lang="x-non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609C1F-034A-2841-B35C-496AE7402E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F260BB2-4DBA-4B96-A733-49638465F576}" type="slidenum">
              <a:rPr lang="x-none" smtClean="0"/>
              <a:pPr/>
              <a:t>8</a:t>
            </a:fld>
            <a:endParaRPr lang="x-non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574B327-46F8-A74D-9DF6-3D8B56D823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82000" y="3100546"/>
            <a:ext cx="3048000" cy="1298734"/>
          </a:xfrm>
        </p:spPr>
        <p:txBody>
          <a:bodyPr/>
          <a:lstStyle/>
          <a:p>
            <a:pPr lvl="1"/>
            <a:r>
              <a:rPr lang="ru-RU" sz="2400" dirty="0"/>
              <a:t>2022г. “</a:t>
            </a:r>
            <a:r>
              <a:rPr lang="en-GB" sz="2400" dirty="0"/>
              <a:t>IBM Osprey”</a:t>
            </a:r>
          </a:p>
          <a:p>
            <a:pPr lvl="1"/>
            <a:r>
              <a:rPr lang="en-GB" sz="2400" dirty="0"/>
              <a:t>433 </a:t>
            </a:r>
            <a:r>
              <a:rPr lang="ru-RU" sz="2400" dirty="0" err="1"/>
              <a:t>Кубит</a:t>
            </a:r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610EEB-8A8A-6778-1EDB-124191793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570" y="1700213"/>
            <a:ext cx="6853974" cy="4419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164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F0267F3F-B7C9-F34D-AA5E-30917D99A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Патенты по тематике </a:t>
            </a:r>
            <a:r>
              <a:rPr lang="en-US" dirty="0"/>
              <a:t>Quantum computing </a:t>
            </a:r>
            <a:endParaRPr lang="x-non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CE26FD-512E-1445-95A8-F4F329BDF7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F260BB2-4DBA-4B96-A733-49638465F576}" type="slidenum">
              <a:rPr lang="x-none" smtClean="0"/>
              <a:pPr/>
              <a:t>9</a:t>
            </a:fld>
            <a:endParaRPr lang="x-non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9063C7-0A5C-ECE7-2070-A48E768DED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950"/>
          <a:stretch/>
        </p:blipFill>
        <p:spPr>
          <a:xfrm>
            <a:off x="1911792" y="1524000"/>
            <a:ext cx="8368413" cy="4594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867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738FE6-0E87-2442-82C8-4DD65754D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</a:t>
            </a:r>
            <a:r>
              <a:rPr lang="ru-RU" dirty="0"/>
              <a:t>для квантового программирования</a:t>
            </a:r>
            <a:endParaRPr lang="x-non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D5D48-5D4D-D34D-90A8-B1F22CBA1CC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F260BB2-4DBA-4B96-A733-49638465F576}" type="slidenum">
              <a:rPr lang="x-none" smtClean="0"/>
              <a:pPr/>
              <a:t>10</a:t>
            </a:fld>
            <a:endParaRPr lang="x-none"/>
          </a:p>
        </p:txBody>
      </p:sp>
      <p:pic>
        <p:nvPicPr>
          <p:cNvPr id="4" name="Picture 3" descr="A picture containing mammal, sketch, clipart, art&#10;&#10;Description automatically generated">
            <a:extLst>
              <a:ext uri="{FF2B5EF4-FFF2-40B4-BE49-F238E27FC236}">
                <a16:creationId xmlns:a16="http://schemas.microsoft.com/office/drawing/2014/main" id="{53A69189-3C5D-A4C4-2F8D-3F37C82947D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78"/>
          <a:stretch/>
        </p:blipFill>
        <p:spPr>
          <a:xfrm>
            <a:off x="5961139" y="3816781"/>
            <a:ext cx="2219033" cy="2665762"/>
          </a:xfrm>
          <a:prstGeom prst="rect">
            <a:avLst/>
          </a:prstGeom>
        </p:spPr>
      </p:pic>
      <p:pic>
        <p:nvPicPr>
          <p:cNvPr id="7" name="Picture 6" descr="A cartoon snake with its tongue out&#10;&#10;Description automatically generated with low confidence">
            <a:extLst>
              <a:ext uri="{FF2B5EF4-FFF2-40B4-BE49-F238E27FC236}">
                <a16:creationId xmlns:a16="http://schemas.microsoft.com/office/drawing/2014/main" id="{6B41C9B3-1B78-5A6F-746D-C8474E46DA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394" y="4430932"/>
            <a:ext cx="1569227" cy="143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46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738FE6-0E87-2442-82C8-4DD65754D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</a:t>
            </a:r>
            <a:endParaRPr lang="x-non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D5D48-5D4D-D34D-90A8-B1F22CBA1CC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F260BB2-4DBA-4B96-A733-49638465F576}" type="slidenum">
              <a:rPr lang="x-none" smtClean="0"/>
              <a:pPr/>
              <a:t>11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945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F0267F3F-B7C9-F34D-AA5E-30917D99A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”Hello World”</a:t>
            </a:r>
            <a:endParaRPr lang="x-non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CE26FD-512E-1445-95A8-F4F329BDF7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F260BB2-4DBA-4B96-A733-49638465F576}" type="slidenum">
              <a:rPr lang="x-none" smtClean="0"/>
              <a:pPr/>
              <a:t>12</a:t>
            </a:fld>
            <a:endParaRPr lang="x-none"/>
          </a:p>
        </p:txBody>
      </p:sp>
      <p:pic>
        <p:nvPicPr>
          <p:cNvPr id="9" name="Picture 8" descr="A picture containing screenshot, symbol, line, graphics&#10;&#10;Description automatically generated">
            <a:extLst>
              <a:ext uri="{FF2B5EF4-FFF2-40B4-BE49-F238E27FC236}">
                <a16:creationId xmlns:a16="http://schemas.microsoft.com/office/drawing/2014/main" id="{7990A0CE-BE3C-2240-8335-3102349C63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99" y="2173585"/>
            <a:ext cx="4178017" cy="2510828"/>
          </a:xfrm>
          <a:prstGeom prst="rect">
            <a:avLst/>
          </a:prstGeom>
        </p:spPr>
      </p:pic>
      <p:pic>
        <p:nvPicPr>
          <p:cNvPr id="11" name="Picture 10" descr="A picture containing screenshot, text, rectangle, diagram&#10;&#10;Description automatically generated">
            <a:extLst>
              <a:ext uri="{FF2B5EF4-FFF2-40B4-BE49-F238E27FC236}">
                <a16:creationId xmlns:a16="http://schemas.microsoft.com/office/drawing/2014/main" id="{86DED812-BF40-FB8E-20E9-312C89DBCC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228" y="1465020"/>
            <a:ext cx="5503680" cy="39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662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F0267F3F-B7C9-F34D-AA5E-30917D99A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Random</a:t>
            </a:r>
            <a:endParaRPr lang="x-non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CE26FD-512E-1445-95A8-F4F329BDF7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F260BB2-4DBA-4B96-A733-49638465F576}" type="slidenum">
              <a:rPr lang="x-none" smtClean="0"/>
              <a:pPr/>
              <a:t>13</a:t>
            </a:fld>
            <a:endParaRPr lang="x-none"/>
          </a:p>
        </p:txBody>
      </p:sp>
      <p:pic>
        <p:nvPicPr>
          <p:cNvPr id="6" name="Picture 5" descr="A picture containing text, screenshot, line, diagram&#10;&#10;Description automatically generated">
            <a:extLst>
              <a:ext uri="{FF2B5EF4-FFF2-40B4-BE49-F238E27FC236}">
                <a16:creationId xmlns:a16="http://schemas.microsoft.com/office/drawing/2014/main" id="{179E3870-A61F-BA16-5E35-B32CF57E9E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020" y="1169035"/>
            <a:ext cx="5636260" cy="4025900"/>
          </a:xfrm>
          <a:prstGeom prst="rect">
            <a:avLst/>
          </a:prstGeom>
        </p:spPr>
      </p:pic>
      <p:pic>
        <p:nvPicPr>
          <p:cNvPr id="8" name="Picture 7" descr="A picture containing screenshot, text, diagram, line&#10;&#10;Description automatically generated">
            <a:extLst>
              <a:ext uri="{FF2B5EF4-FFF2-40B4-BE49-F238E27FC236}">
                <a16:creationId xmlns:a16="http://schemas.microsoft.com/office/drawing/2014/main" id="{ABF06CEA-E26A-F11E-4147-C81365565C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090" y="1416050"/>
            <a:ext cx="5110509" cy="353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989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F0267F3F-B7C9-F34D-AA5E-30917D99A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Random</a:t>
            </a:r>
            <a:endParaRPr lang="x-non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CE26FD-512E-1445-95A8-F4F329BDF7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F260BB2-4DBA-4B96-A733-49638465F576}" type="slidenum">
              <a:rPr lang="x-none" smtClean="0"/>
              <a:pPr/>
              <a:t>14</a:t>
            </a:fld>
            <a:endParaRPr lang="x-none"/>
          </a:p>
        </p:txBody>
      </p:sp>
      <p:pic>
        <p:nvPicPr>
          <p:cNvPr id="2" name="Picture 1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8DD8F56B-6121-B582-E69E-626BFE2FD78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136"/>
          <a:stretch/>
        </p:blipFill>
        <p:spPr>
          <a:xfrm>
            <a:off x="1420497" y="958057"/>
            <a:ext cx="3921761" cy="5143486"/>
          </a:xfrm>
          <a:prstGeom prst="rect">
            <a:avLst/>
          </a:prstGeom>
        </p:spPr>
      </p:pic>
      <p:pic>
        <p:nvPicPr>
          <p:cNvPr id="3" name="Picture 2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4144F34B-3240-D481-C1AE-42D6126DE2D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98"/>
          <a:stretch/>
        </p:blipFill>
        <p:spPr>
          <a:xfrm>
            <a:off x="6849744" y="958057"/>
            <a:ext cx="4600577" cy="5143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563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F0267F3F-B7C9-F34D-AA5E-30917D99A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Random</a:t>
            </a:r>
            <a:endParaRPr lang="x-non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CE26FD-512E-1445-95A8-F4F329BDF7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F260BB2-4DBA-4B96-A733-49638465F576}" type="slidenum">
              <a:rPr lang="x-none" smtClean="0"/>
              <a:pPr/>
              <a:t>15</a:t>
            </a:fld>
            <a:endParaRPr lang="x-none"/>
          </a:p>
        </p:txBody>
      </p:sp>
      <p:pic>
        <p:nvPicPr>
          <p:cNvPr id="9" name="Picture 8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07858064-926B-E2E5-1367-CD19E683CB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56" y="1026161"/>
            <a:ext cx="11178690" cy="545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90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8E0D3-05B1-2C45-AABF-8FF1C8527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</a:t>
            </a:r>
            <a:endParaRPr lang="x-non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FE4B93-6248-BF42-B221-D42B1E1769D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30000" y="6100763"/>
            <a:ext cx="762000" cy="381000"/>
          </a:xfrm>
        </p:spPr>
        <p:txBody>
          <a:bodyPr/>
          <a:lstStyle/>
          <a:p>
            <a:fld id="{4F260BB2-4DBA-4B96-A733-49638465F576}" type="slidenum">
              <a:rPr lang="x-none" smtClean="0"/>
              <a:pPr/>
              <a:t>16</a:t>
            </a:fld>
            <a:endParaRPr lang="x-none" dirty="0"/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C2E916D8-C909-A14F-811E-7321FF7B835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8413" y="4961247"/>
            <a:ext cx="1143000" cy="1143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>
                <a:solidFill>
                  <a:srgbClr val="FFFFFF"/>
                </a:solidFill>
                <a:effectLst/>
                <a:latin typeface="Helvetica" pitchFamily="2" charset="0"/>
              </a:rPr>
              <a:t>Бейлак Алиев</a:t>
            </a:r>
          </a:p>
          <a:p>
            <a:r>
              <a:rPr lang="en-GB" dirty="0" err="1">
                <a:solidFill>
                  <a:srgbClr val="FFFFFF"/>
                </a:solidFill>
                <a:effectLst/>
                <a:latin typeface="Helvetica" pitchFamily="2" charset="0"/>
              </a:rPr>
              <a:t>beylak.aliev@raiffeisen.ru</a:t>
            </a:r>
            <a:endParaRPr lang="en-GB" dirty="0">
              <a:solidFill>
                <a:srgbClr val="FFFFFF"/>
              </a:solidFill>
              <a:effectLst/>
              <a:latin typeface="Helvetica" pitchFamily="2" charset="0"/>
            </a:endParaRPr>
          </a:p>
          <a:p>
            <a:r>
              <a:rPr lang="en-RU" dirty="0">
                <a:solidFill>
                  <a:srgbClr val="FFFFFF"/>
                </a:solidFill>
                <a:effectLst/>
                <a:latin typeface="Helvetica" pitchFamily="2" charset="0"/>
              </a:rPr>
              <a:t>+7 932 409 84 14</a:t>
            </a:r>
          </a:p>
        </p:txBody>
      </p:sp>
      <p:pic>
        <p:nvPicPr>
          <p:cNvPr id="6" name="Picture 5" descr="A qr code with text&#10;&#10;Description automatically generated with low confidence">
            <a:extLst>
              <a:ext uri="{FF2B5EF4-FFF2-40B4-BE49-F238E27FC236}">
                <a16:creationId xmlns:a16="http://schemas.microsoft.com/office/drawing/2014/main" id="{EF30D439-1CEE-BECC-E6E8-C1A2326F94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5" t="21319" r="4115" b="2528"/>
          <a:stretch/>
        </p:blipFill>
        <p:spPr>
          <a:xfrm>
            <a:off x="7529039" y="4956183"/>
            <a:ext cx="1093593" cy="112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949613"/>
      </p:ext>
    </p:extLst>
  </p:cSld>
  <p:clrMapOvr>
    <a:masterClrMapping/>
  </p:clrMapOvr>
</p:sld>
</file>

<file path=ppt/theme/theme1.xml><?xml version="1.0" encoding="utf-8"?>
<a:theme xmlns:a="http://schemas.openxmlformats.org/drawingml/2006/main" name="Райффайзенбанк КИБ">
  <a:themeElements>
    <a:clrScheme name="Другая 26">
      <a:dk1>
        <a:srgbClr val="2B2D33"/>
      </a:dk1>
      <a:lt1>
        <a:srgbClr val="FFFFFF"/>
      </a:lt1>
      <a:dk2>
        <a:srgbClr val="000000"/>
      </a:dk2>
      <a:lt2>
        <a:srgbClr val="F4F4F4"/>
      </a:lt2>
      <a:accent1>
        <a:srgbClr val="FEE600"/>
      </a:accent1>
      <a:accent2>
        <a:srgbClr val="29476B"/>
      </a:accent2>
      <a:accent3>
        <a:srgbClr val="1C5D67"/>
      </a:accent3>
      <a:accent4>
        <a:srgbClr val="588E97"/>
      </a:accent4>
      <a:accent5>
        <a:srgbClr val="5E6DB8"/>
      </a:accent5>
      <a:accent6>
        <a:srgbClr val="A5BECF"/>
      </a:accent6>
      <a:hlink>
        <a:srgbClr val="0093FF"/>
      </a:hlink>
      <a:folHlink>
        <a:srgbClr val="0093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4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8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45720" rIns="91440" bIns="45720" rtlCol="0">
        <a:spAutoFit/>
      </a:bodyPr>
      <a:lstStyle>
        <a:defPPr algn="l">
          <a:defRPr dirty="0" smtClean="0"/>
        </a:defPPr>
      </a:lstStyle>
    </a:txDef>
  </a:objectDefaults>
  <a:extraClrSchemeLst/>
  <a:custClrLst>
    <a:custClr name="181C2B">
      <a:srgbClr val="181C2B"/>
    </a:custClr>
    <a:custClr name="36414D">
      <a:srgbClr val="36414D"/>
    </a:custClr>
    <a:custClr name="283A3D">
      <a:srgbClr val="283A3D"/>
    </a:custClr>
    <a:custClr name="536070">
      <a:srgbClr val="536070"/>
    </a:custClr>
    <a:custClr name="4D6067">
      <a:srgbClr val="4D6067"/>
    </a:custClr>
    <a:custClr name="304245">
      <a:srgbClr val="304245"/>
    </a:custClr>
    <a:custClr name="3A3D46">
      <a:srgbClr val="3A3D46"/>
    </a:custClr>
    <a:custClr name="35B37E">
      <a:srgbClr val="35B37E"/>
    </a:custClr>
    <a:custClr name="E61E33">
      <a:srgbClr val="E61E33"/>
    </a:custClr>
  </a:custClrLst>
  <a:extLst>
    <a:ext uri="{05A4C25C-085E-4340-85A3-A5531E510DB2}">
      <thm15:themeFamily xmlns:thm15="http://schemas.microsoft.com/office/thememl/2012/main" name="Райффайзенбанк КИБ" id="{3B0856CF-9915-4F9C-A885-67595632A8A4}" vid="{68230C01-72B7-4D55-93FF-5FD1092C36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Райффайзенбанк КИБ</Template>
  <TotalTime>9696</TotalTime>
  <Words>193</Words>
  <Application>Microsoft Macintosh PowerPoint</Application>
  <PresentationFormat>Widescreen</PresentationFormat>
  <Paragraphs>76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Helvetica</vt:lpstr>
      <vt:lpstr>Helvetica Neue</vt:lpstr>
      <vt:lpstr>Wingdings</vt:lpstr>
      <vt:lpstr>Райффайзенбанк КИБ</vt:lpstr>
      <vt:lpstr>Python Шредингера  погружение в квантовые вычисления</vt:lpstr>
      <vt:lpstr>История квантовых вычислений</vt:lpstr>
      <vt:lpstr>История квантовых вычислений</vt:lpstr>
      <vt:lpstr>PowerPoint Presentation</vt:lpstr>
      <vt:lpstr>PowerPoint Presentation</vt:lpstr>
      <vt:lpstr>Мини теория</vt:lpstr>
      <vt:lpstr>Классические компьютеры vs Квантовые </vt:lpstr>
      <vt:lpstr>Квантовое железо </vt:lpstr>
      <vt:lpstr>Патенты по тематике Quantum computing </vt:lpstr>
      <vt:lpstr>Python для квантового программирования</vt:lpstr>
      <vt:lpstr>Практика</vt:lpstr>
      <vt:lpstr>Quantum ”Hello World”</vt:lpstr>
      <vt:lpstr>Quantum Random</vt:lpstr>
      <vt:lpstr>Quantum Random</vt:lpstr>
      <vt:lpstr>Quantum Random</vt:lpstr>
      <vt:lpstr>Спасибо</vt:lpstr>
    </vt:vector>
  </TitlesOfParts>
  <Manager/>
  <Company>Raiffeisenbank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Raiffeisenbank CIB PowerPoint Template 1.0</dc:title>
  <dc:subject/>
  <dc:creator>Marketing CIB</dc:creator>
  <cp:keywords/>
  <dc:description/>
  <cp:lastModifiedBy>ALIEV Beylak</cp:lastModifiedBy>
  <cp:revision>1403</cp:revision>
  <dcterms:created xsi:type="dcterms:W3CDTF">2020-05-21T07:30:59Z</dcterms:created>
  <dcterms:modified xsi:type="dcterms:W3CDTF">2023-05-30T13:25:44Z</dcterms:modified>
  <cp:category/>
</cp:coreProperties>
</file>