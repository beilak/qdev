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7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  <p:sldMasterId id="2147483670" r:id="rId2"/>
    <p:sldMasterId id="2147483681" r:id="rId3"/>
    <p:sldMasterId id="2147483749" r:id="rId4"/>
    <p:sldMasterId id="2147483770" r:id="rId5"/>
    <p:sldMasterId id="2147483731" r:id="rId6"/>
    <p:sldMasterId id="2147483718" r:id="rId7"/>
    <p:sldMasterId id="2147483701" r:id="rId8"/>
  </p:sldMasterIdLst>
  <p:notesMasterIdLst>
    <p:notesMasterId r:id="rId18"/>
  </p:notesMasterIdLst>
  <p:handoutMasterIdLst>
    <p:handoutMasterId r:id="rId19"/>
  </p:handoutMasterIdLst>
  <p:sldIdLst>
    <p:sldId id="2145707576" r:id="rId9"/>
    <p:sldId id="330" r:id="rId10"/>
    <p:sldId id="2145707581" r:id="rId11"/>
    <p:sldId id="2145707578" r:id="rId12"/>
    <p:sldId id="2145707584" r:id="rId13"/>
    <p:sldId id="2145707586" r:id="rId14"/>
    <p:sldId id="2145707585" r:id="rId15"/>
    <p:sldId id="2145707587" r:id="rId16"/>
    <p:sldId id="214570758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для вашей презентации" id="{D5608E03-7CAB-9842-83DD-A7B9CA4CEAF7}">
          <p14:sldIdLst>
            <p14:sldId id="2145707576"/>
            <p14:sldId id="330"/>
            <p14:sldId id="2145707581"/>
            <p14:sldId id="2145707578"/>
            <p14:sldId id="2145707584"/>
            <p14:sldId id="2145707586"/>
            <p14:sldId id="2145707585"/>
            <p14:sldId id="2145707587"/>
            <p14:sldId id="21457075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915F"/>
    <a:srgbClr val="BE93F9"/>
    <a:srgbClr val="59BFBE"/>
    <a:srgbClr val="E7AF7D"/>
    <a:srgbClr val="DD94C3"/>
    <a:srgbClr val="BDE5E5"/>
    <a:srgbClr val="7DD27C"/>
    <a:srgbClr val="FAA050"/>
    <a:srgbClr val="4B4B64"/>
    <a:srgbClr val="7D9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0"/>
    <p:restoredTop sz="95615"/>
  </p:normalViewPr>
  <p:slideViewPr>
    <p:cSldViewPr snapToGrid="0" showGuides="1">
      <p:cViewPr varScale="1">
        <p:scale>
          <a:sx n="133" d="100"/>
          <a:sy n="133" d="100"/>
        </p:scale>
        <p:origin x="984" y="192"/>
      </p:cViewPr>
      <p:guideLst>
        <p:guide orient="horz" pos="30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404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132C6ED-FEBD-A015-CD61-582DE41736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A0F5DD-6FD8-9859-51D4-CF105B04E7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63794-8895-F94C-AAEC-74A5F94344F2}" type="datetimeFigureOut">
              <a:rPr lang="ru-RU" smtClean="0">
                <a:latin typeface="Arial" panose="020B0604020202020204" pitchFamily="34" charset="0"/>
              </a:rPr>
              <a:t>23.07.2024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8A9CE0-A51E-CB4C-7D51-73D9EAE915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5602CD-705F-E877-4B6D-F8EC33E146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AD1B4-3C21-4C46-B8DB-56D236F0A080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0256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C9B5F-A933-D84E-B4A9-AB8F740B04CB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0951B-AC19-7A4D-866C-78EA10DE3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53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Светлая тем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8">
            <a:extLst>
              <a:ext uri="{FF2B5EF4-FFF2-40B4-BE49-F238E27FC236}">
                <a16:creationId xmlns:a16="http://schemas.microsoft.com/office/drawing/2014/main" id="{5C0F2DF5-FE8E-114C-5BEA-FDDB5EA789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3815122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89439DD2-FE62-7867-1F2D-AA7E1113D7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875" y="6146800"/>
            <a:ext cx="3819525" cy="381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C7BF3186-1394-4DA8-62A2-A162D184BE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88600" y="6210300"/>
            <a:ext cx="1533525" cy="330200"/>
          </a:xfrm>
          <a:prstGeom prst="rect">
            <a:avLst/>
          </a:prstGeom>
        </p:spPr>
        <p:txBody>
          <a:bodyPr anchor="ctr"/>
          <a:lstStyle>
            <a:lvl1pPr algn="r"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Дата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6FDDEB-B898-353B-9409-E537DFE9C2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728EDA7-94B2-EE45-8D43-F98B6665BD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500" y="3944752"/>
            <a:ext cx="5076760" cy="2022302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6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90E1F4D-7292-4C3D-5059-974C6DF1941E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667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Темная тема_1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5" hasCustomPrompt="1"/>
          </p:nvPr>
        </p:nvSpPr>
        <p:spPr>
          <a:xfrm>
            <a:off x="385400" y="5961800"/>
            <a:ext cx="4860860" cy="49897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</p:spPr>
        <p:txBody>
          <a:bodyPr anchor="ctr" anchorCtr="0">
            <a:noAutofit/>
          </a:bodyPr>
          <a:lstStyle>
            <a:lvl1pPr marL="88900" indent="0" algn="l">
              <a:buNone/>
              <a:tabLst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4" name="Объект 2"/>
          <p:cNvSpPr>
            <a:spLocks noGrp="1"/>
          </p:cNvSpPr>
          <p:nvPr>
            <p:ph idx="16" hasCustomPrompt="1"/>
          </p:nvPr>
        </p:nvSpPr>
        <p:spPr>
          <a:xfrm>
            <a:off x="9334500" y="5961800"/>
            <a:ext cx="2494455" cy="49897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Дата цифрами</a:t>
            </a:r>
          </a:p>
        </p:txBody>
      </p:sp>
      <p:sp>
        <p:nvSpPr>
          <p:cNvPr id="7" name="Рисунок 18">
            <a:extLst>
              <a:ext uri="{FF2B5EF4-FFF2-40B4-BE49-F238E27FC236}">
                <a16:creationId xmlns:a16="http://schemas.microsoft.com/office/drawing/2014/main" id="{14D48C5B-E30F-1826-CB01-D3F7C9BB05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3815122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0A689-FA9A-DF2D-15AB-D2351BCE1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91536-EE20-5AC6-E92B-141D81689D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500" y="3939498"/>
            <a:ext cx="5076760" cy="2022302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6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3C4905E-F978-2493-4F7F-B66C4A99F2B7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004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Светлая тема_Фото спикера">
    <p:bg>
      <p:bgPr>
        <a:solidFill>
          <a:srgbClr val="BE9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8F742A-C1B2-9A24-CBF1-ADE3B8900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670EED6-9F5A-6665-ECC2-B6A84EBACA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5B5820D-FE5E-F0E9-FA61-A789CAF023E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9999" y="4953000"/>
            <a:ext cx="1038992" cy="1541899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0F0F0"/>
            </a:solidFill>
          </a:ln>
        </p:spPr>
        <p:txBody>
          <a:bodyPr lIns="90000" rIns="90000" anchor="ctr">
            <a:normAutofit/>
          </a:bodyPr>
          <a:lstStyle>
            <a:lvl1pPr marL="0" indent="0" algn="ctr"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A4A37353-75B0-0BE6-A069-91A5D6BFE9BE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4F16224-6F3B-5FE7-C8AB-BB48CDAEAC0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85976" y="5475097"/>
            <a:ext cx="4525427" cy="398613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9BAD2E33-C53F-F853-F2EA-51BDB90C0F0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85976" y="5905620"/>
            <a:ext cx="4525427" cy="398613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325054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Светлая тема_5_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8F742A-C1B2-9A24-CBF1-ADE3B8900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10" name="Текст 2">
            <a:extLst>
              <a:ext uri="{FF2B5EF4-FFF2-40B4-BE49-F238E27FC236}">
                <a16:creationId xmlns:a16="http://schemas.microsoft.com/office/drawing/2014/main" id="{95693DF7-305C-B53C-0047-46434D763B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0344" y="5726668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5FB4AC8A-504D-EAE0-B5D7-C335C42F5E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812" y="6196812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Должность/роль</a:t>
            </a:r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3DB70B-E9D7-2821-1DE2-B51A02D609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C61A7794-FF60-CD0D-FFB2-CD051BCAF8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E0F463D-4947-405D-196C-2977099F676F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4332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Темная тема_2_рисунок справа">
    <p:bg>
      <p:bgPr>
        <a:solidFill>
          <a:srgbClr val="59BF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/>
          <p:nvPr userDrawn="1"/>
        </p:nvSpPr>
        <p:spPr>
          <a:xfrm>
            <a:off x="6096001" y="1"/>
            <a:ext cx="6095999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Объект 2"/>
          <p:cNvSpPr>
            <a:spLocks noGrp="1"/>
          </p:cNvSpPr>
          <p:nvPr>
            <p:ph idx="15" hasCustomPrompt="1"/>
          </p:nvPr>
        </p:nvSpPr>
        <p:spPr>
          <a:xfrm>
            <a:off x="372700" y="5885645"/>
            <a:ext cx="4873560" cy="575125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B795F2-1237-0001-AB0B-AC1A6D41F5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FB00D53-7010-CB54-2176-39A4C4A807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3D60640A-3B42-4418-A4BB-919B9944D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87C526DD-21A3-5FF5-5A97-84203C097BAC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7244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фото спикера_без рису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defRPr sz="5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Длинный заголовок презентации не более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3 строк</a:t>
            </a:r>
            <a:endParaRPr lang="en-US" dirty="0"/>
          </a:p>
        </p:txBody>
      </p:sp>
      <p:sp>
        <p:nvSpPr>
          <p:cNvPr id="9" name="Рисунок 11"/>
          <p:cNvSpPr>
            <a:spLocks noGrp="1"/>
          </p:cNvSpPr>
          <p:nvPr>
            <p:ph type="pic" sz="quarter" idx="21" hasCustomPrompt="1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0F0F0"/>
            </a:solidFill>
          </a:ln>
        </p:spPr>
        <p:txBody>
          <a:bodyPr lIns="90000" rIns="90000" anchor="ctr">
            <a:normAutofit/>
          </a:bodyPr>
          <a:lstStyle>
            <a:lvl1pPr marL="0" indent="0" algn="ctr"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6D8FBD-339E-621A-AD22-CC96E42D6A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A903238-F5FC-E658-B51A-51ADD9028436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CE4BAA7-81F7-BFCA-51D6-C3C12AA93A9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85976" y="5475097"/>
            <a:ext cx="7797643" cy="398613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8220EB43-D935-E3E5-5C30-8BE54DBF868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85976" y="5905620"/>
            <a:ext cx="7797643" cy="398613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14225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фото спикера_без рисунка_темная тем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Длинный заголовок презентации не более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3 строк</a:t>
            </a:r>
            <a:endParaRPr lang="en-US" dirty="0"/>
          </a:p>
        </p:txBody>
      </p:sp>
      <p:sp>
        <p:nvSpPr>
          <p:cNvPr id="6" name="Объект 2"/>
          <p:cNvSpPr>
            <a:spLocks noGrp="1"/>
          </p:cNvSpPr>
          <p:nvPr>
            <p:ph idx="10" hasCustomPrompt="1"/>
          </p:nvPr>
        </p:nvSpPr>
        <p:spPr>
          <a:xfrm>
            <a:off x="1385976" y="5475097"/>
            <a:ext cx="7797643" cy="398613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idx="15" hasCustomPrompt="1"/>
          </p:nvPr>
        </p:nvSpPr>
        <p:spPr>
          <a:xfrm>
            <a:off x="1385976" y="5905620"/>
            <a:ext cx="7797643" cy="398613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9" name="Рисунок 11"/>
          <p:cNvSpPr>
            <a:spLocks noGrp="1"/>
          </p:cNvSpPr>
          <p:nvPr>
            <p:ph type="pic" sz="quarter" idx="21" hasCustomPrompt="1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0F0F0"/>
            </a:solidFill>
          </a:ln>
        </p:spPr>
        <p:txBody>
          <a:bodyPr lIns="90000" rIns="90000" anchor="ctr">
            <a:normAutofit/>
          </a:bodyPr>
          <a:lstStyle>
            <a:lvl1pPr marL="0" indent="0" algn="ctr"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CA8AA6-DC36-81D5-763F-4C667745F3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5DA8307B-2379-4280-45C2-CF6E9B4466C9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97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_фото спикера_без рисунка_темная тема">
    <p:bg>
      <p:bgPr>
        <a:solidFill>
          <a:srgbClr val="FB9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Длинный заголовок презентации не более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3 строк</a:t>
            </a:r>
            <a:endParaRPr lang="en-US" dirty="0"/>
          </a:p>
        </p:txBody>
      </p:sp>
      <p:sp>
        <p:nvSpPr>
          <p:cNvPr id="6" name="Объект 2"/>
          <p:cNvSpPr>
            <a:spLocks noGrp="1"/>
          </p:cNvSpPr>
          <p:nvPr>
            <p:ph idx="10" hasCustomPrompt="1"/>
          </p:nvPr>
        </p:nvSpPr>
        <p:spPr>
          <a:xfrm>
            <a:off x="1385976" y="5475097"/>
            <a:ext cx="7797643" cy="398613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idx="15" hasCustomPrompt="1"/>
          </p:nvPr>
        </p:nvSpPr>
        <p:spPr>
          <a:xfrm>
            <a:off x="1385976" y="5905620"/>
            <a:ext cx="7797643" cy="398613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9" name="Рисунок 11"/>
          <p:cNvSpPr>
            <a:spLocks noGrp="1"/>
          </p:cNvSpPr>
          <p:nvPr>
            <p:ph type="pic" sz="quarter" idx="21" hasCustomPrompt="1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3175">
            <a:solidFill>
              <a:srgbClr val="F0F0F0"/>
            </a:solidFill>
          </a:ln>
        </p:spPr>
        <p:txBody>
          <a:bodyPr lIns="90000" rIns="90000" anchor="ctr">
            <a:normAutofit/>
          </a:bodyPr>
          <a:lstStyle>
            <a:lvl1pPr marL="0" indent="0" algn="ctr"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CA8AA6-DC36-81D5-763F-4C667745F3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5DA8307B-2379-4280-45C2-CF6E9B4466C9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721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рисунок сверху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>
            <a:extLst>
              <a:ext uri="{FF2B5EF4-FFF2-40B4-BE49-F238E27FC236}">
                <a16:creationId xmlns:a16="http://schemas.microsoft.com/office/drawing/2014/main" id="{D082D86F-FEC5-5F0A-68D3-9893BC5B5A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81476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18">
            <a:extLst>
              <a:ext uri="{FF2B5EF4-FFF2-40B4-BE49-F238E27FC236}">
                <a16:creationId xmlns:a16="http://schemas.microsoft.com/office/drawing/2014/main" id="{F95D2D67-8EF0-80B6-11F6-CCBEDABD9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41ABDF03-C932-334B-BBFE-0168077BE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32424B66-357F-B5CA-18BF-727EA4FB77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5A2D91E-5F20-2F87-54BD-4DD5165692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Должность/роль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D4DF9-F164-BAD7-C246-72CAE52BC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054CC5F2-1E97-32D5-6055-58E6444AECC2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1708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с иллюстрацией_свет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4263" y="6085489"/>
            <a:ext cx="487737" cy="48773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DBD61F-C621-A3FA-30F9-4B57A8EC0D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C151CEB-0A81-40CA-D404-76E9E0FFFA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9C364563-85D0-3CC9-9D3A-3B813331A7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9BC11DD-7A64-534D-C4CA-CA8A0B3963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193" y="3235543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CE3A539-1276-39D2-284D-736D98434B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5B635D7C-FFBA-8687-740C-EDF49EDC709E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025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убрикатор с иллюстрацией_свет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DBD61F-C621-A3FA-30F9-4B57A8EC0D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C151CEB-0A81-40CA-D404-76E9E0FFFA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9C364563-85D0-3CC9-9D3A-3B813331A7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9BC11DD-7A64-534D-C4CA-CA8A0B3963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383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CE3A539-1276-39D2-284D-736D98434B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D7BE5A5-BFBB-5465-23BD-3658B368A3BA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737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без иллюстрац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46E00E-C2EC-A4AC-09F1-B65EE6612D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E67FB843-976A-D89A-0D49-150E99DAB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ECFE1A81-CEE2-8FC9-5538-268D7E240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2DC876EB-34C4-6A00-8AE5-398F8D994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891FBB5-F879-47F6-DF5F-378DA7738BC5}"/>
              </a:ext>
            </a:extLst>
          </p:cNvPr>
          <p:cNvSpPr/>
          <p:nvPr userDrawn="1"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8598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брикатор без иллюстрации_темная тема">
    <p:bg>
      <p:bgPr>
        <a:solidFill>
          <a:srgbClr val="59BF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E67FB843-976A-D89A-0D49-150E99DAB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ECFE1A81-CEE2-8FC9-5538-268D7E240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2DC876EB-34C4-6A00-8AE5-398F8D994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36CF3A-46A2-4546-2810-E31A23312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DFC6435D-33FC-E27A-283C-882238591624}"/>
              </a:ext>
            </a:extLst>
          </p:cNvPr>
          <p:cNvSpPr/>
          <p:nvPr userDrawn="1"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128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убрикатор без иллюстрации_темная тем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E67FB843-976A-D89A-0D49-150E99DAB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ECFE1A81-CEE2-8FC9-5538-268D7E240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2DC876EB-34C4-6A00-8AE5-398F8D994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36CF3A-46A2-4546-2810-E31A23312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DFC6435D-33FC-E27A-283C-882238591624}"/>
              </a:ext>
            </a:extLst>
          </p:cNvPr>
          <p:cNvSpPr/>
          <p:nvPr userDrawn="1"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4473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убрикатор без иллюстрации_темная тема">
    <p:bg>
      <p:bgPr>
        <a:solidFill>
          <a:srgbClr val="BE9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E67FB843-976A-D89A-0D49-150E99DAB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ECFE1A81-CEE2-8FC9-5538-268D7E240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2DC876EB-34C4-6A00-8AE5-398F8D994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36CF3A-46A2-4546-2810-E31A23312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DFC6435D-33FC-E27A-283C-882238591624}"/>
              </a:ext>
            </a:extLst>
          </p:cNvPr>
          <p:cNvSpPr/>
          <p:nvPr userDrawn="1"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3653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убрикатор без иллюстрации_темная тема">
    <p:bg>
      <p:bgPr>
        <a:solidFill>
          <a:srgbClr val="FB9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E67FB843-976A-D89A-0D49-150E99DAB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ECFE1A81-CEE2-8FC9-5538-268D7E240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2DC876EB-34C4-6A00-8AE5-398F8D994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845" y="5913438"/>
            <a:ext cx="914400" cy="677862"/>
          </a:xfrm>
          <a:prstGeom prst="rect">
            <a:avLst/>
          </a:prstGeom>
        </p:spPr>
        <p:txBody>
          <a:bodyPr anchor="ctr"/>
          <a:lstStyle>
            <a:lvl1pPr algn="ctr">
              <a:defRPr sz="4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36CF3A-46A2-4546-2810-E31A233123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DFC6435D-33FC-E27A-283C-882238591624}"/>
              </a:ext>
            </a:extLst>
          </p:cNvPr>
          <p:cNvSpPr/>
          <p:nvPr userDrawn="1"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1880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_рисунок сверху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>
            <a:extLst>
              <a:ext uri="{FF2B5EF4-FFF2-40B4-BE49-F238E27FC236}">
                <a16:creationId xmlns:a16="http://schemas.microsoft.com/office/drawing/2014/main" id="{D082D86F-FEC5-5F0A-68D3-9893BC5B5A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81476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18">
            <a:extLst>
              <a:ext uri="{FF2B5EF4-FFF2-40B4-BE49-F238E27FC236}">
                <a16:creationId xmlns:a16="http://schemas.microsoft.com/office/drawing/2014/main" id="{F95D2D67-8EF0-80B6-11F6-CCBEDABD9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41ABDF03-C932-334B-BBFE-0168077BE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32424B66-357F-B5CA-18BF-727EA4FB77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5A2D91E-5F20-2F87-54BD-4DD5165692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Должность/роль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D4DF9-F164-BAD7-C246-72CAE52BC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054CC5F2-1E97-32D5-6055-58E6444AECC2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5820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блоков с кноп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91A1AA6-0528-5EE0-0CDF-BCD79D5AD41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8506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3DBE8ED-A819-6673-3CA4-8CDADD693EB6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464000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21845D-47E9-F186-B01D-C5A2D66DB42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8357552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1E6D82A0-408F-1BC3-0BE4-3B3AC89E0D5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8506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2577B7-AB7D-7EC3-2238-BA78D8FC4BD5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464000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A19A9E7-A0FB-739A-3517-E55F78CF46CB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8357552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73948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57552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73948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57552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1D7185F3-6BE5-69C2-EFE0-59DAC3B32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1872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 с подзаголов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70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8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2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70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8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2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8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6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10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6A5074DB-A5F6-77FE-2A9C-0D330AB0E38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39808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31144F3B-893B-2D51-A85F-D6482A171CE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85106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B91622F3-9DBF-1E38-A976-C216A75E1AF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8710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3">
            <a:extLst>
              <a:ext uri="{FF2B5EF4-FFF2-40B4-BE49-F238E27FC236}">
                <a16:creationId xmlns:a16="http://schemas.microsoft.com/office/drawing/2014/main" id="{E7720497-C8E3-FDA8-85D1-74F55354E30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9808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33">
            <a:extLst>
              <a:ext uri="{FF2B5EF4-FFF2-40B4-BE49-F238E27FC236}">
                <a16:creationId xmlns:a16="http://schemas.microsoft.com/office/drawing/2014/main" id="{23644B1C-5186-56D9-FC94-1B08857FF4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85106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EA65CB95-6A66-DD08-3F0B-85893E046FE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68710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86AD3CCC-E683-81FF-3C32-24ED50E0F4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5046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1415A228-E0A1-0D69-39C9-7C8A42E59F0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80344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EEA9809D-D82A-68A2-A747-9A3BC5C084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63948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D5B3C1B0-C0CC-B6CA-C259-7063E4D05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8382511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68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6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0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68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6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0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6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4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08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CFD7E8A7-CFEC-6241-159B-A015D39D9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93310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объект_ссыл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бъект 2">
            <a:extLst>
              <a:ext uri="{FF2B5EF4-FFF2-40B4-BE49-F238E27FC236}">
                <a16:creationId xmlns:a16="http://schemas.microsoft.com/office/drawing/2014/main" id="{99CC167B-4EC5-E7B8-168F-3B6DF03649B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24575" y="1333500"/>
            <a:ext cx="5681125" cy="4953000"/>
          </a:xfrm>
          <a:prstGeom prst="roundRect">
            <a:avLst>
              <a:gd name="adj" fmla="val 5408"/>
            </a:avLst>
          </a:prstGeom>
          <a:noFill/>
        </p:spPr>
        <p:txBody>
          <a:bodyPr lIns="251999" tIns="251999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147C47E-98C9-523D-964D-83059CB89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26D251-20B4-1526-1023-3792EC511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DBD77BF3-4ACE-856E-40EC-680EC8D189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3" y="1064483"/>
            <a:ext cx="5408612" cy="426951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23A4B0F-54E7-6247-D558-CC26CD403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338" y="5734050"/>
            <a:ext cx="3395662" cy="55245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80000" anchor="ctr"/>
          <a:lstStyle>
            <a:lvl1pPr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 или ссылка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15CA9D20-EF3E-AA2D-2398-BF813EC75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40657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45DC96A5-DE79-5AC2-A3D1-EAC01F03D23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28346" y="1"/>
            <a:ext cx="5463654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BF80BA-2D0E-1823-1CF5-C5452A73AC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09B7BAE1-0130-7AC5-898C-58BF688F3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44ECECA-5C21-5157-FB01-1C898337B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930" y="1700213"/>
            <a:ext cx="6000952" cy="458628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337802-62A8-5DEF-0B49-BD721AC0A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EE1A5D14-0AD7-168D-2F44-A9BE59DFE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782760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(для таблицы или график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143000"/>
            <a:ext cx="11515725" cy="5165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D314A112-5090-6D47-A2B6-5249F7EA8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88124C-80DA-91F1-8E2E-9350C5528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599CC964-C871-00B2-7C39-1E8CFE611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7752518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(для таблиц или графиков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339" y="1045030"/>
            <a:ext cx="5554662" cy="5431970"/>
          </a:xfrm>
          <a:prstGeom prst="roundRect">
            <a:avLst>
              <a:gd name="adj" fmla="val 3933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C7DB59-0252-01DE-730D-BE4F2E4112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1045030"/>
            <a:ext cx="5591174" cy="5431970"/>
          </a:xfrm>
          <a:prstGeom prst="roundRect">
            <a:avLst>
              <a:gd name="adj" fmla="val 4499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E13B37F6-7172-B668-7A79-72763461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D3D9E0-2715-B778-741A-52B02FCE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759FFF9C-33F3-4F7C-7240-FD45DFD6DD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239004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E9F90078-5148-6092-AFC9-050B01433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570273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_темн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EC44B-F74E-F27C-E8F5-1F0A2F96F9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7A9276E-F70E-9591-BE71-72B3DB880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689479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7445208" y="1700213"/>
            <a:ext cx="4387493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700214"/>
            <a:ext cx="6872543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62D54C4-B3EF-2A74-F53C-7E3CCBBD4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58400F21-01F5-C1A2-05FE-9CE8810F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3211899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762500" y="1700213"/>
            <a:ext cx="7070201" cy="4564639"/>
          </a:xfrm>
          <a:prstGeom prst="roundRect">
            <a:avLst>
              <a:gd name="adj" fmla="val 4195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9" y="1700214"/>
            <a:ext cx="4164012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9C583E9D-92D7-3B36-6183-35CAE1774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94F6E8B-59F3-94FA-6F61-B5C420D1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165444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 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07988" y="1700213"/>
            <a:ext cx="5688012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6211902" y="1700214"/>
            <a:ext cx="5620801" cy="4564640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10659B-D8CC-100D-6953-DB1182E49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0933BF95-F038-AC96-65D1-C84D1E880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77207BF1-09D3-3EF0-14C4-DCC35FEB9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41968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5688013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5"/>
          </p:nvPr>
        </p:nvSpPr>
        <p:spPr>
          <a:xfrm>
            <a:off x="6211902" y="1836526"/>
            <a:ext cx="5620801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0FC473-8E31-0841-CEA6-CF6B92F3CF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80D6C3A-2D01-99A8-468D-B206E1859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5600227-B81F-8D29-CF18-A383DD1EC5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900311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объект с фон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11424715" cy="4428327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 lIns="144000" tIns="108000"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4EC08B-0764-738B-0FDF-71F8285B7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B9E11596-FF8E-E170-6D80-02A6A525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35869FED-31D8-A777-0EDB-9F1D7D2D95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828912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блок тек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9CB72D-72B4-643D-7C37-8ACF8629C03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F4FE54-3969-D339-E5D1-AB2EB83910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53832" y="6431111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13730" y="1954766"/>
            <a:ext cx="5120270" cy="2387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lnSpc>
                <a:spcPct val="80000"/>
              </a:lnSpc>
              <a:defRPr sz="4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973A1E-3BB6-CA96-CA29-53821B1A1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Текст 14">
            <a:extLst>
              <a:ext uri="{FF2B5EF4-FFF2-40B4-BE49-F238E27FC236}">
                <a16:creationId xmlns:a16="http://schemas.microsoft.com/office/drawing/2014/main" id="{85A9D800-B7F2-41FF-2D13-C8CDF0B3E1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C254E4C-E29B-F115-3B08-8A52CCAE7D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Ваш текст</a:t>
            </a:r>
          </a:p>
        </p:txBody>
      </p:sp>
    </p:spTree>
    <p:extLst>
      <p:ext uri="{BB962C8B-B14F-4D97-AF65-F5344CB8AC3E}">
        <p14:creationId xmlns:p14="http://schemas.microsoft.com/office/powerpoint/2010/main" val="12277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4A7C37-3F8D-1783-9280-EB9D6C9E05A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8C7959-234C-6042-C3DD-C28049AB0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260" y="1552639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2400" b="0" i="0">
                <a:latin typeface="Arial" panose="020B0604020202020204" pitchFamily="34" charset="0"/>
              </a:defRPr>
            </a:lvl1pPr>
            <a:lvl2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Объект</a:t>
            </a:r>
          </a:p>
          <a:p>
            <a:pPr lvl="1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565524"/>
            <a:ext cx="4857898" cy="2303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C1F1DE-3798-F646-51D6-71ADB43004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39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85DD99-0579-3E12-A773-1398BDBF40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42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_рисунок сверху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>
            <a:extLst>
              <a:ext uri="{FF2B5EF4-FFF2-40B4-BE49-F238E27FC236}">
                <a16:creationId xmlns:a16="http://schemas.microsoft.com/office/drawing/2014/main" id="{D082D86F-FEC5-5F0A-68D3-9893BC5B5A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81476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18">
            <a:extLst>
              <a:ext uri="{FF2B5EF4-FFF2-40B4-BE49-F238E27FC236}">
                <a16:creationId xmlns:a16="http://schemas.microsoft.com/office/drawing/2014/main" id="{F95D2D67-8EF0-80B6-11F6-CCBEDABD9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41ABDF03-C932-334B-BBFE-0168077BE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32424B66-357F-B5CA-18BF-727EA4FB77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Имя и Фамилия спикера</a:t>
            </a:r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5A2D91E-5F20-2F87-54BD-4DD5165692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Должность/роль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D4DF9-F164-BAD7-C246-72CAE52BC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054CC5F2-1E97-32D5-6055-58E6444AECC2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tx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4864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Шесть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1520824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73948" y="1520824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57552" y="1520824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144957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73948" y="4144957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57552" y="4144957"/>
            <a:ext cx="3181350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2292965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73948" y="2292965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57552" y="2292965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8650" y="4917098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73948" y="4917098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57552" y="4917098"/>
            <a:ext cx="3181350" cy="968607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392190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четыре бл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49" y="1505834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06867" y="1512731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49" y="4129967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06867" y="4136864"/>
            <a:ext cx="5119690" cy="808044"/>
          </a:xfrm>
          <a:prstGeom prst="rect">
            <a:avLst/>
          </a:prstGeom>
        </p:spPr>
        <p:txBody>
          <a:bodyPr anchor="ctr"/>
          <a:lstStyle>
            <a:lvl1pPr>
              <a:defRPr sz="4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649" y="2331602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06867" y="2338499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8649" y="4955735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06867" y="4962632"/>
            <a:ext cx="511969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271991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три бл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2075" y="3824288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06606" y="3824288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35142" y="3824288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02075" y="4955735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06606" y="4955735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35142" y="4955735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2574986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_три блок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2075" y="2877227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06606" y="2877227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35142" y="2877227"/>
            <a:ext cx="3181350" cy="1128713"/>
          </a:xfrm>
          <a:prstGeom prst="rect">
            <a:avLst/>
          </a:prstGeom>
        </p:spPr>
        <p:txBody>
          <a:bodyPr anchor="ctr"/>
          <a:lstStyle>
            <a:lvl1pPr>
              <a:defRPr sz="8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02075" y="4021553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06606" y="4021553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35142" y="4021553"/>
            <a:ext cx="3181350" cy="96860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5335545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ять блоков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A3CE2F4-83A8-FE31-41B6-6006759063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3834" y="1121222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4814" y="1121222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F3EABD06-9F61-0303-DF6B-D2B5A742E99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3834" y="2265506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334814" y="2265506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3CB86516-C48A-849D-BCFC-61199B749D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3834" y="3409790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34814" y="3402985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67E0AF65-3382-72C7-9C3A-7BBB92F60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3834" y="4554074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2CC0160B-8C9A-7C64-878B-E08F642960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34814" y="4548977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Текст 33">
            <a:extLst>
              <a:ext uri="{FF2B5EF4-FFF2-40B4-BE49-F238E27FC236}">
                <a16:creationId xmlns:a16="http://schemas.microsoft.com/office/drawing/2014/main" id="{A1E23E8A-CDDE-81F4-8AE6-AAA3BB8DC9F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3834" y="5698357"/>
            <a:ext cx="1039666" cy="80804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2" name="Текст 33">
            <a:extLst>
              <a:ext uri="{FF2B5EF4-FFF2-40B4-BE49-F238E27FC236}">
                <a16:creationId xmlns:a16="http://schemas.microsoft.com/office/drawing/2014/main" id="{C734685C-EF5D-BEF1-ECC7-51C9323F9E7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334814" y="5698357"/>
            <a:ext cx="4162425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8543098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тыре блока и иллюстрация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A3CE2F4-83A8-FE31-41B6-6006759063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5020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3834" y="1300838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4000" y="1300838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F3EABD06-9F61-0303-DF6B-D2B5A742E99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3834" y="2695076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24000" y="2695075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3CB86516-C48A-849D-BCFC-61199B749D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3834" y="4089314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24000" y="4089313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67E0AF65-3382-72C7-9C3A-7BBB92F60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3834" y="5483552"/>
            <a:ext cx="123016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2CC0160B-8C9A-7C64-878B-E08F642960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4000" y="5478455"/>
            <a:ext cx="414473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335120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блока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A3CE2F4-83A8-FE31-41B6-6006759063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6353"/>
            <a:ext cx="7505700" cy="596901"/>
          </a:xfr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5194" y="2017487"/>
            <a:ext cx="122880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4000" y="2017487"/>
            <a:ext cx="414609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F3EABD06-9F61-0303-DF6B-D2B5A742E99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5194" y="3411725"/>
            <a:ext cx="122880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24000" y="3411724"/>
            <a:ext cx="414609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3CB86516-C48A-849D-BCFC-61199B749D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5194" y="4805963"/>
            <a:ext cx="1228806" cy="808044"/>
          </a:xfrm>
          <a:prstGeom prst="rect">
            <a:avLst/>
          </a:prstGeom>
        </p:spPr>
        <p:txBody>
          <a:bodyPr anchor="ctr"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ХХХ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24000" y="4805962"/>
            <a:ext cx="4146096" cy="8080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75666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блоков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2">
            <a:extLst>
              <a:ext uri="{FF2B5EF4-FFF2-40B4-BE49-F238E27FC236}">
                <a16:creationId xmlns:a16="http://schemas.microsoft.com/office/drawing/2014/main" id="{C47B0320-F93E-9CB4-B9A9-7398081D8EC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453500" y="2862605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3F7F551B-C40C-8F4D-2E43-2A17FBAA80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74014" y="2862605"/>
            <a:ext cx="4011981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BD851B85-B188-DBDD-393E-E72ABE40F45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3500" y="4175261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26" name="Текст 5">
            <a:extLst>
              <a:ext uri="{FF2B5EF4-FFF2-40B4-BE49-F238E27FC236}">
                <a16:creationId xmlns:a16="http://schemas.microsoft.com/office/drawing/2014/main" id="{5ADCAD5F-E8CE-D061-E246-CED247A324B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74014" y="4175261"/>
            <a:ext cx="4011981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92FA83B4-3B6F-4EB6-347D-5931C310C88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08865" y="2862605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BDAFBB37-F27D-7B82-902A-BF2CA009CF8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29379" y="2862605"/>
            <a:ext cx="3963867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  <a:br>
              <a:rPr lang="ru-RU" dirty="0"/>
            </a:br>
            <a:r>
              <a:rPr lang="ru-RU" dirty="0"/>
              <a:t>цифр и статистик</a:t>
            </a:r>
          </a:p>
        </p:txBody>
      </p:sp>
      <p:sp>
        <p:nvSpPr>
          <p:cNvPr id="29" name="Текст 8">
            <a:extLst>
              <a:ext uri="{FF2B5EF4-FFF2-40B4-BE49-F238E27FC236}">
                <a16:creationId xmlns:a16="http://schemas.microsoft.com/office/drawing/2014/main" id="{B3AA2F57-A051-51D5-E121-5034D94A2B4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08865" y="4175261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30" name="Текст 9">
            <a:extLst>
              <a:ext uri="{FF2B5EF4-FFF2-40B4-BE49-F238E27FC236}">
                <a16:creationId xmlns:a16="http://schemas.microsoft.com/office/drawing/2014/main" id="{29126175-11D5-CE47-51E7-1BD3BF701A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29379" y="4175261"/>
            <a:ext cx="3963867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  <a:br>
              <a:rPr lang="ru-RU" dirty="0"/>
            </a:br>
            <a:r>
              <a:rPr lang="ru-RU" dirty="0"/>
              <a:t>цифр и статистик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id="{D6732795-6AC0-ED19-E9E3-6234D0466F9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08865" y="5500618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32" name="Текст 11">
            <a:extLst>
              <a:ext uri="{FF2B5EF4-FFF2-40B4-BE49-F238E27FC236}">
                <a16:creationId xmlns:a16="http://schemas.microsoft.com/office/drawing/2014/main" id="{29EB67B7-2543-DBA9-BF4C-B8D47229277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829379" y="5500618"/>
            <a:ext cx="3963867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33" name="Текст 12">
            <a:extLst>
              <a:ext uri="{FF2B5EF4-FFF2-40B4-BE49-F238E27FC236}">
                <a16:creationId xmlns:a16="http://schemas.microsoft.com/office/drawing/2014/main" id="{27134802-1E8D-C949-2B64-1AD3727F078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53500" y="5500618"/>
            <a:ext cx="1219200" cy="80804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400" dirty="0"/>
              <a:t>XXX</a:t>
            </a:r>
            <a:endParaRPr lang="ru-RU" sz="2400" dirty="0"/>
          </a:p>
        </p:txBody>
      </p:sp>
      <p:sp>
        <p:nvSpPr>
          <p:cNvPr id="34" name="Текст 13">
            <a:extLst>
              <a:ext uri="{FF2B5EF4-FFF2-40B4-BE49-F238E27FC236}">
                <a16:creationId xmlns:a16="http://schemas.microsoft.com/office/drawing/2014/main" id="{171D1266-37A3-5645-2535-58D6075D6AE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672700" y="5500618"/>
            <a:ext cx="4011981" cy="808045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</a:lstStyle>
          <a:p>
            <a:pPr>
              <a:spcBef>
                <a:spcPts val="0"/>
              </a:spcBef>
            </a:pPr>
            <a:r>
              <a:rPr lang="ru-RU" dirty="0"/>
              <a:t>Краткое описание </a:t>
            </a:r>
          </a:p>
          <a:p>
            <a:pPr>
              <a:spcBef>
                <a:spcPts val="0"/>
              </a:spcBef>
            </a:pPr>
            <a:r>
              <a:rPr lang="ru-RU" dirty="0"/>
              <a:t>цифр и статистик</a:t>
            </a:r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81" y="285020"/>
            <a:ext cx="7505700" cy="596901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677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62" y="286354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3850" y="1520824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16948" y="1520824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14852" y="1520824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93850" y="4144957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16948" y="4144957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14852" y="4144957"/>
            <a:ext cx="2208848" cy="808044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93850" y="2334269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16948" y="2334269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14852" y="2334269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593850" y="4958402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6948" y="4958402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614852" y="4958402"/>
            <a:ext cx="2208848" cy="77810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31E225E-0374-34DF-D112-A6CF0014A13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3966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90236CE8-786A-6D52-9E0E-C83B04810BE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3966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D7662178-9B66-DAEB-F902-06321870F30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447064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4C04BAB5-364A-4D5B-F70F-0EF831E8F44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447064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id="{56C21F49-602A-27B5-E066-2478EB019A6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48040" y="1558921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F3B2110B-574E-476B-5FB6-EBA8BE791A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448040" y="4183055"/>
            <a:ext cx="1116012" cy="1717675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2252741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62" y="286354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78554" y="13659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01652" y="13659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99556" y="13659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78554" y="3088421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01652" y="3088421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99556" y="3088421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78554" y="19904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01652" y="19904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99556" y="19904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578554" y="3712926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01652" y="3712926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99556" y="3712926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31E225E-0374-34DF-D112-A6CF0014A13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631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90236CE8-786A-6D52-9E0E-C83B04810BE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631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D7662178-9B66-DAEB-F902-06321870F30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43176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4C04BAB5-364A-4D5B-F70F-0EF831E8F44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43176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id="{56C21F49-602A-27B5-E066-2478EB019A6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40392" y="138112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F3B2110B-574E-476B-5FB6-EBA8BE791A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440392" y="3103555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4D749106-1051-2E89-2EB8-CF96B80E51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78554" y="4779252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5E66AB0D-2C0C-680B-FDBB-D0FD8FA068D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601652" y="4779252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2D7F6D35-956D-D522-94BC-E404B9E971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99556" y="4779252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ECEBECDE-B345-B6E7-4660-CEDB5E01F8C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78554" y="5403757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43BC3B78-825D-6C9F-CF46-E653B0CA0C3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01652" y="5403757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1DA55845-0DD3-274A-D4B9-92A4CDA63FE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99556" y="5403757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7" name="Рисунок 4">
            <a:extLst>
              <a:ext uri="{FF2B5EF4-FFF2-40B4-BE49-F238E27FC236}">
                <a16:creationId xmlns:a16="http://schemas.microsoft.com/office/drawing/2014/main" id="{007BF34D-795F-AED9-10A0-5F14C9B4C3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41631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CED74D15-E271-DBA6-3578-49914D84E5E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43176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  <p:sp>
        <p:nvSpPr>
          <p:cNvPr id="20" name="Рисунок 4">
            <a:extLst>
              <a:ext uri="{FF2B5EF4-FFF2-40B4-BE49-F238E27FC236}">
                <a16:creationId xmlns:a16="http://schemas.microsoft.com/office/drawing/2014/main" id="{7628B0F3-E455-4736-874F-663C6DB9BBAD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440392" y="4794386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lIns="0" rIns="0"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2270038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62" y="286354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1" name="Текст 33">
            <a:extLst>
              <a:ext uri="{FF2B5EF4-FFF2-40B4-BE49-F238E27FC236}">
                <a16:creationId xmlns:a16="http://schemas.microsoft.com/office/drawing/2014/main" id="{73DC0B7D-F275-4BE7-B604-BAD1BD8B78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78554" y="11754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2" name="Текст 33">
            <a:extLst>
              <a:ext uri="{FF2B5EF4-FFF2-40B4-BE49-F238E27FC236}">
                <a16:creationId xmlns:a16="http://schemas.microsoft.com/office/drawing/2014/main" id="{2E950D09-D1A2-7699-0093-D31B931E88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01652" y="11754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3" name="Текст 33">
            <a:extLst>
              <a:ext uri="{FF2B5EF4-FFF2-40B4-BE49-F238E27FC236}">
                <a16:creationId xmlns:a16="http://schemas.microsoft.com/office/drawing/2014/main" id="{289D705B-45A2-1047-DCFB-CB8896DEFC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99556" y="117548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4" name="Текст 33">
            <a:extLst>
              <a:ext uri="{FF2B5EF4-FFF2-40B4-BE49-F238E27FC236}">
                <a16:creationId xmlns:a16="http://schemas.microsoft.com/office/drawing/2014/main" id="{B455B6F1-5A0E-DA5F-452F-2D0E03E1F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78554" y="2579746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5" name="Текст 33">
            <a:extLst>
              <a:ext uri="{FF2B5EF4-FFF2-40B4-BE49-F238E27FC236}">
                <a16:creationId xmlns:a16="http://schemas.microsoft.com/office/drawing/2014/main" id="{66510DA7-A5F7-2CD5-A244-68A5380CEC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01652" y="2579746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6" name="Текст 33">
            <a:extLst>
              <a:ext uri="{FF2B5EF4-FFF2-40B4-BE49-F238E27FC236}">
                <a16:creationId xmlns:a16="http://schemas.microsoft.com/office/drawing/2014/main" id="{308ADA85-CFA3-A08A-1F1F-A564DB9708A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99556" y="2579746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78554" y="17999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8" name="Текст 33">
            <a:extLst>
              <a:ext uri="{FF2B5EF4-FFF2-40B4-BE49-F238E27FC236}">
                <a16:creationId xmlns:a16="http://schemas.microsoft.com/office/drawing/2014/main" id="{3F716640-CFFA-88A5-3844-C4D258F5198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601652" y="17999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69" name="Текст 33">
            <a:extLst>
              <a:ext uri="{FF2B5EF4-FFF2-40B4-BE49-F238E27FC236}">
                <a16:creationId xmlns:a16="http://schemas.microsoft.com/office/drawing/2014/main" id="{88ED7832-379B-16B9-33DE-BF0676FD2D2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99556" y="179999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0" name="Текст 33">
            <a:extLst>
              <a:ext uri="{FF2B5EF4-FFF2-40B4-BE49-F238E27FC236}">
                <a16:creationId xmlns:a16="http://schemas.microsoft.com/office/drawing/2014/main" id="{2C52704F-0E1E-00E8-972B-D148235F47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578554" y="3204251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1" name="Текст 33">
            <a:extLst>
              <a:ext uri="{FF2B5EF4-FFF2-40B4-BE49-F238E27FC236}">
                <a16:creationId xmlns:a16="http://schemas.microsoft.com/office/drawing/2014/main" id="{D0876531-FC55-2621-0683-B283C8866E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01652" y="3204251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72" name="Текст 33">
            <a:extLst>
              <a:ext uri="{FF2B5EF4-FFF2-40B4-BE49-F238E27FC236}">
                <a16:creationId xmlns:a16="http://schemas.microsoft.com/office/drawing/2014/main" id="{375FDC3B-F6EB-8633-B013-87355A645C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99556" y="3204251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31E225E-0374-34DF-D112-A6CF0014A13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631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90236CE8-786A-6D52-9E0E-C83B04810BE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631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D7662178-9B66-DAEB-F902-06321870F30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43176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4C04BAB5-364A-4D5B-F70F-0EF831E8F44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43176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id="{56C21F49-602A-27B5-E066-2478EB019A6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40392" y="119062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F3B2110B-574E-476B-5FB6-EBA8BE791A0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440392" y="257817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4D749106-1051-2E89-2EB8-CF96B80E51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78554" y="3970424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5E66AB0D-2C0C-680B-FDBB-D0FD8FA068D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601652" y="3970424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2D7F6D35-956D-D522-94BC-E404B9E971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599556" y="3970424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ECEBECDE-B345-B6E7-4660-CEDB5E01F8C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78554" y="4594929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43BC3B78-825D-6C9F-CF46-E653B0CA0C3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01652" y="4594929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1DA55845-0DD3-274A-D4B9-92A4CDA63FE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99556" y="4594929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17" name="Рисунок 4">
            <a:extLst>
              <a:ext uri="{FF2B5EF4-FFF2-40B4-BE49-F238E27FC236}">
                <a16:creationId xmlns:a16="http://schemas.microsoft.com/office/drawing/2014/main" id="{007BF34D-795F-AED9-10A0-5F14C9B4C3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41631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CED74D15-E271-DBA6-3578-49914D84E5E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443176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0" name="Рисунок 4">
            <a:extLst>
              <a:ext uri="{FF2B5EF4-FFF2-40B4-BE49-F238E27FC236}">
                <a16:creationId xmlns:a16="http://schemas.microsoft.com/office/drawing/2014/main" id="{7628B0F3-E455-4736-874F-663C6DB9BBAD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440392" y="3965721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1" name="Текст 33">
            <a:extLst>
              <a:ext uri="{FF2B5EF4-FFF2-40B4-BE49-F238E27FC236}">
                <a16:creationId xmlns:a16="http://schemas.microsoft.com/office/drawing/2014/main" id="{563ED89D-9F8D-EC2A-2D29-28304769244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578554" y="533813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2" name="Текст 33">
            <a:extLst>
              <a:ext uri="{FF2B5EF4-FFF2-40B4-BE49-F238E27FC236}">
                <a16:creationId xmlns:a16="http://schemas.microsoft.com/office/drawing/2014/main" id="{E93B0CB4-0296-3D9E-3CDB-26868FEDD7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601652" y="533813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3" name="Текст 33">
            <a:extLst>
              <a:ext uri="{FF2B5EF4-FFF2-40B4-BE49-F238E27FC236}">
                <a16:creationId xmlns:a16="http://schemas.microsoft.com/office/drawing/2014/main" id="{786DABAC-FBD8-2862-CE06-40A442BC4F0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599556" y="5338138"/>
            <a:ext cx="2208848" cy="5969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4" name="Текст 33">
            <a:extLst>
              <a:ext uri="{FF2B5EF4-FFF2-40B4-BE49-F238E27FC236}">
                <a16:creationId xmlns:a16="http://schemas.microsoft.com/office/drawing/2014/main" id="{FB06167B-6AA7-A048-7701-15ED8AE46DE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78554" y="596264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5" name="Текст 33">
            <a:extLst>
              <a:ext uri="{FF2B5EF4-FFF2-40B4-BE49-F238E27FC236}">
                <a16:creationId xmlns:a16="http://schemas.microsoft.com/office/drawing/2014/main" id="{7FE1E809-B0F2-476F-3F05-5F19A2B1BA3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601652" y="596264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6" name="Текст 33">
            <a:extLst>
              <a:ext uri="{FF2B5EF4-FFF2-40B4-BE49-F238E27FC236}">
                <a16:creationId xmlns:a16="http://schemas.microsoft.com/office/drawing/2014/main" id="{6AE2356D-AC17-B350-8480-A2F742A35DE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99556" y="5962643"/>
            <a:ext cx="2208848" cy="59690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7" name="Рисунок 4">
            <a:extLst>
              <a:ext uri="{FF2B5EF4-FFF2-40B4-BE49-F238E27FC236}">
                <a16:creationId xmlns:a16="http://schemas.microsoft.com/office/drawing/2014/main" id="{A6C0951E-D54D-72D0-F7C8-6515FEDCEB9E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1631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CBB28EB4-6FE6-C86C-17B0-24AF78A28091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43176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7E699D0F-A03E-D63B-8653-49520482C951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8440392" y="5353272"/>
            <a:ext cx="1116012" cy="1146177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32209354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уководитель и шесть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BB50318-A051-C1F6-EBF0-CE36DE805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371" y="289477"/>
            <a:ext cx="7505700" cy="5969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7" name="Текст 33">
            <a:extLst>
              <a:ext uri="{FF2B5EF4-FFF2-40B4-BE49-F238E27FC236}">
                <a16:creationId xmlns:a16="http://schemas.microsoft.com/office/drawing/2014/main" id="{E2F864D4-BB87-156D-E641-66BA0B85501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4000" y="1497468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 руководителя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59A4EBE-FFCD-3810-7E31-DC3D870974A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24000" y="329810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D6878208-3024-727E-4527-794EF709FB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24000" y="4425643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2CC0160B-8C9A-7C64-878B-E08F642960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4000" y="550998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CFBB8346-003C-54C4-0EBD-165CC32C340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75789" y="329810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17" name="Текст 33">
            <a:extLst>
              <a:ext uri="{FF2B5EF4-FFF2-40B4-BE49-F238E27FC236}">
                <a16:creationId xmlns:a16="http://schemas.microsoft.com/office/drawing/2014/main" id="{AD6FD556-E963-D7E6-76CC-BF9DB177FF7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75789" y="4425643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0" name="Текст 33">
            <a:extLst>
              <a:ext uri="{FF2B5EF4-FFF2-40B4-BE49-F238E27FC236}">
                <a16:creationId xmlns:a16="http://schemas.microsoft.com/office/drawing/2014/main" id="{2D623A22-988C-6BA6-2BFC-665B247D63B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75789" y="5509985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 Имя</a:t>
            </a:r>
          </a:p>
        </p:txBody>
      </p:sp>
      <p:sp>
        <p:nvSpPr>
          <p:cNvPr id="21" name="Текст 33">
            <a:extLst>
              <a:ext uri="{FF2B5EF4-FFF2-40B4-BE49-F238E27FC236}">
                <a16:creationId xmlns:a16="http://schemas.microsoft.com/office/drawing/2014/main" id="{58435147-B95C-FCC7-DADA-2804BF6B39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24000" y="1952923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2" name="Текст 33">
            <a:extLst>
              <a:ext uri="{FF2B5EF4-FFF2-40B4-BE49-F238E27FC236}">
                <a16:creationId xmlns:a16="http://schemas.microsoft.com/office/drawing/2014/main" id="{9B48E5FC-1942-9011-8B7D-BF7A7D5D5D1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24000" y="375356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3" name="Текст 33">
            <a:extLst>
              <a:ext uri="{FF2B5EF4-FFF2-40B4-BE49-F238E27FC236}">
                <a16:creationId xmlns:a16="http://schemas.microsoft.com/office/drawing/2014/main" id="{9316E6BA-BBD0-6D0A-4806-DF43D8D7A13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24000" y="4881098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4" name="Текст 33">
            <a:extLst>
              <a:ext uri="{FF2B5EF4-FFF2-40B4-BE49-F238E27FC236}">
                <a16:creationId xmlns:a16="http://schemas.microsoft.com/office/drawing/2014/main" id="{C47E8DCD-067F-B87E-02ED-CAC22D19361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4000" y="596544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6" name="Текст 33">
            <a:extLst>
              <a:ext uri="{FF2B5EF4-FFF2-40B4-BE49-F238E27FC236}">
                <a16:creationId xmlns:a16="http://schemas.microsoft.com/office/drawing/2014/main" id="{E49BD366-4716-89FA-B89D-ADE5EA8E406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675789" y="375356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7" name="Текст 33">
            <a:extLst>
              <a:ext uri="{FF2B5EF4-FFF2-40B4-BE49-F238E27FC236}">
                <a16:creationId xmlns:a16="http://schemas.microsoft.com/office/drawing/2014/main" id="{4F5A3CD9-374C-540E-0C39-2997100AA66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5789" y="4881098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Должность/Роль</a:t>
            </a:r>
          </a:p>
        </p:txBody>
      </p:sp>
      <p:sp>
        <p:nvSpPr>
          <p:cNvPr id="28" name="Текст 33">
            <a:extLst>
              <a:ext uri="{FF2B5EF4-FFF2-40B4-BE49-F238E27FC236}">
                <a16:creationId xmlns:a16="http://schemas.microsoft.com/office/drawing/2014/main" id="{57D325C4-1A07-036D-4B37-F8B0232F696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675789" y="5965440"/>
            <a:ext cx="4144736" cy="43498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Должность/Роль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9CA87CBC-289E-CD5D-DEE2-0F4C2FB35FA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462757" y="1244600"/>
            <a:ext cx="919161" cy="1414698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0" name="Рисунок 4">
            <a:extLst>
              <a:ext uri="{FF2B5EF4-FFF2-40B4-BE49-F238E27FC236}">
                <a16:creationId xmlns:a16="http://schemas.microsoft.com/office/drawing/2014/main" id="{5A608B4B-A6AE-CAA8-1BBD-6AEF7151A6A9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62757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1" name="Рисунок 4">
            <a:extLst>
              <a:ext uri="{FF2B5EF4-FFF2-40B4-BE49-F238E27FC236}">
                <a16:creationId xmlns:a16="http://schemas.microsoft.com/office/drawing/2014/main" id="{DB4C2017-BA02-64B1-1BF5-EF9646EB1BA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462757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EF12C478-BD7A-FF34-C940-DD2CB7EF962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62757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F5C72FA4-59D4-07C0-2266-37CBB9540391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588919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4" name="Рисунок 4">
            <a:extLst>
              <a:ext uri="{FF2B5EF4-FFF2-40B4-BE49-F238E27FC236}">
                <a16:creationId xmlns:a16="http://schemas.microsoft.com/office/drawing/2014/main" id="{9F32D1EB-D18C-24BB-EC04-0E913814FEF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6588919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19D46A88-8E44-4607-4EB3-0F75981CF61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588919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31974576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пункта списк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4" name="Заголовок 8">
            <a:extLst>
              <a:ext uri="{FF2B5EF4-FFF2-40B4-BE49-F238E27FC236}">
                <a16:creationId xmlns:a16="http://schemas.microsoft.com/office/drawing/2014/main" id="{252C6FB7-41C3-6E89-C275-A50E5EB7B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042" y="311195"/>
            <a:ext cx="7505700" cy="1361308"/>
          </a:xfrm>
          <a:prstGeom prst="rect">
            <a:avLst/>
          </a:prstGeom>
        </p:spPr>
        <p:txBody>
          <a:bodyPr/>
          <a:lstStyle>
            <a:lvl1pPr>
              <a:defRPr sz="9600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BC24480D-95E8-F894-D136-6C0F87585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5236" y="2281603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21">
            <a:extLst>
              <a:ext uri="{FF2B5EF4-FFF2-40B4-BE49-F238E27FC236}">
                <a16:creationId xmlns:a16="http://schemas.microsoft.com/office/drawing/2014/main" id="{7BC2CED0-43E5-DABC-9386-363643C41F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236" y="3351090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21">
            <a:extLst>
              <a:ext uri="{FF2B5EF4-FFF2-40B4-BE49-F238E27FC236}">
                <a16:creationId xmlns:a16="http://schemas.microsoft.com/office/drawing/2014/main" id="{B28EE6A4-2AA3-AE8B-9C24-2A5B21C429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5236" y="4434924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21">
            <a:extLst>
              <a:ext uri="{FF2B5EF4-FFF2-40B4-BE49-F238E27FC236}">
                <a16:creationId xmlns:a16="http://schemas.microsoft.com/office/drawing/2014/main" id="{55B25FB9-C3BF-5915-9C19-E1002BA4A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5523636"/>
            <a:ext cx="4215242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FF5D8044-204B-B637-7689-04F9756C3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019" y="2281604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21">
            <a:extLst>
              <a:ext uri="{FF2B5EF4-FFF2-40B4-BE49-F238E27FC236}">
                <a16:creationId xmlns:a16="http://schemas.microsoft.com/office/drawing/2014/main" id="{52C1091B-662F-E904-096C-EFC524D21C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019" y="3351091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8" name="Текст 21">
            <a:extLst>
              <a:ext uri="{FF2B5EF4-FFF2-40B4-BE49-F238E27FC236}">
                <a16:creationId xmlns:a16="http://schemas.microsoft.com/office/drawing/2014/main" id="{A1947E43-AC56-CE60-72E3-1C38D324AB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019" y="4434925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9" name="Текст 21">
            <a:extLst>
              <a:ext uri="{FF2B5EF4-FFF2-40B4-BE49-F238E27FC236}">
                <a16:creationId xmlns:a16="http://schemas.microsoft.com/office/drawing/2014/main" id="{D66C17BD-40EC-FB86-CADD-5618097D98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019" y="5523637"/>
            <a:ext cx="720217" cy="548187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4559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 пунктов спис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2" name="Текст 21">
            <a:extLst>
              <a:ext uri="{FF2B5EF4-FFF2-40B4-BE49-F238E27FC236}">
                <a16:creationId xmlns:a16="http://schemas.microsoft.com/office/drawing/2014/main" id="{BC24480D-95E8-F894-D136-6C0F87585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7403" y="1319645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21">
            <a:extLst>
              <a:ext uri="{FF2B5EF4-FFF2-40B4-BE49-F238E27FC236}">
                <a16:creationId xmlns:a16="http://schemas.microsoft.com/office/drawing/2014/main" id="{7BC2CED0-43E5-DABC-9386-363643C41F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7403" y="2389132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21">
            <a:extLst>
              <a:ext uri="{FF2B5EF4-FFF2-40B4-BE49-F238E27FC236}">
                <a16:creationId xmlns:a16="http://schemas.microsoft.com/office/drawing/2014/main" id="{B28EE6A4-2AA3-AE8B-9C24-2A5B21C429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7403" y="3472966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21">
            <a:extLst>
              <a:ext uri="{FF2B5EF4-FFF2-40B4-BE49-F238E27FC236}">
                <a16:creationId xmlns:a16="http://schemas.microsoft.com/office/drawing/2014/main" id="{55B25FB9-C3BF-5915-9C19-E1002BA4A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403" y="4561678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FF5D8044-204B-B637-7689-04F9756C3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361" y="1319646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21">
            <a:extLst>
              <a:ext uri="{FF2B5EF4-FFF2-40B4-BE49-F238E27FC236}">
                <a16:creationId xmlns:a16="http://schemas.microsoft.com/office/drawing/2014/main" id="{52C1091B-662F-E904-096C-EFC524D21C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0361" y="2389133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8" name="Текст 21">
            <a:extLst>
              <a:ext uri="{FF2B5EF4-FFF2-40B4-BE49-F238E27FC236}">
                <a16:creationId xmlns:a16="http://schemas.microsoft.com/office/drawing/2014/main" id="{A1947E43-AC56-CE60-72E3-1C38D324AB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361" y="3472967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9" name="Текст 21">
            <a:extLst>
              <a:ext uri="{FF2B5EF4-FFF2-40B4-BE49-F238E27FC236}">
                <a16:creationId xmlns:a16="http://schemas.microsoft.com/office/drawing/2014/main" id="{D66C17BD-40EC-FB86-CADD-5618097D98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361" y="4561679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" name="Текст 21">
            <a:extLst>
              <a:ext uri="{FF2B5EF4-FFF2-40B4-BE49-F238E27FC236}">
                <a16:creationId xmlns:a16="http://schemas.microsoft.com/office/drawing/2014/main" id="{D235E8C0-F255-79CC-3682-DAC98D5E79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8743" y="5639343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21">
            <a:extLst>
              <a:ext uri="{FF2B5EF4-FFF2-40B4-BE49-F238E27FC236}">
                <a16:creationId xmlns:a16="http://schemas.microsoft.com/office/drawing/2014/main" id="{D887D76E-85FF-F4F0-D848-CCA0102DC8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701" y="5639344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6" name="Текст 21">
            <a:extLst>
              <a:ext uri="{FF2B5EF4-FFF2-40B4-BE49-F238E27FC236}">
                <a16:creationId xmlns:a16="http://schemas.microsoft.com/office/drawing/2014/main" id="{D29AF73B-4840-EC14-19A5-FE9E74EE19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7281" y="1319645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21">
            <a:extLst>
              <a:ext uri="{FF2B5EF4-FFF2-40B4-BE49-F238E27FC236}">
                <a16:creationId xmlns:a16="http://schemas.microsoft.com/office/drawing/2014/main" id="{4E7B8F74-C131-4620-6BAB-1B17E06640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7281" y="2389132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1">
            <a:extLst>
              <a:ext uri="{FF2B5EF4-FFF2-40B4-BE49-F238E27FC236}">
                <a16:creationId xmlns:a16="http://schemas.microsoft.com/office/drawing/2014/main" id="{3F6B70CF-4AA9-B771-4F57-34C8B85914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77281" y="3472966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1">
            <a:extLst>
              <a:ext uri="{FF2B5EF4-FFF2-40B4-BE49-F238E27FC236}">
                <a16:creationId xmlns:a16="http://schemas.microsoft.com/office/drawing/2014/main" id="{CEF86A3E-78E7-710D-7FA7-60BA54DAB4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7281" y="4561678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21">
            <a:extLst>
              <a:ext uri="{FF2B5EF4-FFF2-40B4-BE49-F238E27FC236}">
                <a16:creationId xmlns:a16="http://schemas.microsoft.com/office/drawing/2014/main" id="{39F3A17A-2828-A030-6716-2B5146F785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0239" y="1319646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12" name="Текст 21">
            <a:extLst>
              <a:ext uri="{FF2B5EF4-FFF2-40B4-BE49-F238E27FC236}">
                <a16:creationId xmlns:a16="http://schemas.microsoft.com/office/drawing/2014/main" id="{E1925F10-AC93-7E06-3E90-288F7770FC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0239" y="2389133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A9055566-D6FF-4CB6-ABCB-388A945534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0239" y="3472967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08</a:t>
            </a:r>
          </a:p>
        </p:txBody>
      </p:sp>
      <p:sp>
        <p:nvSpPr>
          <p:cNvPr id="14" name="Текст 21">
            <a:extLst>
              <a:ext uri="{FF2B5EF4-FFF2-40B4-BE49-F238E27FC236}">
                <a16:creationId xmlns:a16="http://schemas.microsoft.com/office/drawing/2014/main" id="{9C725441-EE05-C3E5-5A1A-2AD53C061C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0239" y="4561679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</a:t>
            </a:r>
          </a:p>
        </p:txBody>
      </p:sp>
      <p:sp>
        <p:nvSpPr>
          <p:cNvPr id="15" name="Текст 21">
            <a:extLst>
              <a:ext uri="{FF2B5EF4-FFF2-40B4-BE49-F238E27FC236}">
                <a16:creationId xmlns:a16="http://schemas.microsoft.com/office/drawing/2014/main" id="{0E82825C-19A0-C61D-9000-CBB3152D4F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8621" y="5639343"/>
            <a:ext cx="4759036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21">
            <a:extLst>
              <a:ext uri="{FF2B5EF4-FFF2-40B4-BE49-F238E27FC236}">
                <a16:creationId xmlns:a16="http://schemas.microsoft.com/office/drawing/2014/main" id="{981E3D4E-76F4-290B-33B6-CE456238F8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1579" y="5639344"/>
            <a:ext cx="588972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10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5531651B-9408-B924-628E-3B470E6A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746178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ункта списка с описание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21">
            <a:extLst>
              <a:ext uri="{FF2B5EF4-FFF2-40B4-BE49-F238E27FC236}">
                <a16:creationId xmlns:a16="http://schemas.microsoft.com/office/drawing/2014/main" id="{BBA2CBC4-F5AE-98A4-B962-C3256DC28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" name="Текст 21">
            <a:extLst>
              <a:ext uri="{FF2B5EF4-FFF2-40B4-BE49-F238E27FC236}">
                <a16:creationId xmlns:a16="http://schemas.microsoft.com/office/drawing/2014/main" id="{70D021F3-4A5C-886A-EC43-B151BB376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C4FAF99B-25D3-0392-960A-FE40E575C2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Текст 21">
            <a:extLst>
              <a:ext uri="{FF2B5EF4-FFF2-40B4-BE49-F238E27FC236}">
                <a16:creationId xmlns:a16="http://schemas.microsoft.com/office/drawing/2014/main" id="{61770934-BDA3-2694-36F9-96466FF6DA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Текст 21">
            <a:extLst>
              <a:ext uri="{FF2B5EF4-FFF2-40B4-BE49-F238E27FC236}">
                <a16:creationId xmlns:a16="http://schemas.microsoft.com/office/drawing/2014/main" id="{185B8549-ACCC-9582-4E0E-A653862E160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01028FD3-3699-3EC6-483D-6193AD66DF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7015F751-25E0-FDA2-4754-C3CD23BF79B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21">
            <a:extLst>
              <a:ext uri="{FF2B5EF4-FFF2-40B4-BE49-F238E27FC236}">
                <a16:creationId xmlns:a16="http://schemas.microsoft.com/office/drawing/2014/main" id="{D6286871-384F-50B3-3D95-8C5348C664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F19057AE-03F8-5D37-0837-D6A9226AF16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4653FBD-DA61-0EE2-C9E2-5C24CA406C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86BA626-0983-862C-182A-D0790E90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51219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пункта списка с описанием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9A03C2B-5940-80DC-AE84-54A94B334C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C4FAF99B-25D3-0392-960A-FE40E575C2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01028FD3-3699-3EC6-483D-6193AD66DF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F19057AE-03F8-5D37-0837-D6A9226AF16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Текст 21">
            <a:extLst>
              <a:ext uri="{FF2B5EF4-FFF2-40B4-BE49-F238E27FC236}">
                <a16:creationId xmlns:a16="http://schemas.microsoft.com/office/drawing/2014/main" id="{02B59B04-9AEE-EF0A-934D-C2496AA695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Текст 21">
            <a:extLst>
              <a:ext uri="{FF2B5EF4-FFF2-40B4-BE49-F238E27FC236}">
                <a16:creationId xmlns:a16="http://schemas.microsoft.com/office/drawing/2014/main" id="{6BC835B3-F13D-D768-D022-CEDF8F80D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1">
            <a:extLst>
              <a:ext uri="{FF2B5EF4-FFF2-40B4-BE49-F238E27FC236}">
                <a16:creationId xmlns:a16="http://schemas.microsoft.com/office/drawing/2014/main" id="{EE07E8D1-E3A3-1B9A-6569-C89E3D290B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1" name="Текст 21">
            <a:extLst>
              <a:ext uri="{FF2B5EF4-FFF2-40B4-BE49-F238E27FC236}">
                <a16:creationId xmlns:a16="http://schemas.microsoft.com/office/drawing/2014/main" id="{9E0DF712-C73C-CDF1-460A-094CCE9654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21">
            <a:extLst>
              <a:ext uri="{FF2B5EF4-FFF2-40B4-BE49-F238E27FC236}">
                <a16:creationId xmlns:a16="http://schemas.microsoft.com/office/drawing/2014/main" id="{753E87BB-9E53-99CF-C26C-373C71CB7F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Текст 21">
            <a:extLst>
              <a:ext uri="{FF2B5EF4-FFF2-40B4-BE49-F238E27FC236}">
                <a16:creationId xmlns:a16="http://schemas.microsoft.com/office/drawing/2014/main" id="{6B7D1362-A0BE-D200-B702-C8E3E779B2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095DEA5B-6E1F-CA1F-5CC9-DD6E9FCB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257900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ять пунктов спис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C9CC47E-0FCE-6202-D346-E7854248DCE9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59B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53832" y="6431111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14858" y="1923235"/>
            <a:ext cx="5076760" cy="2387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973A1E-3BB6-CA96-CA29-53821B1A1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Текст 14">
            <a:extLst>
              <a:ext uri="{FF2B5EF4-FFF2-40B4-BE49-F238E27FC236}">
                <a16:creationId xmlns:a16="http://schemas.microsoft.com/office/drawing/2014/main" id="{85A9D800-B7F2-41FF-2D13-C8CDF0B3E1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4" name="Текст 21">
            <a:extLst>
              <a:ext uri="{FF2B5EF4-FFF2-40B4-BE49-F238E27FC236}">
                <a16:creationId xmlns:a16="http://schemas.microsoft.com/office/drawing/2014/main" id="{3D0ACEE8-91DE-B325-B829-C22F7A808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66660" y="1200524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21">
            <a:extLst>
              <a:ext uri="{FF2B5EF4-FFF2-40B4-BE49-F238E27FC236}">
                <a16:creationId xmlns:a16="http://schemas.microsoft.com/office/drawing/2014/main" id="{26BDDEEE-0B9F-EDD1-E81A-A5EFD8A4A4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66660" y="2270011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1">
            <a:extLst>
              <a:ext uri="{FF2B5EF4-FFF2-40B4-BE49-F238E27FC236}">
                <a16:creationId xmlns:a16="http://schemas.microsoft.com/office/drawing/2014/main" id="{95AE25F0-FBDC-1015-A994-F8D2F32D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6660" y="3353845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21">
            <a:extLst>
              <a:ext uri="{FF2B5EF4-FFF2-40B4-BE49-F238E27FC236}">
                <a16:creationId xmlns:a16="http://schemas.microsoft.com/office/drawing/2014/main" id="{90AB2F83-581C-244D-962D-D174620A3F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66660" y="4442557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1">
            <a:extLst>
              <a:ext uri="{FF2B5EF4-FFF2-40B4-BE49-F238E27FC236}">
                <a16:creationId xmlns:a16="http://schemas.microsoft.com/office/drawing/2014/main" id="{0BA3F391-694C-33DC-891C-5FDBBFAED7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5605" y="1190015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2" name="Текст 21">
            <a:extLst>
              <a:ext uri="{FF2B5EF4-FFF2-40B4-BE49-F238E27FC236}">
                <a16:creationId xmlns:a16="http://schemas.microsoft.com/office/drawing/2014/main" id="{341E829B-2CA6-A253-82B1-BB9109D62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5605" y="2259502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F18324A4-38C0-9180-33E0-AE9C37AC11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5605" y="3343336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5" name="Текст 21">
            <a:extLst>
              <a:ext uri="{FF2B5EF4-FFF2-40B4-BE49-F238E27FC236}">
                <a16:creationId xmlns:a16="http://schemas.microsoft.com/office/drawing/2014/main" id="{65F52378-56AD-058A-8CD6-67A5E62BC3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5605" y="4432048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6" name="Текст 21">
            <a:extLst>
              <a:ext uri="{FF2B5EF4-FFF2-40B4-BE49-F238E27FC236}">
                <a16:creationId xmlns:a16="http://schemas.microsoft.com/office/drawing/2014/main" id="{80F7B9A8-670C-4D58-BBF5-6A3C67A545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0" y="5520222"/>
            <a:ext cx="4964903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1">
            <a:extLst>
              <a:ext uri="{FF2B5EF4-FFF2-40B4-BE49-F238E27FC236}">
                <a16:creationId xmlns:a16="http://schemas.microsoft.com/office/drawing/2014/main" id="{D67CB401-53D6-9C7A-6509-0D4DE7E2D7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6945" y="5509713"/>
            <a:ext cx="585963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46900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ять пунктов списк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42C2C33-AA56-D112-CEA0-A0DDB477921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465CC4-C947-38DF-D795-41CDF1B50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67686" y="6403402"/>
            <a:ext cx="762000" cy="3810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A4F1630F-38BC-2342-A4BC-E6AFC25037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C6BF00-945F-4E75-80EB-8F1EFB43D4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8FE3388-648F-72FF-4A07-852F45AF6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684" y="2155872"/>
            <a:ext cx="5556708" cy="1827062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AF903428-DF11-633A-5EEF-EE72F59258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047" y="3885522"/>
            <a:ext cx="5556250" cy="1260475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презентации </a:t>
            </a:r>
            <a:br>
              <a:rPr lang="ru-RU" dirty="0"/>
            </a:br>
            <a:r>
              <a:rPr lang="ru-RU" dirty="0"/>
              <a:t>с уточнением темы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5BA4D3E1-FFB2-3866-E17E-D881B82AA8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66660" y="1189433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21">
            <a:extLst>
              <a:ext uri="{FF2B5EF4-FFF2-40B4-BE49-F238E27FC236}">
                <a16:creationId xmlns:a16="http://schemas.microsoft.com/office/drawing/2014/main" id="{A3DD531B-0542-3683-2CA7-3BF496516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66660" y="2258920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21">
            <a:extLst>
              <a:ext uri="{FF2B5EF4-FFF2-40B4-BE49-F238E27FC236}">
                <a16:creationId xmlns:a16="http://schemas.microsoft.com/office/drawing/2014/main" id="{4487FB3C-CF1B-6865-B6C6-984A2C98D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6660" y="3342754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21">
            <a:extLst>
              <a:ext uri="{FF2B5EF4-FFF2-40B4-BE49-F238E27FC236}">
                <a16:creationId xmlns:a16="http://schemas.microsoft.com/office/drawing/2014/main" id="{3FD541BF-216E-530A-2BBD-3CDE4C6357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66660" y="4431466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21">
            <a:extLst>
              <a:ext uri="{FF2B5EF4-FFF2-40B4-BE49-F238E27FC236}">
                <a16:creationId xmlns:a16="http://schemas.microsoft.com/office/drawing/2014/main" id="{2CCE7971-31EB-44F9-9FDF-06DCFDC9C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567" y="1178924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21">
            <a:extLst>
              <a:ext uri="{FF2B5EF4-FFF2-40B4-BE49-F238E27FC236}">
                <a16:creationId xmlns:a16="http://schemas.microsoft.com/office/drawing/2014/main" id="{B51ECB37-66EE-25ED-3365-B45237C6C3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4567" y="2248411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2" name="Текст 21">
            <a:extLst>
              <a:ext uri="{FF2B5EF4-FFF2-40B4-BE49-F238E27FC236}">
                <a16:creationId xmlns:a16="http://schemas.microsoft.com/office/drawing/2014/main" id="{A86AD19C-7905-5924-85D1-E7CBE0AE9E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67" y="3332245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3" name="Текст 21">
            <a:extLst>
              <a:ext uri="{FF2B5EF4-FFF2-40B4-BE49-F238E27FC236}">
                <a16:creationId xmlns:a16="http://schemas.microsoft.com/office/drawing/2014/main" id="{46DE2D37-CE3D-B2F6-34F3-83A66576F0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4567" y="4420957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4" name="Текст 21">
            <a:extLst>
              <a:ext uri="{FF2B5EF4-FFF2-40B4-BE49-F238E27FC236}">
                <a16:creationId xmlns:a16="http://schemas.microsoft.com/office/drawing/2014/main" id="{93EBDFDA-D43E-34CD-0C3B-8D4F8D459D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0" y="5509131"/>
            <a:ext cx="4953865" cy="5481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21">
            <a:extLst>
              <a:ext uri="{FF2B5EF4-FFF2-40B4-BE49-F238E27FC236}">
                <a16:creationId xmlns:a16="http://schemas.microsoft.com/office/drawing/2014/main" id="{35F207D8-E70B-8A4E-067E-E5D1FAC73A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5907" y="5498622"/>
            <a:ext cx="593304" cy="548187"/>
          </a:xfrm>
          <a:prstGeom prst="rect">
            <a:avLst/>
          </a:prstGeom>
        </p:spPr>
        <p:txBody>
          <a:bodyPr anchor="ctr"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89277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05E9EB-D5AC-D98C-B53E-3F85B9B6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37" y="1632261"/>
            <a:ext cx="11552188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22ACE-0D0A-BEA5-FCFE-F37B7087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CDB0C-344B-1E5B-4780-208A39FE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8" y="285020"/>
            <a:ext cx="7505700" cy="596901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468032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спис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05E9EB-D5AC-D98C-B53E-3F85B9B6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37" y="1632261"/>
            <a:ext cx="5572123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22ACE-0D0A-BEA5-FCFE-F37B7087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E4D85A8-EB1E-C72B-CA8E-F44E171CA92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2" y="1632261"/>
            <a:ext cx="5572123" cy="43513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B6A19DC-7043-7779-567E-4CAFF09D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8" y="285020"/>
            <a:ext cx="7505700" cy="596901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8520814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списка с под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E05E9EB-D5AC-D98C-B53E-3F85B9B6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37" y="2139042"/>
            <a:ext cx="5572123" cy="399029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22ACE-0D0A-BEA5-FCFE-F37B7087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E4D85A8-EB1E-C72B-CA8E-F44E171CA92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2" y="2139042"/>
            <a:ext cx="5572123" cy="399029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A735643-C472-8EB6-F906-504D358E86C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8337" y="1203231"/>
            <a:ext cx="5572123" cy="8051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B782582-3DEF-E589-EC87-D061B9F4F9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48402" y="1203231"/>
            <a:ext cx="5572123" cy="8051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E234A7C-6DE8-261D-154A-E6C32A0C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8" y="285020"/>
            <a:ext cx="7505700" cy="596901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275962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E6B659-4976-7888-22E5-B66BFAD9A6EB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B9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C222FB-A4DE-F276-EF66-FEF77685F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48282"/>
            <a:ext cx="6096000" cy="70062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602" y="1385455"/>
            <a:ext cx="4286398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latin typeface="Arial" panose="020B0604020202020204" pitchFamily="34" charset="0"/>
              </a:defRPr>
            </a:lvl1pPr>
            <a:lvl2pPr>
              <a:defRPr sz="2400" b="0" i="0">
                <a:latin typeface="Arial" panose="020B0604020202020204" pitchFamily="34" charset="0"/>
              </a:defRPr>
            </a:lvl2pPr>
            <a:lvl3pPr>
              <a:defRPr sz="2000" b="0" i="0">
                <a:latin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85602" y="3429000"/>
            <a:ext cx="4286398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93982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список_ темны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686DE8F-CE1B-25B3-0FEF-CF7DE385441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59B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BA9D46-6F5C-0C39-3B18-0E30D67D4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0"/>
            <a:ext cx="6096000" cy="685799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602" y="1385455"/>
            <a:ext cx="4170784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85602" y="3429000"/>
            <a:ext cx="4170784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01311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рисунок сверху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>
            <a:extLst>
              <a:ext uri="{FF2B5EF4-FFF2-40B4-BE49-F238E27FC236}">
                <a16:creationId xmlns:a16="http://schemas.microsoft.com/office/drawing/2014/main" id="{D082D86F-FEC5-5F0A-68D3-9893BC5B5A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814763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18">
            <a:extLst>
              <a:ext uri="{FF2B5EF4-FFF2-40B4-BE49-F238E27FC236}">
                <a16:creationId xmlns:a16="http://schemas.microsoft.com/office/drawing/2014/main" id="{F95D2D67-8EF0-80B6-11F6-CCBEDABD9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291" y="4179915"/>
            <a:ext cx="9454209" cy="117268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41ABDF03-C932-334B-BBFE-0168077BE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289" y="5114808"/>
            <a:ext cx="6345729" cy="55161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CD4DF9-F164-BAD7-C246-72CAE52BC8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FB2506E-24D2-1F74-9FDF-5853697F356B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Fest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0478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5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169500" y="3954823"/>
            <a:ext cx="5076760" cy="20223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71755" algn="l">
              <a:defRPr sz="6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  <a:endParaRPr lang="en-US" dirty="0"/>
          </a:p>
        </p:txBody>
      </p:sp>
      <p:sp>
        <p:nvSpPr>
          <p:cNvPr id="7" name="Рисунок 18">
            <a:extLst>
              <a:ext uri="{FF2B5EF4-FFF2-40B4-BE49-F238E27FC236}">
                <a16:creationId xmlns:a16="http://schemas.microsoft.com/office/drawing/2014/main" id="{14D48C5B-E30F-1826-CB01-D3F7C9BB05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12192000" cy="3815122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0A689-FA9A-DF2D-15AB-D2351BCE1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23FBE2CD-824A-AD63-BFA0-88438FF54B0E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Fest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74156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90500" y="2637221"/>
            <a:ext cx="5076760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8F742A-C1B2-9A24-CBF1-ADE3B8900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477" y="315709"/>
            <a:ext cx="506621" cy="506621"/>
          </a:xfrm>
          <a:prstGeom prst="rect">
            <a:avLst/>
          </a:prstGeom>
        </p:spPr>
      </p:pic>
      <p:sp>
        <p:nvSpPr>
          <p:cNvPr id="2" name="Текст 9">
            <a:extLst>
              <a:ext uri="{FF2B5EF4-FFF2-40B4-BE49-F238E27FC236}">
                <a16:creationId xmlns:a16="http://schemas.microsoft.com/office/drawing/2014/main" id="{765FB48D-953C-016B-67FB-705455F437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9875" y="6146800"/>
            <a:ext cx="3819525" cy="381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E51A85B-D032-42B4-9EA2-9792B27A9131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+mj-lt"/>
              </a:rPr>
              <a:t>IT Challenge Fest</a:t>
            </a:r>
            <a:endParaRPr lang="ru-RU" sz="20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62963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_рисунок справ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/>
          <p:nvPr userDrawn="1"/>
        </p:nvSpPr>
        <p:spPr>
          <a:xfrm>
            <a:off x="6096001" y="1"/>
            <a:ext cx="6095999" cy="6857999"/>
          </a:xfrm>
          <a:prstGeom prst="rect">
            <a:avLst/>
          </a:prstGeom>
          <a:solidFill>
            <a:srgbClr val="3C3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Рисунок 18"/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6857999"/>
          </a:xfrm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69500" y="2686241"/>
            <a:ext cx="5076760" cy="1803680"/>
          </a:xfrm>
          <a:prstGeom prst="rect">
            <a:avLst/>
          </a:prstGeom>
        </p:spPr>
        <p:txBody>
          <a:bodyPr anchor="b">
            <a:noAutofit/>
          </a:bodyPr>
          <a:lstStyle>
            <a:lvl1pPr marL="71755" algn="l"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Финальный слайд</a:t>
            </a:r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B795F2-1237-0001-AB0B-AC1A6D41F5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B0E4E077-0A19-4092-18B0-B81FC14AFD69}"/>
              </a:ext>
            </a:extLst>
          </p:cNvPr>
          <p:cNvSpPr/>
          <p:nvPr userDrawn="1"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Fest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70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1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1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endParaRPr lang="ru-RU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27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717" r:id="rId4"/>
    <p:sldLayoutId id="2147483666" r:id="rId5"/>
    <p:sldLayoutId id="2147483667" r:id="rId6"/>
    <p:sldLayoutId id="2147483799" r:id="rId7"/>
    <p:sldLayoutId id="2147483811" r:id="rId8"/>
    <p:sldLayoutId id="2147483668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88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34">
          <p15:clr>
            <a:srgbClr val="F26B43"/>
          </p15:clr>
        </p15:guide>
        <p15:guide id="5" pos="370">
          <p15:clr>
            <a:srgbClr val="E5E5E5"/>
          </p15:clr>
        </p15:guide>
        <p15:guide id="8" pos="72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80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00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0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3">
          <p15:clr>
            <a:srgbClr val="5ACBF0"/>
          </p15:clr>
        </p15:guide>
        <p15:guide id="104" pos="7680">
          <p15:clr>
            <a:srgbClr val="5ACBF0"/>
          </p15:clr>
        </p15:guide>
        <p15:guide id="105" pos="480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80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97">
          <p15:clr>
            <a:srgbClr val="A4A3A4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endParaRPr lang="ru-RU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7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803" r:id="rId2"/>
    <p:sldLayoutId id="2147483674" r:id="rId3"/>
    <p:sldLayoutId id="2147483797" r:id="rId4"/>
    <p:sldLayoutId id="2147483809" r:id="rId5"/>
    <p:sldLayoutId id="2147483807" r:id="rId6"/>
    <p:sldLayoutId id="2147483810" r:id="rId7"/>
    <p:sldLayoutId id="2147483813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88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34">
          <p15:clr>
            <a:srgbClr val="F26B43"/>
          </p15:clr>
        </p15:guide>
        <p15:guide id="5" pos="370">
          <p15:clr>
            <a:srgbClr val="E5E5E5"/>
          </p15:clr>
        </p15:guide>
        <p15:guide id="8" pos="72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80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00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0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3">
          <p15:clr>
            <a:srgbClr val="5ACBF0"/>
          </p15:clr>
        </p15:guide>
        <p15:guide id="104" pos="7680">
          <p15:clr>
            <a:srgbClr val="5ACBF0"/>
          </p15:clr>
        </p15:guide>
        <p15:guide id="105" pos="480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80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97">
          <p15:clr>
            <a:srgbClr val="A4A3A4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29C6B071-A618-222C-8019-94D049EC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51275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80" r:id="rId3"/>
    <p:sldLayoutId id="2147483686" r:id="rId4"/>
    <p:sldLayoutId id="2147483688" r:id="rId5"/>
    <p:sldLayoutId id="2147483689" r:id="rId6"/>
    <p:sldLayoutId id="2147483690" r:id="rId7"/>
    <p:sldLayoutId id="2147483691" r:id="rId8"/>
    <p:sldLayoutId id="2147483798" r:id="rId9"/>
    <p:sldLayoutId id="2147483692" r:id="rId10"/>
    <p:sldLayoutId id="2147483738" r:id="rId11"/>
    <p:sldLayoutId id="2147483693" r:id="rId12"/>
    <p:sldLayoutId id="2147483694" r:id="rId13"/>
    <p:sldLayoutId id="2147483695" r:id="rId14"/>
    <p:sldLayoutId id="2147483682" r:id="rId15"/>
    <p:sldLayoutId id="2147483745" r:id="rId16"/>
    <p:sldLayoutId id="2147483801" r:id="rId17"/>
    <p:sldLayoutId id="2147483812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688" userDrawn="1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10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AAF8A51C-C211-50D4-72D5-061F9FE3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56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7" r:id="rId2"/>
    <p:sldLayoutId id="2147483768" r:id="rId3"/>
    <p:sldLayoutId id="2147483769" r:id="rId4"/>
    <p:sldLayoutId id="2147483763" r:id="rId5"/>
    <p:sldLayoutId id="2147483764" r:id="rId6"/>
    <p:sldLayoutId id="2147483765" r:id="rId7"/>
    <p:sldLayoutId id="2147483802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71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6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6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887A7DCC-306D-CA8F-DE34-E73DBC08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25094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8" r:id="rId2"/>
    <p:sldLayoutId id="2147483779" r:id="rId3"/>
    <p:sldLayoutId id="214748377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71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8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8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35B50F0B-E8C1-63A2-55D1-E52583CF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90997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3" r:id="rId2"/>
    <p:sldLayoutId id="2147483735" r:id="rId3"/>
    <p:sldLayoutId id="2147483742" r:id="rId4"/>
    <p:sldLayoutId id="2147483700" r:id="rId5"/>
    <p:sldLayoutId id="2147483672" r:id="rId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71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12" userDrawn="1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32" userDrawn="1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C7F936-6036-A892-FF2B-811516229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641" y="64394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F91C9F-A1E7-B192-33B6-4FFA6224C9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75F55F72-4D96-696E-8C87-5C1CA890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34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03453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47" r:id="rId2"/>
    <p:sldLayoutId id="2147483748" r:id="rId3"/>
    <p:sldLayoutId id="2147483726" r:id="rId4"/>
    <p:sldLayoutId id="214748374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2" userDrawn="1">
          <p15:clr>
            <a:srgbClr val="F26B43"/>
          </p15:clr>
        </p15:guide>
        <p15:guide id="6" orient="horz" pos="482" userDrawn="1">
          <p15:clr>
            <a:srgbClr val="F26B43"/>
          </p15:clr>
        </p15:guide>
        <p15:guide id="7" orient="horz" pos="4088" userDrawn="1">
          <p15:clr>
            <a:srgbClr val="F26B43"/>
          </p15:clr>
        </p15:guide>
        <p15:guide id="8" orient="horz" pos="3861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6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6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algn="l"/>
            <a:endParaRPr lang="ru-RU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15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5" r:id="rId2"/>
    <p:sldLayoutId id="2147483706" r:id="rId3"/>
    <p:sldLayoutId id="2147483707" r:id="rId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ru-RU" sz="88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34">
          <p15:clr>
            <a:srgbClr val="F26B43"/>
          </p15:clr>
        </p15:guide>
        <p15:guide id="5" pos="370">
          <p15:clr>
            <a:srgbClr val="E5E5E5"/>
          </p15:clr>
        </p15:guide>
        <p15:guide id="8" pos="720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80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00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 userDrawn="1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3">
          <p15:clr>
            <a:srgbClr val="5ACBF0"/>
          </p15:clr>
        </p15:guide>
        <p15:guide id="104" pos="7680">
          <p15:clr>
            <a:srgbClr val="5ACBF0"/>
          </p15:clr>
        </p15:guide>
        <p15:guide id="105" pos="480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80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32" userDrawn="1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97">
          <p15:clr>
            <a:srgbClr val="A4A3A4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5DA650C-49EA-7E04-B0BD-0D68F68EB4A6}"/>
              </a:ext>
            </a:extLst>
          </p:cNvPr>
          <p:cNvSpPr/>
          <p:nvPr/>
        </p:nvSpPr>
        <p:spPr>
          <a:xfrm>
            <a:off x="0" y="-14079"/>
            <a:ext cx="12192000" cy="4205079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5BA18A1-400E-0125-7868-8974F9E4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Пишем </a:t>
            </a:r>
            <a:r>
              <a:rPr lang="en-US" dirty="0"/>
              <a:t>Hello World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E654A3-F1C8-86F2-209C-3CCDD9675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на квантовом компьютере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545759-3544-021C-DE95-795B4EEC90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 err="1"/>
              <a:t>Бейлак</a:t>
            </a:r>
            <a:r>
              <a:rPr lang="ru-RU" dirty="0"/>
              <a:t> Алиев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AAA683C-0FF0-F2D0-F2EC-4793D455F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D47696-DEC6-1CE1-2B6D-83AB1558B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594" b="15958"/>
          <a:stretch/>
        </p:blipFill>
        <p:spPr>
          <a:xfrm>
            <a:off x="6286500" y="-14080"/>
            <a:ext cx="5969000" cy="4205079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5A41AD80-B61A-7A47-27A2-636273459F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3984" y="5859477"/>
            <a:ext cx="5831457" cy="724957"/>
          </a:xfrm>
        </p:spPr>
        <p:txBody>
          <a:bodyPr/>
          <a:lstStyle/>
          <a:p>
            <a:pPr algn="r"/>
            <a:r>
              <a:rPr lang="en-US" dirty="0"/>
              <a:t>Expert Software Engineer @ </a:t>
            </a:r>
            <a:r>
              <a:rPr lang="en-US" dirty="0" err="1"/>
              <a:t>devPlatform</a:t>
            </a:r>
            <a:br>
              <a:rPr lang="ru-RU" dirty="0"/>
            </a:br>
            <a:r>
              <a:rPr lang="en-US" dirty="0"/>
              <a:t>Python Community Lead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DFCE25FD-0A32-6293-1735-BC969549C64D}"/>
              </a:ext>
            </a:extLst>
          </p:cNvPr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+mj-lt"/>
              </a:rPr>
              <a:t>IT Challenge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F</a:t>
            </a:r>
            <a:r>
              <a:rPr lang="en-US" sz="2000" dirty="0" err="1">
                <a:solidFill>
                  <a:schemeClr val="bg1"/>
                </a:solidFill>
                <a:latin typeface="+mj-lt"/>
              </a:rPr>
              <a:t>est</a:t>
            </a:r>
            <a:endParaRPr lang="ru-RU" sz="2000" b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379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9BE8A-BDDD-C1CB-DF40-39C000D6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A0C4F-9449-583D-8B9B-28D51E6E0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История квантовых вычислений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CCEC8F-0EB5-0937-BFC9-BE04F8CA6B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740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D96BC-4803-44E3-A6BF-C5FDD285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85020"/>
            <a:ext cx="7874057" cy="596901"/>
          </a:xfrm>
        </p:spPr>
        <p:txBody>
          <a:bodyPr>
            <a:noAutofit/>
          </a:bodyPr>
          <a:lstStyle/>
          <a:p>
            <a:r>
              <a:rPr lang="ru-RU" dirty="0"/>
              <a:t>История квантовых вычислений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21307B-5B31-8567-FB02-5469FBD6897C}"/>
              </a:ext>
            </a:extLst>
          </p:cNvPr>
          <p:cNvSpPr txBox="1">
            <a:spLocks/>
          </p:cNvSpPr>
          <p:nvPr/>
        </p:nvSpPr>
        <p:spPr>
          <a:xfrm>
            <a:off x="321282" y="1679009"/>
            <a:ext cx="3181350" cy="5706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Юрий Манин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552EC3-D7C6-C06D-F68B-DC48EC28D6D4}"/>
              </a:ext>
            </a:extLst>
          </p:cNvPr>
          <p:cNvSpPr txBox="1">
            <a:spLocks/>
          </p:cNvSpPr>
          <p:nvPr/>
        </p:nvSpPr>
        <p:spPr>
          <a:xfrm>
            <a:off x="4251642" y="1679009"/>
            <a:ext cx="3181350" cy="5706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Ричард Фейнман</a:t>
            </a:r>
          </a:p>
          <a:p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6F8CCB-3647-D46A-8CC8-253F36BB7BE7}"/>
              </a:ext>
            </a:extLst>
          </p:cNvPr>
          <p:cNvSpPr txBox="1">
            <a:spLocks/>
          </p:cNvSpPr>
          <p:nvPr/>
        </p:nvSpPr>
        <p:spPr>
          <a:xfrm>
            <a:off x="8135245" y="1679009"/>
            <a:ext cx="3432777" cy="5706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Arial" panose="020B0604020202020204" pitchFamily="34" charset="0"/>
              </a:rPr>
              <a:t>Питер Шор</a:t>
            </a:r>
            <a:endParaRPr lang="en-US" sz="1400" dirty="0">
              <a:latin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</a:rPr>
              <a:t>Алгоритм разложения больших чисел</a:t>
            </a:r>
          </a:p>
          <a:p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C8D8E8D-DEFC-6A04-5989-9779B2E49A03}"/>
              </a:ext>
            </a:extLst>
          </p:cNvPr>
          <p:cNvSpPr txBox="1">
            <a:spLocks/>
          </p:cNvSpPr>
          <p:nvPr/>
        </p:nvSpPr>
        <p:spPr>
          <a:xfrm>
            <a:off x="2277673" y="3499579"/>
            <a:ext cx="3181350" cy="5706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Arial" panose="020B0604020202020204" pitchFamily="34" charset="0"/>
              </a:rPr>
              <a:t>Алгоритм Гровера</a:t>
            </a:r>
          </a:p>
          <a:p>
            <a:r>
              <a:rPr lang="en-US" sz="1400" dirty="0">
                <a:latin typeface="Arial" panose="020B0604020202020204" pitchFamily="34" charset="0"/>
              </a:rPr>
              <a:t>GSA </a:t>
            </a:r>
            <a:r>
              <a:rPr lang="ru-RU" sz="1400" dirty="0">
                <a:latin typeface="Arial" panose="020B0604020202020204" pitchFamily="34" charset="0"/>
              </a:rPr>
              <a:t>за время </a:t>
            </a:r>
            <a:r>
              <a:rPr lang="en-US" sz="1400" dirty="0">
                <a:latin typeface="Arial" panose="020B0604020202020204" pitchFamily="34" charset="0"/>
              </a:rPr>
              <a:t>O(√N)</a:t>
            </a:r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9C50CE0-7213-E88C-643C-E30B5B29E4D6}"/>
              </a:ext>
            </a:extLst>
          </p:cNvPr>
          <p:cNvSpPr txBox="1">
            <a:spLocks/>
          </p:cNvSpPr>
          <p:nvPr/>
        </p:nvSpPr>
        <p:spPr>
          <a:xfrm>
            <a:off x="6782193" y="3499579"/>
            <a:ext cx="3181350" cy="5706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</a:rPr>
              <a:t>…</a:t>
            </a:r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42868737-E2BF-80E1-7DAA-E47E7D4BBE2F}"/>
              </a:ext>
            </a:extLst>
          </p:cNvPr>
          <p:cNvSpPr txBox="1">
            <a:spLocks/>
          </p:cNvSpPr>
          <p:nvPr/>
        </p:nvSpPr>
        <p:spPr>
          <a:xfrm>
            <a:off x="1454211" y="5334000"/>
            <a:ext cx="2649956" cy="731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</a:rPr>
              <a:t>…</a:t>
            </a:r>
            <a:endParaRPr lang="ru-RU" sz="1400" dirty="0">
              <a:latin typeface="Arial" panose="020B0604020202020204" pitchFamily="34" charset="0"/>
            </a:endParaRPr>
          </a:p>
          <a:p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9" name="Текст 9">
            <a:extLst>
              <a:ext uri="{FF2B5EF4-FFF2-40B4-BE49-F238E27FC236}">
                <a16:creationId xmlns:a16="http://schemas.microsoft.com/office/drawing/2014/main" id="{61F759D7-7B41-3C64-7FBF-DEE186AE5E7E}"/>
              </a:ext>
            </a:extLst>
          </p:cNvPr>
          <p:cNvSpPr txBox="1">
            <a:spLocks/>
          </p:cNvSpPr>
          <p:nvPr/>
        </p:nvSpPr>
        <p:spPr>
          <a:xfrm>
            <a:off x="5299509" y="5334000"/>
            <a:ext cx="2649956" cy="731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</a:rPr>
              <a:t>…</a:t>
            </a:r>
            <a:endParaRPr lang="ru-RU" sz="1400" dirty="0">
              <a:latin typeface="Arial" panose="020B0604020202020204" pitchFamily="34" charset="0"/>
            </a:endParaRPr>
          </a:p>
          <a:p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8D7D143C-D806-5BE9-D9A0-420B1597311B}"/>
              </a:ext>
            </a:extLst>
          </p:cNvPr>
          <p:cNvSpPr txBox="1">
            <a:spLocks/>
          </p:cNvSpPr>
          <p:nvPr/>
        </p:nvSpPr>
        <p:spPr>
          <a:xfrm>
            <a:off x="9183113" y="5334000"/>
            <a:ext cx="2649956" cy="731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</a:rPr>
              <a:t>433 Qubits</a:t>
            </a:r>
            <a:endParaRPr lang="ru-RU" sz="1400" dirty="0">
              <a:latin typeface="Arial" panose="020B0604020202020204" pitchFamily="34" charset="0"/>
            </a:endParaRPr>
          </a:p>
          <a:p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11" name="Текст 11">
            <a:extLst>
              <a:ext uri="{FF2B5EF4-FFF2-40B4-BE49-F238E27FC236}">
                <a16:creationId xmlns:a16="http://schemas.microsoft.com/office/drawing/2014/main" id="{982C7D07-2C13-9C15-F0F9-2B39318DE6FC}"/>
              </a:ext>
            </a:extLst>
          </p:cNvPr>
          <p:cNvSpPr txBox="1">
            <a:spLocks/>
          </p:cNvSpPr>
          <p:nvPr/>
        </p:nvSpPr>
        <p:spPr>
          <a:xfrm>
            <a:off x="316520" y="115781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1980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sp>
        <p:nvSpPr>
          <p:cNvPr id="12" name="Текст 12">
            <a:extLst>
              <a:ext uri="{FF2B5EF4-FFF2-40B4-BE49-F238E27FC236}">
                <a16:creationId xmlns:a16="http://schemas.microsoft.com/office/drawing/2014/main" id="{B23EF91C-C7A6-5B42-40B3-BD10E431A32D}"/>
              </a:ext>
            </a:extLst>
          </p:cNvPr>
          <p:cNvSpPr txBox="1">
            <a:spLocks/>
          </p:cNvSpPr>
          <p:nvPr/>
        </p:nvSpPr>
        <p:spPr>
          <a:xfrm>
            <a:off x="4246880" y="115781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1982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sp>
        <p:nvSpPr>
          <p:cNvPr id="13" name="Текст 13">
            <a:extLst>
              <a:ext uri="{FF2B5EF4-FFF2-40B4-BE49-F238E27FC236}">
                <a16:creationId xmlns:a16="http://schemas.microsoft.com/office/drawing/2014/main" id="{797B0532-7739-3BE2-2A6E-4D7ED71AF2AB}"/>
              </a:ext>
            </a:extLst>
          </p:cNvPr>
          <p:cNvSpPr txBox="1">
            <a:spLocks/>
          </p:cNvSpPr>
          <p:nvPr/>
        </p:nvSpPr>
        <p:spPr>
          <a:xfrm>
            <a:off x="8130484" y="115781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1994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sp>
        <p:nvSpPr>
          <p:cNvPr id="14" name="Текст 14">
            <a:extLst>
              <a:ext uri="{FF2B5EF4-FFF2-40B4-BE49-F238E27FC236}">
                <a16:creationId xmlns:a16="http://schemas.microsoft.com/office/drawing/2014/main" id="{C4048098-8889-5A7A-2C2E-5A0810340C31}"/>
              </a:ext>
            </a:extLst>
          </p:cNvPr>
          <p:cNvSpPr txBox="1">
            <a:spLocks/>
          </p:cNvSpPr>
          <p:nvPr/>
        </p:nvSpPr>
        <p:spPr>
          <a:xfrm>
            <a:off x="2272911" y="297838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1996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9E82D7FF-714F-8859-5B29-426322BBD9CC}"/>
              </a:ext>
            </a:extLst>
          </p:cNvPr>
          <p:cNvSpPr txBox="1">
            <a:spLocks/>
          </p:cNvSpPr>
          <p:nvPr/>
        </p:nvSpPr>
        <p:spPr>
          <a:xfrm>
            <a:off x="6777431" y="297838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…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sp>
        <p:nvSpPr>
          <p:cNvPr id="16" name="Текст 17">
            <a:extLst>
              <a:ext uri="{FF2B5EF4-FFF2-40B4-BE49-F238E27FC236}">
                <a16:creationId xmlns:a16="http://schemas.microsoft.com/office/drawing/2014/main" id="{0CC9301E-CE3E-86AB-5DED-4E31F8B4E594}"/>
              </a:ext>
            </a:extLst>
          </p:cNvPr>
          <p:cNvSpPr txBox="1">
            <a:spLocks/>
          </p:cNvSpPr>
          <p:nvPr/>
        </p:nvSpPr>
        <p:spPr>
          <a:xfrm>
            <a:off x="1449449" y="4812808"/>
            <a:ext cx="2653923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…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79E51BDE-8700-050B-0B64-2DDC241432DF}"/>
              </a:ext>
            </a:extLst>
          </p:cNvPr>
          <p:cNvSpPr txBox="1">
            <a:spLocks/>
          </p:cNvSpPr>
          <p:nvPr/>
        </p:nvSpPr>
        <p:spPr>
          <a:xfrm>
            <a:off x="5294747" y="4812808"/>
            <a:ext cx="2653923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…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4599E6F3-1D06-141B-8721-3E470D95ED9D}"/>
              </a:ext>
            </a:extLst>
          </p:cNvPr>
          <p:cNvSpPr txBox="1">
            <a:spLocks/>
          </p:cNvSpPr>
          <p:nvPr/>
        </p:nvSpPr>
        <p:spPr>
          <a:xfrm>
            <a:off x="9178351" y="4812808"/>
            <a:ext cx="2653923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</a:rPr>
              <a:t>2022</a:t>
            </a:r>
            <a:endParaRPr lang="ru-RU" sz="1600" b="1" dirty="0">
              <a:latin typeface="Arial" panose="020B0604020202020204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8C6445D-5CE4-E21A-AEB1-808D8BD01FB4}"/>
              </a:ext>
            </a:extLst>
          </p:cNvPr>
          <p:cNvGrpSpPr/>
          <p:nvPr/>
        </p:nvGrpSpPr>
        <p:grpSpPr>
          <a:xfrm>
            <a:off x="371475" y="2457450"/>
            <a:ext cx="11449050" cy="3829049"/>
            <a:chOff x="371475" y="2457450"/>
            <a:chExt cx="11449050" cy="3628947"/>
          </a:xfrm>
        </p:grpSpPr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210F6189-32A8-5CB8-6628-9834FE2699B3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371475" y="2457450"/>
              <a:ext cx="10654476" cy="12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DA137E00-F674-C8DE-DF6F-07F259975558}"/>
                </a:ext>
              </a:extLst>
            </p:cNvPr>
            <p:cNvCxnSpPr>
              <a:cxnSpLocks/>
              <a:stCxn id="24" idx="2"/>
              <a:endCxn id="23" idx="2"/>
            </p:cNvCxnSpPr>
            <p:nvPr/>
          </p:nvCxnSpPr>
          <p:spPr>
            <a:xfrm flipV="1">
              <a:off x="1374634" y="4184765"/>
              <a:ext cx="9624847" cy="8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EA3D2E2B-A1CA-4C83-0726-B11FF9E0E34C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>
              <a:off x="1336099" y="6083856"/>
              <a:ext cx="10484426" cy="25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Дуга 22">
              <a:extLst>
                <a:ext uri="{FF2B5EF4-FFF2-40B4-BE49-F238E27FC236}">
                  <a16:creationId xmlns:a16="http://schemas.microsoft.com/office/drawing/2014/main" id="{7C2E3424-3730-B7B1-AC00-82E1020C9231}"/>
                </a:ext>
              </a:extLst>
            </p:cNvPr>
            <p:cNvSpPr/>
            <p:nvPr/>
          </p:nvSpPr>
          <p:spPr>
            <a:xfrm>
              <a:off x="10174170" y="2457450"/>
              <a:ext cx="1618121" cy="1727489"/>
            </a:xfrm>
            <a:prstGeom prst="arc">
              <a:avLst>
                <a:gd name="adj1" fmla="val 16394120"/>
                <a:gd name="adj2" fmla="val 533869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Дуга 23">
              <a:extLst>
                <a:ext uri="{FF2B5EF4-FFF2-40B4-BE49-F238E27FC236}">
                  <a16:creationId xmlns:a16="http://schemas.microsoft.com/office/drawing/2014/main" id="{ECED8387-A2D5-53E5-D22F-E51ED5A2D2F0}"/>
                </a:ext>
              </a:extLst>
            </p:cNvPr>
            <p:cNvSpPr/>
            <p:nvPr/>
          </p:nvSpPr>
          <p:spPr>
            <a:xfrm rot="10800000">
              <a:off x="498886" y="4192644"/>
              <a:ext cx="1787113" cy="1893096"/>
            </a:xfrm>
            <a:prstGeom prst="arc">
              <a:avLst>
                <a:gd name="adj1" fmla="val 16394120"/>
                <a:gd name="adj2" fmla="val 533869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5" name="Овал 24">
            <a:extLst>
              <a:ext uri="{FF2B5EF4-FFF2-40B4-BE49-F238E27FC236}">
                <a16:creationId xmlns:a16="http://schemas.microsoft.com/office/drawing/2014/main" id="{3461FCC4-08C2-1FAF-5B65-8B106B52DF31}"/>
              </a:ext>
            </a:extLst>
          </p:cNvPr>
          <p:cNvSpPr/>
          <p:nvPr/>
        </p:nvSpPr>
        <p:spPr>
          <a:xfrm>
            <a:off x="396521" y="2290665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17B9BEFB-B350-C3C4-A2A2-61BCC5A99779}"/>
              </a:ext>
            </a:extLst>
          </p:cNvPr>
          <p:cNvSpPr/>
          <p:nvPr/>
        </p:nvSpPr>
        <p:spPr>
          <a:xfrm>
            <a:off x="8178857" y="2290255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A4B7D78D-8950-2BE3-3CB1-561102E7FF43}"/>
              </a:ext>
            </a:extLst>
          </p:cNvPr>
          <p:cNvSpPr/>
          <p:nvPr/>
        </p:nvSpPr>
        <p:spPr>
          <a:xfrm>
            <a:off x="6788075" y="4092963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DB39D30F-5906-84D0-AA84-7DBA198F9349}"/>
              </a:ext>
            </a:extLst>
          </p:cNvPr>
          <p:cNvSpPr/>
          <p:nvPr/>
        </p:nvSpPr>
        <p:spPr>
          <a:xfrm>
            <a:off x="2310132" y="4155603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DB805018-0078-DAA1-DF03-BC825881E7FF}"/>
              </a:ext>
            </a:extLst>
          </p:cNvPr>
          <p:cNvSpPr/>
          <p:nvPr/>
        </p:nvSpPr>
        <p:spPr>
          <a:xfrm>
            <a:off x="4287689" y="2290255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A86769BF-A459-3BCA-11F0-04A382E7F0D4}"/>
              </a:ext>
            </a:extLst>
          </p:cNvPr>
          <p:cNvSpPr/>
          <p:nvPr/>
        </p:nvSpPr>
        <p:spPr>
          <a:xfrm>
            <a:off x="1477877" y="6129991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BD014C2-2A2C-505A-8BE3-CEF205A1818E}"/>
              </a:ext>
            </a:extLst>
          </p:cNvPr>
          <p:cNvSpPr/>
          <p:nvPr/>
        </p:nvSpPr>
        <p:spPr>
          <a:xfrm>
            <a:off x="9260213" y="6129581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80FE1BF9-B885-962D-C142-BA4C2CA12FA1}"/>
              </a:ext>
            </a:extLst>
          </p:cNvPr>
          <p:cNvSpPr/>
          <p:nvPr/>
        </p:nvSpPr>
        <p:spPr>
          <a:xfrm>
            <a:off x="5369045" y="6129581"/>
            <a:ext cx="302266" cy="3022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1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9BE8A-BDDD-C1CB-DF40-39C000D6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A0C4F-9449-583D-8B9B-28D51E6E0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Мини теория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CCEC8F-0EB5-0937-BFC9-BE04F8CA6B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0</a:t>
            </a:r>
            <a:r>
              <a:rPr lang="en-US" dirty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26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70E79544-FF9B-62FF-9E7E-8434A47E65E9}"/>
              </a:ext>
            </a:extLst>
          </p:cNvPr>
          <p:cNvSpPr/>
          <p:nvPr/>
        </p:nvSpPr>
        <p:spPr>
          <a:xfrm>
            <a:off x="4572000" y="1135380"/>
            <a:ext cx="72580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Место для скриншота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6B565120-25CE-ECD7-4339-E9944D47779C}"/>
              </a:ext>
            </a:extLst>
          </p:cNvPr>
          <p:cNvSpPr/>
          <p:nvPr/>
        </p:nvSpPr>
        <p:spPr>
          <a:xfrm>
            <a:off x="381687" y="1135380"/>
            <a:ext cx="4022725" cy="5379719"/>
          </a:xfrm>
          <a:prstGeom prst="roundRect">
            <a:avLst>
              <a:gd name="adj" fmla="val 5752"/>
            </a:avLst>
          </a:prstGeom>
          <a:solidFill>
            <a:srgbClr val="F6F6F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4A3539A3-3D3C-8EF5-8A5C-7B251A7C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Классические компьютеры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3723F2-CCF7-E305-84A7-259849BAB6D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2158" y="1905000"/>
            <a:ext cx="3525838" cy="34290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ru-RU" sz="2000" dirty="0"/>
              <a:t>Классический бит – </a:t>
            </a:r>
            <a:r>
              <a:rPr lang="ru-RU" sz="2000" b="1" dirty="0"/>
              <a:t>0 или 1</a:t>
            </a:r>
          </a:p>
          <a:p>
            <a:pPr algn="just"/>
            <a:r>
              <a:rPr lang="ru-RU" sz="2000" dirty="0"/>
              <a:t>Напряжение</a:t>
            </a:r>
            <a:r>
              <a:rPr lang="en-US" sz="2000" dirty="0"/>
              <a:t> – </a:t>
            </a:r>
            <a:r>
              <a:rPr lang="ru-RU" sz="2000" dirty="0"/>
              <a:t>есть или нет</a:t>
            </a:r>
          </a:p>
          <a:p>
            <a:pPr algn="just"/>
            <a:r>
              <a:rPr lang="ru-RU" sz="2000" dirty="0"/>
              <a:t>Тумблер – </a:t>
            </a:r>
            <a:r>
              <a:rPr lang="ru-RU" sz="2000" dirty="0" err="1"/>
              <a:t>вкл</a:t>
            </a:r>
            <a:r>
              <a:rPr lang="en-US" sz="2000" dirty="0"/>
              <a:t>.</a:t>
            </a:r>
            <a:r>
              <a:rPr lang="ru-RU" sz="2000" dirty="0"/>
              <a:t> </a:t>
            </a:r>
            <a:r>
              <a:rPr lang="ru-RU" sz="2000"/>
              <a:t>или выкл.</a:t>
            </a:r>
            <a:endParaRPr lang="ru-RU" sz="2000" dirty="0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CD5F01E7-7669-5CD7-BC1C-CEFF03ED8460}"/>
              </a:ext>
            </a:extLst>
          </p:cNvPr>
          <p:cNvSpPr txBox="1">
            <a:spLocks/>
          </p:cNvSpPr>
          <p:nvPr/>
        </p:nvSpPr>
        <p:spPr>
          <a:xfrm>
            <a:off x="641779" y="1336477"/>
            <a:ext cx="2396428" cy="4349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Бинарная логика</a:t>
            </a:r>
          </a:p>
        </p:txBody>
      </p:sp>
      <p:pic>
        <p:nvPicPr>
          <p:cNvPr id="4" name="Picture 3" descr="A black switch with a white letter on the side&#10;&#10;Description automatically generated">
            <a:extLst>
              <a:ext uri="{FF2B5EF4-FFF2-40B4-BE49-F238E27FC236}">
                <a16:creationId xmlns:a16="http://schemas.microsoft.com/office/drawing/2014/main" id="{6C5009FB-0640-87B8-84CA-55742C44F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08" y="1411027"/>
            <a:ext cx="4930433" cy="482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6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70E79544-FF9B-62FF-9E7E-8434A47E65E9}"/>
              </a:ext>
            </a:extLst>
          </p:cNvPr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Место для скриншота</a:t>
            </a: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4A3539A3-3D3C-8EF5-8A5C-7B251A7C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Классические компьютеры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36BB56-E248-90F2-7B00-93545CAEF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803" y="1358405"/>
            <a:ext cx="7502394" cy="490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7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CCF9AF6-0C91-BCB2-19AC-ECADAB5407BD}"/>
              </a:ext>
            </a:extLst>
          </p:cNvPr>
          <p:cNvSpPr/>
          <p:nvPr/>
        </p:nvSpPr>
        <p:spPr>
          <a:xfrm>
            <a:off x="7810500" y="1120140"/>
            <a:ext cx="4022725" cy="5379719"/>
          </a:xfrm>
          <a:prstGeom prst="roundRect">
            <a:avLst>
              <a:gd name="adj" fmla="val 4830"/>
            </a:avLst>
          </a:prstGeom>
          <a:solidFill>
            <a:srgbClr val="F6F6F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CD5F01E7-7669-5CD7-BC1C-CEFF03ED8460}"/>
              </a:ext>
            </a:extLst>
          </p:cNvPr>
          <p:cNvSpPr txBox="1">
            <a:spLocks/>
          </p:cNvSpPr>
          <p:nvPr/>
        </p:nvSpPr>
        <p:spPr>
          <a:xfrm>
            <a:off x="8061239" y="1359337"/>
            <a:ext cx="2396428" cy="4349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Кубит</a:t>
            </a:r>
          </a:p>
        </p:txBody>
      </p:sp>
      <p:sp>
        <p:nvSpPr>
          <p:cNvPr id="4" name="Текст 8">
            <a:extLst>
              <a:ext uri="{FF2B5EF4-FFF2-40B4-BE49-F238E27FC236}">
                <a16:creationId xmlns:a16="http://schemas.microsoft.com/office/drawing/2014/main" id="{BDE7235C-3811-72F1-009F-254A123DE5CC}"/>
              </a:ext>
            </a:extLst>
          </p:cNvPr>
          <p:cNvSpPr txBox="1">
            <a:spLocks/>
          </p:cNvSpPr>
          <p:nvPr/>
        </p:nvSpPr>
        <p:spPr>
          <a:xfrm>
            <a:off x="8038374" y="1835771"/>
            <a:ext cx="3548273" cy="198851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ru-RU" sz="16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Квантовый бит – Кубит.</a:t>
            </a:r>
          </a:p>
          <a:p>
            <a:pPr>
              <a:defRPr/>
            </a:pPr>
            <a:r>
              <a:rPr kumimoji="0" lang="ru-RU" sz="16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Может находиться в состоянии куда большее емкости (Суперпозиция)</a:t>
            </a:r>
          </a:p>
          <a:p>
            <a:pPr>
              <a:defRPr/>
            </a:pPr>
            <a:endParaRPr kumimoji="0" lang="ru-RU" sz="16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>
              <a:defRPr/>
            </a:pPr>
            <a:endParaRPr kumimoji="0" lang="ru-RU" sz="16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>
              <a:defRPr/>
            </a:pPr>
            <a:endParaRPr kumimoji="0" lang="ru-RU" sz="16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>
              <a:defRPr/>
            </a:pPr>
            <a:endParaRPr kumimoji="0" lang="ru-RU" sz="160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4A3539A3-3D3C-8EF5-8A5C-7B251A7C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Квантовые</a:t>
            </a:r>
            <a:r>
              <a:rPr lang="en-US" dirty="0"/>
              <a:t> </a:t>
            </a:r>
            <a:r>
              <a:rPr lang="ru-RU" dirty="0"/>
              <a:t>компьютеры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D267BD3-3C72-9D48-E479-E72650AD8B01}"/>
              </a:ext>
            </a:extLst>
          </p:cNvPr>
          <p:cNvSpPr/>
          <p:nvPr/>
        </p:nvSpPr>
        <p:spPr>
          <a:xfrm>
            <a:off x="412750" y="1125538"/>
            <a:ext cx="7207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Место для скриншота</a:t>
            </a:r>
          </a:p>
        </p:txBody>
      </p:sp>
      <p:pic>
        <p:nvPicPr>
          <p:cNvPr id="7" name="Picture 6" descr="A picture containing diagram, circle, sketch, drawing&#10;&#10;Description automatically generated">
            <a:extLst>
              <a:ext uri="{FF2B5EF4-FFF2-40B4-BE49-F238E27FC236}">
                <a16:creationId xmlns:a16="http://schemas.microsoft.com/office/drawing/2014/main" id="{8002A537-F4FB-9262-64E8-DBAF34C19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75" y="1824443"/>
            <a:ext cx="6666150" cy="399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66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4A3539A3-3D3C-8EF5-8A5C-7B251A7C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Квантовые</a:t>
            </a:r>
            <a:r>
              <a:rPr lang="en-US" dirty="0"/>
              <a:t> </a:t>
            </a:r>
            <a:r>
              <a:rPr lang="ru-RU" dirty="0"/>
              <a:t>компьютеры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D267BD3-3C72-9D48-E479-E72650AD8B01}"/>
              </a:ext>
            </a:extLst>
          </p:cNvPr>
          <p:cNvSpPr/>
          <p:nvPr/>
        </p:nvSpPr>
        <p:spPr>
          <a:xfrm>
            <a:off x="412750" y="1125538"/>
            <a:ext cx="11336664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Место для скриншота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123003-243D-47ED-59A9-7B1D7012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4" y="1874654"/>
            <a:ext cx="10808712" cy="38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8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5DA650C-49EA-7E04-B0BD-0D68F68EB4A6}"/>
              </a:ext>
            </a:extLst>
          </p:cNvPr>
          <p:cNvSpPr/>
          <p:nvPr/>
        </p:nvSpPr>
        <p:spPr>
          <a:xfrm>
            <a:off x="0" y="-14079"/>
            <a:ext cx="12192000" cy="4205079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5BA18A1-400E-0125-7868-8974F9E4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91" y="4806858"/>
            <a:ext cx="9454209" cy="991168"/>
          </a:xfrm>
        </p:spPr>
        <p:txBody>
          <a:bodyPr anchor="ctr"/>
          <a:lstStyle/>
          <a:p>
            <a:r>
              <a:rPr lang="ru-RU" dirty="0"/>
              <a:t>Пишем </a:t>
            </a:r>
            <a:r>
              <a:rPr lang="en-US" dirty="0"/>
              <a:t>Hello World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E654A3-F1C8-86F2-209C-3CCDD9675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989" y="5771891"/>
            <a:ext cx="6345729" cy="551612"/>
          </a:xfrm>
        </p:spPr>
        <p:txBody>
          <a:bodyPr/>
          <a:lstStyle/>
          <a:p>
            <a:r>
              <a:rPr lang="ru-RU" dirty="0"/>
              <a:t>на квантовом компьютере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AAA683C-0FF0-F2D0-F2EC-4793D455F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0539" y="315709"/>
            <a:ext cx="506621" cy="50662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D47696-DEC6-1CE1-2B6D-83AB1558B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594" b="15958"/>
          <a:stretch/>
        </p:blipFill>
        <p:spPr>
          <a:xfrm>
            <a:off x="6286500" y="-14080"/>
            <a:ext cx="5969000" cy="4205079"/>
          </a:xfrm>
          <a:prstGeom prst="rect">
            <a:avLst/>
          </a:prstGeom>
        </p:spPr>
      </p:pic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DFCE25FD-0A32-6293-1735-BC969549C64D}"/>
              </a:ext>
            </a:extLst>
          </p:cNvPr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Challenge Fest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003258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ый слайд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2.xml><?xml version="1.0" encoding="utf-8"?>
<a:theme xmlns:a="http://schemas.openxmlformats.org/drawingml/2006/main" name="Рубрикаторы_Разделител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3.xml><?xml version="1.0" encoding="utf-8"?>
<a:theme xmlns:a="http://schemas.openxmlformats.org/drawingml/2006/main" name="Контент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4.xml><?xml version="1.0" encoding="utf-8"?>
<a:theme xmlns:a="http://schemas.openxmlformats.org/drawingml/2006/main" name="Цифры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5.xml><?xml version="1.0" encoding="utf-8"?>
<a:theme xmlns:a="http://schemas.openxmlformats.org/drawingml/2006/main" name="Команда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6.xml><?xml version="1.0" encoding="utf-8"?>
<a:theme xmlns:a="http://schemas.openxmlformats.org/drawingml/2006/main" name="Содержание | Списки_текстовыми блокам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7.xml><?xml version="1.0" encoding="utf-8"?>
<a:theme xmlns:a="http://schemas.openxmlformats.org/drawingml/2006/main" name="Списки со встроенными буллитам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Финальный слайд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54559</TotalTime>
  <Words>130</Words>
  <Application>Microsoft Macintosh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Arial</vt:lpstr>
      <vt:lpstr>Wingdings</vt:lpstr>
      <vt:lpstr>Титульный слайд</vt:lpstr>
      <vt:lpstr>Рубрикаторы_Разделители</vt:lpstr>
      <vt:lpstr>Контент</vt:lpstr>
      <vt:lpstr>Цифры</vt:lpstr>
      <vt:lpstr>Команда</vt:lpstr>
      <vt:lpstr>Содержание | Списки_текстовыми блоками</vt:lpstr>
      <vt:lpstr>Списки со встроенными буллитами</vt:lpstr>
      <vt:lpstr>Финальный слайд</vt:lpstr>
      <vt:lpstr>Пишем Hello World</vt:lpstr>
      <vt:lpstr>История квантовых вычислений</vt:lpstr>
      <vt:lpstr>История квантовых вычислений</vt:lpstr>
      <vt:lpstr>Мини теория</vt:lpstr>
      <vt:lpstr>Классические компьютеры</vt:lpstr>
      <vt:lpstr>Классические компьютеры</vt:lpstr>
      <vt:lpstr>Квантовые компьютеры</vt:lpstr>
      <vt:lpstr>Квантовые компьютеры</vt:lpstr>
      <vt:lpstr>Пишем Hello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SERDTSEVA Inga</dc:creator>
  <cp:lastModifiedBy>ALIEV Beylak</cp:lastModifiedBy>
  <cp:revision>37</cp:revision>
  <dcterms:created xsi:type="dcterms:W3CDTF">2024-03-11T13:09:30Z</dcterms:created>
  <dcterms:modified xsi:type="dcterms:W3CDTF">2024-07-23T13:23:23Z</dcterms:modified>
</cp:coreProperties>
</file>