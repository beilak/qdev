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6f1026e5b34f86" /><Relationship Type="http://schemas.openxmlformats.org/officeDocument/2006/relationships/extended-properties" Target="/docProps/app.xml" Id="Rb22c1235a96744eb" /><Relationship Type="http://schemas.openxmlformats.org/officeDocument/2006/relationships/officeDocument" Target="/ppt/presentation.xml" Id="R3efb34d1636b44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90197426e14b74"/>
  </p:sldMasterIdLst>
  <p:notesMasterIdLst>
    <p:notesMasterId xmlns:r="http://schemas.openxmlformats.org/officeDocument/2006/relationships" r:id="Re08b22bdb42b43a4"/>
  </p:notesMasterIdLst>
  <p:sldIdLst>
    <p:sldId xmlns:r="http://schemas.openxmlformats.org/officeDocument/2006/relationships" id="256" r:id="Rb5c777152a4a49e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72ab47e9f245db" /><Relationship Type="http://schemas.openxmlformats.org/officeDocument/2006/relationships/slideMaster" Target="/ppt/slideMasters/slideMaster1.xml" Id="Rbb90197426e14b74" /><Relationship Type="http://schemas.openxmlformats.org/officeDocument/2006/relationships/notesMaster" Target="/ppt/notesMasters/notesMaster1.xml" Id="Re08b22bdb42b43a4" /><Relationship Type="http://schemas.openxmlformats.org/officeDocument/2006/relationships/presProps" Target="/ppt/presProps.xml" Id="Rb47578d1dbc34db0" /><Relationship Type="http://schemas.openxmlformats.org/officeDocument/2006/relationships/tableStyles" Target="/ppt/tableStyles.xml" Id="R0277d14587c34fad" /><Relationship Type="http://schemas.openxmlformats.org/officeDocument/2006/relationships/slide" Target="/ppt/slides/slide1.xml" Id="Rb5c777152a4a49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d17cee4d9b44b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df190b6f1a482e" /><Relationship Type="http://schemas.openxmlformats.org/officeDocument/2006/relationships/notesMaster" Target="/ppt/notesMasters/notesMaster1.xml" Id="R012374d9cacc46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5908da8f5147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1ea34ba1434e64" /><Relationship Type="http://schemas.openxmlformats.org/officeDocument/2006/relationships/slideLayout" Target="/ppt/slideLayouts/slideLayout1.xml" Id="R8a82341833164d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82341833164d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74b0712a3e488a" /><Relationship Type="http://schemas.openxmlformats.org/officeDocument/2006/relationships/notesSlide" Target="/ppt/notesSlides/notesSlide1.xml" Id="R8bf3155ed10640c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9E90BD-9746-4E61-BDBD-5413416B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>
                <a:solidFill>
                  <a:srgbClr val="15191E"/>
                </a:solidFill>
                <a:latin typeface="Arial"/>
                <a:ea typeface="Arial"/>
                <a:cs typeface="Arial"/>
              </a:defRPr>
            </a:pPr>
            <a:r>
              <a:rPr sz="3600">
                <a:solidFill>
                  <a:srgbClr val="15191E"/>
                </a:solidFill>
                <a:latin typeface="Arial"/>
                <a:ea typeface="Arial"/>
                <a:cs typeface="Arial"/>
              </a:rPr>
              <a:t>Quantum Leap</a:t>
            </a:r>
          </a:p>
        </p:txBody>
      </p:sp>
    </p:spTree>
    <p:extLst>
      <p:ext uri="{BB962C8B-B14F-4D97-AF65-F5344CB8AC3E}">
        <p14:creationId xmlns:p14="http://schemas.microsoft.com/office/powerpoint/2010/main" val="19379181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2026-09-27T19:58:39.8290000Z</dcterms:created>
  <dcterms:modified xsi:type="dcterms:W3CDTF">2026-09-27T19:58:39.8290000Z</dcterms:modified>
</coreProperties>
</file>