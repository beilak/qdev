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3897a03bf042ac" /><Relationship Type="http://schemas.openxmlformats.org/officeDocument/2006/relationships/extended-properties" Target="/docProps/app.xml" Id="R4643edb18e4d461f" /><Relationship Type="http://schemas.openxmlformats.org/officeDocument/2006/relationships/officeDocument" Target="/ppt/presentation.xml" Id="R23afd4087776476c" /></Relationships>
</file>

<file path=ppt/presentation.xml><?xml version="1.0" encoding="utf-8"?>
<p:presentation xmlns:p="http://schemas.openxmlformats.org/presentationml/2006/main">
  <p:sldMasterIdLst>
    <p:sldMasterId xmlns:r="http://schemas.openxmlformats.org/officeDocument/2006/relationships" id="2147483648" r:id="R183e6a37df734977"/>
  </p:sldMasterIdLst>
  <p:notesMasterIdLst>
    <p:notesMasterId xmlns:r="http://schemas.openxmlformats.org/officeDocument/2006/relationships" r:id="R3576d812f75d4942"/>
  </p:notesMasterIdLst>
  <p:sldIdLst>
    <p:sldId xmlns:r="http://schemas.openxmlformats.org/officeDocument/2006/relationships" id="256" r:id="Refe621461f1f476c"/>
    <p:sldId xmlns:r="http://schemas.openxmlformats.org/officeDocument/2006/relationships" id="257" r:id="R1733510cfc374d48"/>
    <p:sldId xmlns:r="http://schemas.openxmlformats.org/officeDocument/2006/relationships" id="258" r:id="Rcd44c984810a4fe0"/>
    <p:sldId xmlns:r="http://schemas.openxmlformats.org/officeDocument/2006/relationships" id="259" r:id="Rc07657a174064948"/>
    <p:sldId xmlns:r="http://schemas.openxmlformats.org/officeDocument/2006/relationships" id="260" r:id="R288044d2ccb44e04"/>
    <p:sldId xmlns:r="http://schemas.openxmlformats.org/officeDocument/2006/relationships" id="261" r:id="R0004bfd1f53f4ec6"/>
    <p:sldId xmlns:r="http://schemas.openxmlformats.org/officeDocument/2006/relationships" id="262" r:id="R163cc172a7a243d2"/>
    <p:sldId xmlns:r="http://schemas.openxmlformats.org/officeDocument/2006/relationships" id="263" r:id="Rf295fabcc5164d38"/>
    <p:sldId xmlns:r="http://schemas.openxmlformats.org/officeDocument/2006/relationships" id="264" r:id="Rc1152e1076ee4f9e"/>
    <p:sldId xmlns:r="http://schemas.openxmlformats.org/officeDocument/2006/relationships" id="265" r:id="R23677ea46d694c3d"/>
    <p:sldId xmlns:r="http://schemas.openxmlformats.org/officeDocument/2006/relationships" id="266" r:id="R4c72927f0a384950"/>
    <p:sldId xmlns:r="http://schemas.openxmlformats.org/officeDocument/2006/relationships" id="267" r:id="R6b273bb29f114331"/>
    <p:sldId xmlns:r="http://schemas.openxmlformats.org/officeDocument/2006/relationships" id="268" r:id="R7b68e66fc8704579"/>
    <p:sldId xmlns:r="http://schemas.openxmlformats.org/officeDocument/2006/relationships" id="269" r:id="R146db3917a7b4ab9"/>
    <p:sldId xmlns:r="http://schemas.openxmlformats.org/officeDocument/2006/relationships" id="270" r:id="R636f260c7a8d4270"/>
    <p:sldId xmlns:r="http://schemas.openxmlformats.org/officeDocument/2006/relationships" id="271" r:id="R261c0136a20f4c9d"/>
    <p:sldId xmlns:r="http://schemas.openxmlformats.org/officeDocument/2006/relationships" id="272" r:id="R84e9a2718b1f438d"/>
    <p:sldId xmlns:r="http://schemas.openxmlformats.org/officeDocument/2006/relationships" id="273" r:id="R9c3d8aef224741b8"/>
    <p:sldId xmlns:r="http://schemas.openxmlformats.org/officeDocument/2006/relationships" id="274" r:id="R401b2f4397ca47e2"/>
    <p:sldId xmlns:r="http://schemas.openxmlformats.org/officeDocument/2006/relationships" id="275" r:id="R8401f534753f4e2e"/>
    <p:sldId xmlns:r="http://schemas.openxmlformats.org/officeDocument/2006/relationships" id="276" r:id="Rec09dc42e4b14802"/>
    <p:sldId xmlns:r="http://schemas.openxmlformats.org/officeDocument/2006/relationships" id="277" r:id="R2fe03cc35bc64d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369d2e612d42b0" /><Relationship Type="http://schemas.openxmlformats.org/officeDocument/2006/relationships/slideMaster" Target="/ppt/slideMasters/slideMaster1.xml" Id="R183e6a37df734977" /><Relationship Type="http://schemas.openxmlformats.org/officeDocument/2006/relationships/notesMaster" Target="/ppt/notesMasters/notesMaster1.xml" Id="R3576d812f75d4942" /><Relationship Type="http://schemas.openxmlformats.org/officeDocument/2006/relationships/presProps" Target="/ppt/presProps.xml" Id="R636c0cbe1a144cff" /><Relationship Type="http://schemas.openxmlformats.org/officeDocument/2006/relationships/tableStyles" Target="/ppt/tableStyles.xml" Id="R62a24d1e7c8a4f20" /><Relationship Type="http://schemas.openxmlformats.org/officeDocument/2006/relationships/slide" Target="/ppt/slides/slide1.xml" Id="Refe621461f1f476c" /><Relationship Type="http://schemas.openxmlformats.org/officeDocument/2006/relationships/slide" Target="/ppt/slides/slide2.xml" Id="R1733510cfc374d48" /><Relationship Type="http://schemas.openxmlformats.org/officeDocument/2006/relationships/slide" Target="/ppt/slides/slide3.xml" Id="Rcd44c984810a4fe0" /><Relationship Type="http://schemas.openxmlformats.org/officeDocument/2006/relationships/slide" Target="/ppt/slides/slide4.xml" Id="Rc07657a174064948" /><Relationship Type="http://schemas.openxmlformats.org/officeDocument/2006/relationships/slide" Target="/ppt/slides/slide5.xml" Id="R288044d2ccb44e04" /><Relationship Type="http://schemas.openxmlformats.org/officeDocument/2006/relationships/slide" Target="/ppt/slides/slide6.xml" Id="R0004bfd1f53f4ec6" /><Relationship Type="http://schemas.openxmlformats.org/officeDocument/2006/relationships/slide" Target="/ppt/slides/slide7.xml" Id="R163cc172a7a243d2" /><Relationship Type="http://schemas.openxmlformats.org/officeDocument/2006/relationships/slide" Target="/ppt/slides/slide8.xml" Id="Rf295fabcc5164d38" /><Relationship Type="http://schemas.openxmlformats.org/officeDocument/2006/relationships/slide" Target="/ppt/slides/slide9.xml" Id="Rc1152e1076ee4f9e" /><Relationship Type="http://schemas.openxmlformats.org/officeDocument/2006/relationships/slide" Target="/ppt/slides/slide10.xml" Id="R23677ea46d694c3d" /><Relationship Type="http://schemas.openxmlformats.org/officeDocument/2006/relationships/slide" Target="/ppt/slides/slide11.xml" Id="R4c72927f0a384950" /><Relationship Type="http://schemas.openxmlformats.org/officeDocument/2006/relationships/slide" Target="/ppt/slides/slide12.xml" Id="R6b273bb29f114331" /><Relationship Type="http://schemas.openxmlformats.org/officeDocument/2006/relationships/slide" Target="/ppt/slides/slide13.xml" Id="R7b68e66fc8704579" /><Relationship Type="http://schemas.openxmlformats.org/officeDocument/2006/relationships/slide" Target="/ppt/slides/slide14.xml" Id="R146db3917a7b4ab9" /><Relationship Type="http://schemas.openxmlformats.org/officeDocument/2006/relationships/slide" Target="/ppt/slides/slide15.xml" Id="R636f260c7a8d4270" /><Relationship Type="http://schemas.openxmlformats.org/officeDocument/2006/relationships/slide" Target="/ppt/slides/slide16.xml" Id="R261c0136a20f4c9d" /><Relationship Type="http://schemas.openxmlformats.org/officeDocument/2006/relationships/slide" Target="/ppt/slides/slide17.xml" Id="R84e9a2718b1f438d" /><Relationship Type="http://schemas.openxmlformats.org/officeDocument/2006/relationships/slide" Target="/ppt/slides/slide18.xml" Id="R9c3d8aef224741b8" /><Relationship Type="http://schemas.openxmlformats.org/officeDocument/2006/relationships/slide" Target="/ppt/slides/slide19.xml" Id="R401b2f4397ca47e2" /><Relationship Type="http://schemas.openxmlformats.org/officeDocument/2006/relationships/slide" Target="/ppt/slides/slide20.xml" Id="R8401f534753f4e2e" /><Relationship Type="http://schemas.openxmlformats.org/officeDocument/2006/relationships/slide" Target="/ppt/slides/slide21.xml" Id="Rec09dc42e4b14802" /><Relationship Type="http://schemas.openxmlformats.org/officeDocument/2006/relationships/slide" Target="/ppt/slides/slide22.xml" Id="R2fe03cc35bc64d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0c07902464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d1d5d07df2421e" /><Relationship Type="http://schemas.openxmlformats.org/officeDocument/2006/relationships/notesMaster" Target="/ppt/notesMasters/notesMaster1.xml" Id="R72c40d78cdc54f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afde11d1f541b2" /><Relationship Type="http://schemas.openxmlformats.org/officeDocument/2006/relationships/notesMaster" Target="/ppt/notesMasters/notesMaster1.xml" Id="R5bd3ad3966a141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7eb702614c476e" /><Relationship Type="http://schemas.openxmlformats.org/officeDocument/2006/relationships/notesMaster" Target="/ppt/notesMasters/notesMaster1.xml" Id="Rfe552cda1fd64a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95cdb62eca45df" /><Relationship Type="http://schemas.openxmlformats.org/officeDocument/2006/relationships/notesMaster" Target="/ppt/notesMasters/notesMaster1.xml" Id="R61df59bc63a045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c1c2d7c6f942bb" /><Relationship Type="http://schemas.openxmlformats.org/officeDocument/2006/relationships/notesMaster" Target="/ppt/notesMasters/notesMaster1.xml" Id="Rd920c916c85742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6e041731a749fb" /><Relationship Type="http://schemas.openxmlformats.org/officeDocument/2006/relationships/notesMaster" Target="/ppt/notesMasters/notesMaster1.xml" Id="R859026d8244440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8296cd3eab4fc3" /><Relationship Type="http://schemas.openxmlformats.org/officeDocument/2006/relationships/notesMaster" Target="/ppt/notesMasters/notesMaster1.xml" Id="Reb34bb2786a1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86e41a3e7c47d0" /><Relationship Type="http://schemas.openxmlformats.org/officeDocument/2006/relationships/notesMaster" Target="/ppt/notesMasters/notesMaster1.xml" Id="Rf63eab87f5c54d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c31ab147ff4a10" /><Relationship Type="http://schemas.openxmlformats.org/officeDocument/2006/relationships/notesMaster" Target="/ppt/notesMasters/notesMaster1.xml" Id="R54ce2f1f98cc4b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25456743af443c" /><Relationship Type="http://schemas.openxmlformats.org/officeDocument/2006/relationships/notesMaster" Target="/ppt/notesMasters/notesMaster1.xml" Id="R9a9cb2b9e54542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05cc40cf0a45e0" /><Relationship Type="http://schemas.openxmlformats.org/officeDocument/2006/relationships/notesMaster" Target="/ppt/notesMasters/notesMaster1.xml" Id="Rca196ce1181b41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744856cbb34503" /><Relationship Type="http://schemas.openxmlformats.org/officeDocument/2006/relationships/notesMaster" Target="/ppt/notesMasters/notesMaster1.xml" Id="Ra597ed7818994d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d46c87eaae4293" /><Relationship Type="http://schemas.openxmlformats.org/officeDocument/2006/relationships/notesMaster" Target="/ppt/notesMasters/notesMaster1.xml" Id="Rb97e986c6dba47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3183bb19dd4968" /><Relationship Type="http://schemas.openxmlformats.org/officeDocument/2006/relationships/notesMaster" Target="/ppt/notesMasters/notesMaster1.xml" Id="R26b06d78b0d44f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bc5ebe10b648fb" /><Relationship Type="http://schemas.openxmlformats.org/officeDocument/2006/relationships/notesMaster" Target="/ppt/notesMasters/notesMaster1.xml" Id="R838b22c64b6b4e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a56cc52e844488" /><Relationship Type="http://schemas.openxmlformats.org/officeDocument/2006/relationships/notesMaster" Target="/ppt/notesMasters/notesMaster1.xml" Id="Rdbe8b6a0f4474e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99412fc1fc4604" /><Relationship Type="http://schemas.openxmlformats.org/officeDocument/2006/relationships/notesMaster" Target="/ppt/notesMasters/notesMaster1.xml" Id="R95660290d42142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2454228f4e4b8c" /><Relationship Type="http://schemas.openxmlformats.org/officeDocument/2006/relationships/notesMaster" Target="/ppt/notesMasters/notesMaster1.xml" Id="R7ceda2ad667e4f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24ae435b754104" /><Relationship Type="http://schemas.openxmlformats.org/officeDocument/2006/relationships/notesMaster" Target="/ppt/notesMasters/notesMaster1.xml" Id="R9ad5e0799f8c43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4c4a6d8bfb46cb" /><Relationship Type="http://schemas.openxmlformats.org/officeDocument/2006/relationships/notesMaster" Target="/ppt/notesMasters/notesMaster1.xml" Id="R249f9ab999df4eb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67bab46863481c" /><Relationship Type="http://schemas.openxmlformats.org/officeDocument/2006/relationships/notesMaster" Target="/ppt/notesMasters/notesMaster1.xml" Id="Re605753cd2804f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c9be282810c4225" /><Relationship Type="http://schemas.openxmlformats.org/officeDocument/2006/relationships/notesMaster" Target="/ppt/notesMasters/notesMaster1.xml" Id="Rdedf116b7eab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f94fefae794a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d4dfb0f7224588" /><Relationship Type="http://schemas.openxmlformats.org/officeDocument/2006/relationships/slideLayout" Target="/ppt/slideLayouts/slideLayout1.xml" Id="R8f34f4a7f8b844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34f4a7f8b844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03b20e873843c1" /><Relationship Type="http://schemas.openxmlformats.org/officeDocument/2006/relationships/notesSlide" Target="/ppt/notesSlides/notesSlide1.xml" Id="R9202181e0d3740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b9c724866a459c" /><Relationship Type="http://schemas.openxmlformats.org/officeDocument/2006/relationships/notesSlide" Target="/ppt/notesSlides/notesSlide2.xml" Id="R870345b37d414d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c91f1f5a814e6c" /><Relationship Type="http://schemas.openxmlformats.org/officeDocument/2006/relationships/notesSlide" Target="/ppt/notesSlides/notesSlide3.xml" Id="R322f15d608054a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f8ae7c250946d8" /><Relationship Type="http://schemas.openxmlformats.org/officeDocument/2006/relationships/notesSlide" Target="/ppt/notesSlides/notesSlide4.xml" Id="Ra4fa625385b746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e1a79ec7c64aa0" /><Relationship Type="http://schemas.openxmlformats.org/officeDocument/2006/relationships/hyperlink" Target="https://quantum.cloud.ibm.com/docs/en/guides/bit-ordering" TargetMode="External" Id="Ra2a166ccfd6d4fc4" /><Relationship Type="http://schemas.openxmlformats.org/officeDocument/2006/relationships/notesSlide" Target="/ppt/notesSlides/notesSlide5.xml" Id="R4dafe36e1e9642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266347b2b244e1" /><Relationship Type="http://schemas.openxmlformats.org/officeDocument/2006/relationships/notesSlide" Target="/ppt/notesSlides/notesSlide6.xml" Id="R36643dd430724b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7f2eb7c5e04b36" /><Relationship Type="http://schemas.openxmlformats.org/officeDocument/2006/relationships/hyperlink" Target="https://quantum.cloud.ibm.com/docs/en/api/qiskit/qiskit.primitives.StatevectorSampler" TargetMode="External" Id="Rcaa826888aad4cbe" /><Relationship Type="http://schemas.openxmlformats.org/officeDocument/2006/relationships/notesSlide" Target="/ppt/notesSlides/notesSlide7.xml" Id="R111b84394b1847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e0db59f6894a46" /><Relationship Type="http://schemas.openxmlformats.org/officeDocument/2006/relationships/chart" Target="/ppt/slides/charts/chart1.xml" Id="Rc5666056e0004347" /><Relationship Type="http://schemas.openxmlformats.org/officeDocument/2006/relationships/notesSlide" Target="/ppt/notesSlides/notesSlide8.xml" Id="R50866bb3cfc845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6e5e57ed989486d" /><Relationship Type="http://schemas.openxmlformats.org/officeDocument/2006/relationships/hyperlink" Target="https://quantum.cloud.ibm.com/docs/en/guides/bit-ordering" TargetMode="External" Id="R55220eec28e843d8" /><Relationship Type="http://schemas.openxmlformats.org/officeDocument/2006/relationships/notesSlide" Target="/ppt/notesSlides/notesSlide9.xml" Id="Rf74f17b26bbc44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4a900eb98c42de" /><Relationship Type="http://schemas.openxmlformats.org/officeDocument/2006/relationships/notesSlide" Target="/ppt/notesSlides/notesSlide10.xml" Id="Rcf2f77b64a5e4d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b535a23c2c4313" /><Relationship Type="http://schemas.openxmlformats.org/officeDocument/2006/relationships/hyperlink" Target="https://qiskit-community.github.io/qiskit-algorithms/stubs/qiskit_algorithms.SamplingVQE.html" TargetMode="External" Id="Re730862c682e4932" /><Relationship Type="http://schemas.openxmlformats.org/officeDocument/2006/relationships/notesSlide" Target="/ppt/notesSlides/notesSlide11.xml" Id="R3526b70a30524a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b18ded9a0647aa" /><Relationship Type="http://schemas.openxmlformats.org/officeDocument/2006/relationships/chart" Target="/ppt/slides/charts/chart2.xml" Id="Rbe52a8a59c8e4558" /><Relationship Type="http://schemas.openxmlformats.org/officeDocument/2006/relationships/notesSlide" Target="/ppt/notesSlides/notesSlide12.xml" Id="Rf5147af4ad1043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974373baf8466e" /><Relationship Type="http://schemas.openxmlformats.org/officeDocument/2006/relationships/hyperlink" Target="https://quantum.cloud.ibm.com/docs/en/guides/initialize-account" TargetMode="External" Id="Rc09c7f1da9cb4f9f" /><Relationship Type="http://schemas.openxmlformats.org/officeDocument/2006/relationships/notesSlide" Target="/ppt/notesSlides/notesSlide13.xml" Id="Rd964579dce0245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a88c035c03143d9" /><Relationship Type="http://schemas.openxmlformats.org/officeDocument/2006/relationships/chart" Target="/ppt/slides/charts/chart3.xml" Id="R4f5ce6e817a74aad" /><Relationship Type="http://schemas.openxmlformats.org/officeDocument/2006/relationships/notesSlide" Target="/ppt/notesSlides/notesSlide14.xml" Id="R8daee3ad3dbf43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f7dafce3ec4798" /><Relationship Type="http://schemas.openxmlformats.org/officeDocument/2006/relationships/chart" Target="/ppt/slides/charts/chart4.xml" Id="R03196fbdf7734a68" /><Relationship Type="http://schemas.openxmlformats.org/officeDocument/2006/relationships/hyperlink" Target="https://quantum.cloud.ibm.com/docs/en/api/qiskit/qiskit.circuit.library.grover_operator" TargetMode="External" Id="R76c2bf6b1d8146f7" /><Relationship Type="http://schemas.openxmlformats.org/officeDocument/2006/relationships/notesSlide" Target="/ppt/notesSlides/notesSlide15.xml" Id="Ra85d62bada5c49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cc9e97913b4f57" /><Relationship Type="http://schemas.openxmlformats.org/officeDocument/2006/relationships/hyperlink" Target="https://qiskit-community.github.io/qiskit-optimization/tutorials/03_minimum_eigen_optimizer.html" TargetMode="External" Id="R6363ca1cff554ef4" /><Relationship Type="http://schemas.openxmlformats.org/officeDocument/2006/relationships/notesSlide" Target="/ppt/notesSlides/notesSlide16.xml" Id="R2beada5361b748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7b13c00979b4f6e" /><Relationship Type="http://schemas.openxmlformats.org/officeDocument/2006/relationships/notesSlide" Target="/ppt/notesSlides/notesSlide17.xml" Id="R8424f46f3d1840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a5185959cee4aa2" /><Relationship Type="http://schemas.openxmlformats.org/officeDocument/2006/relationships/hyperlink" Target="https://github.com/beilak/qdev" TargetMode="External" Id="R44dbf23205234b88" /><Relationship Type="http://schemas.openxmlformats.org/officeDocument/2006/relationships/notesSlide" Target="/ppt/notesSlides/notesSlide18.xml" Id="R73fa44ba6b2641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6dfdac55114d51" /><Relationship Type="http://schemas.openxmlformats.org/officeDocument/2006/relationships/hyperlink" Target="https://qiskit-community.github.io/qiskit-optimization/tutorials/03_minimum_eigen_optimizer.html" TargetMode="External" Id="Ra431dfbb35a64178" /><Relationship Type="http://schemas.openxmlformats.org/officeDocument/2006/relationships/notesSlide" Target="/ppt/notesSlides/notesSlide19.xml" Id="R8693c8e78e5643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f4b75d4d794cfb" /><Relationship Type="http://schemas.openxmlformats.org/officeDocument/2006/relationships/hyperlink" Target="https://quantum.cloud.ibm.com/docs/en/guides/install-qiskit" TargetMode="External" Id="R58001b65cff9486b" /><Relationship Type="http://schemas.openxmlformats.org/officeDocument/2006/relationships/notesSlide" Target="/ppt/notesSlides/notesSlide20.xml" Id="R6ae9a8d96ded4d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3a321ec4e2b446a" /><Relationship Type="http://schemas.openxmlformats.org/officeDocument/2006/relationships/hyperlink" Target="https://research.ibm.com/blog/research-annual-letter-2022" TargetMode="External" Id="R8b65ea7a431d46c9" /><Relationship Type="http://schemas.openxmlformats.org/officeDocument/2006/relationships/notesSlide" Target="/ppt/notesSlides/notesSlide21.xml" Id="Rf9c5c13477744e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e5cbaeb3154459b" /><Relationship Type="http://schemas.openxmlformats.org/officeDocument/2006/relationships/hyperlink" Target="https://quantum.cloud.ibm.com/docs/en/guides/install-qiskit" TargetMode="External" Id="Rb4e58d60f4314f08" /><Relationship Type="http://schemas.openxmlformats.org/officeDocument/2006/relationships/hyperlink" Target="https://quantum.cloud.ibm.com/docs/en/api/qiskit/qiskit.primitives.StatevectorSampler" TargetMode="External" Id="Rdaeabfc8f3074c2c" /><Relationship Type="http://schemas.openxmlformats.org/officeDocument/2006/relationships/hyperlink" Target="https://quantum.cloud.ibm.com/docs/en/guides/initialize-account" TargetMode="External" Id="R1fedc833d2d74a00" /><Relationship Type="http://schemas.openxmlformats.org/officeDocument/2006/relationships/hyperlink" Target="https://quantum.cloud.ibm.com/docs/en/api/qiskit-ibm-runtime/sampler-v2" TargetMode="External" Id="R76b013d187dc474e" /><Relationship Type="http://schemas.openxmlformats.org/officeDocument/2006/relationships/hyperlink" Target="https://qiskit-community.github.io/qiskit-algorithms/stubs/qiskit_algorithms.SamplingVQE.html" TargetMode="External" Id="R9b58272b8c904f75" /><Relationship Type="http://schemas.openxmlformats.org/officeDocument/2006/relationships/hyperlink" Target="https://qiskit-community.github.io/qiskit-optimization/tutorials/03_minimum_eigen_optimizer.html" TargetMode="External" Id="R6ddbc50cfcf34b4a" /><Relationship Type="http://schemas.openxmlformats.org/officeDocument/2006/relationships/hyperlink" Target="https://quantum.cloud.ibm.com/docs/en/api/qiskit/qiskit.circuit.library.grover_operator" TargetMode="External" Id="Rea2b0a228ea94a87" /><Relationship Type="http://schemas.openxmlformats.org/officeDocument/2006/relationships/hyperlink" Target="https://quantum.cloud.ibm.com/docs/en/guides/bit-ordering" TargetMode="External" Id="Rafebdd18d000402f" /><Relationship Type="http://schemas.openxmlformats.org/officeDocument/2006/relationships/notesSlide" Target="/ppt/notesSlides/notesSlide22.xml" Id="Rb24f7375e58a47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"000"</c:v>
                </c:pt>
                <c:pt idx="1">
                  <c:v>"111"</c:v>
                </c:pt>
              </c:strCache>
            </c:strRef>
          </c:cat>
          <c:val>
            <c:numRef>
              <c:f>'Chart Data'!$B$2:$B$3</c:f>
              <c:numCache>
                <c:formatCode>0</c:formatCode>
                <c:ptCount val="2"/>
                <c:pt idx="0">
                  <c:v>537</c:v>
                </c:pt>
                <c:pt idx="1">
                  <c:v>487</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"01"</c:v>
                </c:pt>
                <c:pt idx="1">
                  <c:v>Other</c:v>
                </c:pt>
              </c:strCache>
            </c:strRef>
          </c:cat>
          <c:val>
            <c:numRef>
              <c:f>'Chart Data'!$B$2:$B$3</c:f>
              <c:numCache>
                <c:formatCode>0</c:formatCode>
                <c:ptCount val="2"/>
                <c:pt idx="0">
                  <c:v>984</c:v>
                </c:pt>
                <c:pt idx="1">
                  <c:v>40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ibm_marrakesh</c:v>
          </c:tx>
          <c:spPr>
            <a:solidFill xmlns:a="http://schemas.openxmlformats.org/drawingml/2006/main">
              <a:srgbClr val="708596"/>
            </a:solidFill>
          </c:spPr>
          <c:cat>
            <c:strRef>
              <c:f>'Chart Data'!$A$2:$A$5</c:f>
              <c:strCache>
                <c:ptCount val="4"/>
                <c:pt idx="0">
                  <c:v>"00"</c:v>
                </c:pt>
                <c:pt idx="1">
                  <c:v>"01"</c:v>
                </c:pt>
                <c:pt idx="2">
                  <c:v>"10"</c:v>
                </c:pt>
                <c:pt idx="3">
                  <c:v>"11"</c:v>
                </c:pt>
              </c:strCache>
            </c:strRef>
          </c:cat>
          <c:val>
            <c:numRef>
              <c:f>'Chart Data'!$B$2:$B$5</c:f>
              <c:numCache>
                <c:formatCode>0</c:formatCode>
                <c:ptCount val="4"/>
                <c:pt idx="0">
                  <c:v>7</c:v>
                </c:pt>
                <c:pt idx="1">
                  <c:v>986</c:v>
                </c:pt>
                <c:pt idx="2">
                  <c:v>13</c:v>
                </c:pt>
                <c:pt idx="3">
                  <c:v>18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P(010), percent</c:v>
          </c:tx>
          <c:spPr>
            <a:solidFill xmlns:a="http://schemas.openxmlformats.org/drawingml/2006/main">
              <a:srgbClr val="708596"/>
            </a:solidFill>
          </c:spPr>
          <c:cat>
            <c:strRef>
              <c:f>'Chart Data'!$A$2:$A$3</c:f>
              <c:strCache>
                <c:ptCount val="2"/>
                <c:pt idx="0">
                  <c:v>Before</c:v>
                </c:pt>
                <c:pt idx="1">
                  <c:v>After one iteration</c:v>
                </c:pt>
              </c:strCache>
            </c:strRef>
          </c:cat>
          <c:val>
            <c:numRef>
              <c:f>'Chart Data'!$B$2:$B$3</c:f>
              <c:numCache>
                <c:formatCode>0</c:formatCode>
                <c:ptCount val="2"/>
                <c:pt idx="0">
                  <c:v>12.5</c:v>
                </c:pt>
                <c:pt idx="1">
                  <c:v>78.125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13425E-126E-4961-8E5D-08507760A3C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D6B3B304-1047-4D95-BC8B-A47026F2735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13E9DD2-B2EB-4294-A0CC-785A375F4BE4}"/>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A391B6F5-D151-4521-BBFF-9972998DFFA2}"/>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64C841AF-0FCD-41E2-B1D8-B6856856DA54}"/>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6140066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F8AF4B-A253-45C7-8FD0-02446ACB2F7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03159F41-4CC1-40D0-93AF-F3206516FE9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3A4352-88BB-4E86-B2E8-BC100C91D801}"/>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11408226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BF60F1-658B-47D8-8323-C4118039AF2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E74AEE58-5B55-4EF2-AC2E-34EEC843046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E6CB9F7-5E7C-4DFF-B46F-BEACDECEE744}"/>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5DAAD644-BBF3-4F62-900C-91D32946EA4E}"/>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5DD7A2DC-1466-4233-A3CB-BB7D76BFBB58}"/>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D510FF34-1524-48D6-B7BC-C9CF5DCC6281}"/>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4F8130FA-4FF2-4CE2-8B14-8250A3A5FEC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4B3683D5-5EB1-4907-A273-401E3E9CF1E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16653578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EC10DA3-558B-408C-986B-B8E5D7FF05E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897D2B92-2841-4F17-A399-B0AC630E297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3709224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BEDD59-9700-4231-884C-A557C4E5E3A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AF90F24A-DECF-4475-98BF-3BC17B1D646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4D94360-7A51-43C0-9B81-B835675FF8E0}"/>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 = QuantumCircuit(4,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qc.x(0)</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qc.x(1)</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qc.cx(0,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qc.cx(1,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qc.ccx(0, 1, 3)</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qc.measure([2, 3], [0, 1])</a:t>
            </a:r>
          </a:p>
        </p:txBody>
      </p:sp>
      <p:sp>
        <p:nvSpPr>
          <p:cNvPr id="4" name="">
            <a:extLst xmlns:a="http://schemas.openxmlformats.org/drawingml/2006/main">
              <a:ext uri="{FF2B5EF4-FFF2-40B4-BE49-F238E27FC236}">
                <a16:creationId xmlns:a16="http://schemas.microsoft.com/office/drawing/2014/main" id="{37283C61-EBAC-4508-B135-FEEA3B31BE3E}"/>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C4E694EE-E35B-4EBE-8D24-6E6F48B72AD0}"/>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31C1A125-23A3-4027-95B5-D67813B252B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D1BFA292-8F70-4F49-BBDA-4902FF888CB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CAD96568-7550-468D-B43D-7BFBBB60BB4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2a166ccfd6d4fc4"/>
              </a:rPr>
              <a:t>Documentation</a:t>
            </a:r>
          </a:p>
        </p:txBody>
      </p:sp>
    </p:spTree>
    <p:extLst>
      <p:ext uri="{BB962C8B-B14F-4D97-AF65-F5344CB8AC3E}">
        <p14:creationId xmlns:p14="http://schemas.microsoft.com/office/powerpoint/2010/main" val="19850320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33F5EB-C5BE-40B9-9D38-30D04EE9CD2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603F1915-7F72-4219-AC10-A808CA4FBA7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A632E06-8236-432F-8F7F-A09E7D76E595}"/>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 import QuantumCircuit</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 = QuantumCircuit(3)</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qc.h(0)</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1)</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qc.measure_all()</a:t>
            </a:r>
          </a:p>
        </p:txBody>
      </p:sp>
      <p:sp>
        <p:nvSpPr>
          <p:cNvPr id="4" name="">
            <a:extLst xmlns:a="http://schemas.openxmlformats.org/drawingml/2006/main">
              <a:ext uri="{FF2B5EF4-FFF2-40B4-BE49-F238E27FC236}">
                <a16:creationId xmlns:a16="http://schemas.microsoft.com/office/drawing/2014/main" id="{B1ED4FD1-05E3-4C9F-A5A0-AF88AF2F97F6}"/>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BD95F8F5-5C2B-4BA0-99B4-384400808479}"/>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35469007-5A72-4B3A-AE63-3A21C91DBACA}"/>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14178513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6ABEF7-D476-4976-9CBA-4573698A10C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3D7976B1-FEF8-41DC-9E46-DCDE0595C3B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DCED7C9-2535-4495-BD85-55BED0B7DA24}"/>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qiskit.primitives import StatevectorSampler</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sampler = StatevectorSampler(seed=42)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job = sampler.run([qc], shots=1024)</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counts = job.result()[0].data.meas.get_counts()</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print(counts)</a:t>
            </a:r>
          </a:p>
        </p:txBody>
      </p:sp>
      <p:sp>
        <p:nvSpPr>
          <p:cNvPr id="4" name="">
            <a:extLst xmlns:a="http://schemas.openxmlformats.org/drawingml/2006/main">
              <a:ext uri="{FF2B5EF4-FFF2-40B4-BE49-F238E27FC236}">
                <a16:creationId xmlns:a16="http://schemas.microsoft.com/office/drawing/2014/main" id="{717A3055-F738-4EDB-A8BD-33F5547EFD8C}"/>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C0FCFCB9-58FC-48AB-8863-E8F84DEF5AB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3E2FB1FA-2B96-43BC-8585-6A8A047A94C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E6DA36A4-CCFE-47BD-A342-2ADA7ED1CB9E}"/>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caa826888aad4cbe"/>
              </a:rPr>
              <a:t>Documentation</a:t>
            </a:r>
          </a:p>
        </p:txBody>
      </p:sp>
    </p:spTree>
    <p:extLst>
      <p:ext uri="{BB962C8B-B14F-4D97-AF65-F5344CB8AC3E}">
        <p14:creationId xmlns:p14="http://schemas.microsoft.com/office/powerpoint/2010/main" val="18572653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7458A3-2C1B-45DE-A561-4E5A198D087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6E05B1EC-9697-4668-A883-230248E24C2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c5666056e0004347"/>
          </a:graphicData>
        </a:graphic>
      </p:graphicFrame>
      <p:sp>
        <p:nvSpPr>
          <p:cNvPr id="4" name="">
            <a:extLst xmlns:a="http://schemas.openxmlformats.org/drawingml/2006/main">
              <a:ext uri="{FF2B5EF4-FFF2-40B4-BE49-F238E27FC236}">
                <a16:creationId xmlns:a16="http://schemas.microsoft.com/office/drawing/2014/main" id="{74EDF9CA-65BD-42D3-8233-82B0BC5BCDF7}"/>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08BDDFAB-3283-4FD7-B6CD-5EC6D8186530}"/>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5DF5D983-06C2-442A-8A44-019BD488B4F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8FEFE177-BF59-49E7-97B3-A57917571813}"/>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10550064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38B6D0-6AA0-4748-B4D6-506048A15E6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04B5DB5A-EFC7-4A55-820B-F3AE6C0EDEC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895D5560-F556-4AC0-9C69-28C9F24D148E}"/>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0248990-4647-4C14-B123-283C77E8738F}"/>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88CECF23-C058-4EF5-A201-FF6223B47A7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1C1FE928-E40E-446F-93BB-CC529C9AB7EC}"/>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06875656-D540-4BDF-A2D2-0FD85126616F}"/>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55220eec28e843d8"/>
              </a:rPr>
              <a:t>Documentation</a:t>
            </a:r>
          </a:p>
        </p:txBody>
      </p:sp>
    </p:spTree>
    <p:extLst>
      <p:ext uri="{BB962C8B-B14F-4D97-AF65-F5344CB8AC3E}">
        <p14:creationId xmlns:p14="http://schemas.microsoft.com/office/powerpoint/2010/main" val="11589947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5F49A8-92E5-4623-8806-CD897CF7FD2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86A18494-F494-4505-9C46-10330A450DA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3ED1F09-7FD7-4784-B37F-D8A9EAB0312C}"/>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20713264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34AA5D-1349-4F48-8882-A647EBCD36F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6B28F419-D013-4C7F-9AE7-CD6D056B32C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DF672E4-E93D-4461-8C53-5D703AFB10B4}"/>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algorithm_globals.random_seed = 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small_vqe = SamplingVQE(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sampler=StatevectorSampler(</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default_shots=1024, seed=1234),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ansatz=small_ansatz,</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optimizer=COBYLA(maxiter=20),</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small_result = small_vqe.compute_minimum_eigenvalue(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cost_operator)</a:t>
            </a:r>
          </a:p>
        </p:txBody>
      </p:sp>
      <p:sp>
        <p:nvSpPr>
          <p:cNvPr id="4" name="">
            <a:extLst xmlns:a="http://schemas.openxmlformats.org/drawingml/2006/main">
              <a:ext uri="{FF2B5EF4-FFF2-40B4-BE49-F238E27FC236}">
                <a16:creationId xmlns:a16="http://schemas.microsoft.com/office/drawing/2014/main" id="{6FB1D69E-E56C-40C4-BFAF-E1A8F8F8B095}"/>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93EC0823-3B9F-4665-B686-1E229384A99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87B9CCAE-43D4-4953-8D16-58ADA6FDACB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e730862c682e4932"/>
              </a:rPr>
              <a:t>Documentation</a:t>
            </a:r>
          </a:p>
        </p:txBody>
      </p:sp>
    </p:spTree>
    <p:extLst>
      <p:ext uri="{BB962C8B-B14F-4D97-AF65-F5344CB8AC3E}">
        <p14:creationId xmlns:p14="http://schemas.microsoft.com/office/powerpoint/2010/main" val="1583133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6A9DB-7E5D-4436-BBC2-83B0009EC28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81D17ECC-59B6-418D-A38C-DEFF56EE489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be52a8a59c8e4558"/>
          </a:graphicData>
        </a:graphic>
      </p:graphicFrame>
      <p:sp>
        <p:nvSpPr>
          <p:cNvPr id="4" name="">
            <a:extLst xmlns:a="http://schemas.openxmlformats.org/drawingml/2006/main">
              <a:ext uri="{FF2B5EF4-FFF2-40B4-BE49-F238E27FC236}">
                <a16:creationId xmlns:a16="http://schemas.microsoft.com/office/drawing/2014/main" id="{BE818952-1B94-4A8D-9D0B-ADD4C554A4ED}"/>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8EA2474-17A5-4C8E-A43B-D609B0EE6885}"/>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1771A080-A0AD-4A32-A641-E3E36D011865}"/>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E8910908-CDA4-4A83-AAD4-8FEE363069DE}"/>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20046414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FCCDBA-59C3-4F18-AB50-6981E709EC3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527161EF-E4D7-4197-A49E-FF07D2B56D6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6E051EA8-124D-4E2B-921C-EBAF24924391}"/>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qiskit_ibm_runtime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QiskitRuntimeService, SamplerV2,</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qiskit.transpiler.preset_passmanagers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r>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service = QiskitRuntimeService()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backend = service.least_busy(</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operational=True, simulator=False,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min_num_qubits=2)</a:t>
            </a:r>
          </a:p>
        </p:txBody>
      </p:sp>
      <p:sp>
        <p:nvSpPr>
          <p:cNvPr id="4" name="">
            <a:extLst xmlns:a="http://schemas.openxmlformats.org/drawingml/2006/main">
              <a:ext uri="{FF2B5EF4-FFF2-40B4-BE49-F238E27FC236}">
                <a16:creationId xmlns:a16="http://schemas.microsoft.com/office/drawing/2014/main" id="{1B6C958F-5170-4E7A-8E60-6D01F36F93E2}"/>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measured_circuit has fixed angles</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pm =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backend=backend,</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optimization_level=3,</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isa = pm.run(measured_circuit)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job = SamplerV2(mode=backend).run(</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[isa], shots=1024,</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print(job.job_id())</a:t>
            </a:r>
          </a:p>
        </p:txBody>
      </p:sp>
      <p:sp>
        <p:nvSpPr>
          <p:cNvPr id="5" name="">
            <a:extLst xmlns:a="http://schemas.openxmlformats.org/drawingml/2006/main">
              <a:ext uri="{FF2B5EF4-FFF2-40B4-BE49-F238E27FC236}">
                <a16:creationId xmlns:a16="http://schemas.microsoft.com/office/drawing/2014/main" id="{142FE135-9488-45F6-B5C1-B04E8C75652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303B9E9C-69A6-4B27-B08A-926A6DFDD6C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B0604B6F-60E5-4ECA-943C-8354A0D8590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c09c7f1da9cb4f9f"/>
              </a:rPr>
              <a:t>Documentation</a:t>
            </a:r>
          </a:p>
        </p:txBody>
      </p:sp>
    </p:spTree>
    <p:extLst>
      <p:ext uri="{BB962C8B-B14F-4D97-AF65-F5344CB8AC3E}">
        <p14:creationId xmlns:p14="http://schemas.microsoft.com/office/powerpoint/2010/main" val="1950779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098D2A-28BE-412F-A385-B9F6AAE63CF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7BC771A0-8E9F-4A6D-B3C6-85C4CEB4238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4f5ce6e817a74aad"/>
          </a:graphicData>
        </a:graphic>
      </p:graphicFrame>
      <p:sp>
        <p:nvSpPr>
          <p:cNvPr id="4" name="">
            <a:extLst xmlns:a="http://schemas.openxmlformats.org/drawingml/2006/main">
              <a:ext uri="{FF2B5EF4-FFF2-40B4-BE49-F238E27FC236}">
                <a16:creationId xmlns:a16="http://schemas.microsoft.com/office/drawing/2014/main" id="{EB50D92C-DC4E-4E38-8CA2-26D6715F0672}"/>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5A871DFF-4061-4D2D-A9E7-C40320E443A0}"/>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7BD34237-50C8-4D4F-B85C-D33EAEECF6E0}"/>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5746DFF3-2A6F-4F8A-9A24-D0356CE7141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9F94FD6B-BE3E-4365-9133-D4954979D09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2913639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7F532A-255A-4397-BC0B-933E015BF69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C64E0845-CDF3-4578-9844-5977C49C726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03196fbdf7734a68"/>
          </a:graphicData>
        </a:graphic>
      </p:graphicFrame>
      <p:sp>
        <p:nvSpPr>
          <p:cNvPr id="4" name="">
            <a:extLst xmlns:a="http://schemas.openxmlformats.org/drawingml/2006/main">
              <a:ext uri="{FF2B5EF4-FFF2-40B4-BE49-F238E27FC236}">
                <a16:creationId xmlns:a16="http://schemas.microsoft.com/office/drawing/2014/main" id="{3CB5A074-AA6B-4B55-B617-7CA72076662D}"/>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A625A050-B0C5-432D-BA64-20EFC0E19094}"/>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BAA03A51-4086-485A-967A-536D760E2AC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A6037A9C-6129-4039-BE79-F0EBE6AE664D}"/>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2EDEA7D8-EFBC-4450-AC2C-89F09D361309}"/>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76c2bf6b1d8146f7"/>
              </a:rPr>
              <a:t>Documentation</a:t>
            </a:r>
          </a:p>
        </p:txBody>
      </p:sp>
    </p:spTree>
    <p:extLst>
      <p:ext uri="{BB962C8B-B14F-4D97-AF65-F5344CB8AC3E}">
        <p14:creationId xmlns:p14="http://schemas.microsoft.com/office/powerpoint/2010/main" val="1104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BD2A84-93B2-401C-96E9-3464885DACD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647B510B-02FC-4617-A61A-8305CB4E952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D9886CB6-6D28-43B4-8D0C-F1511562E49C}"/>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77D40B5B-3793-49A1-AFB2-006D1BB33811}"/>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0A4A5FA-E43E-47B6-97A3-28A84DD83653}"/>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A298404C-2C52-484E-81C8-5EF61841D8D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BDAA195B-1465-4BEA-B135-642FD077B09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6363ca1cff554ef4"/>
              </a:rPr>
              <a:t>Documentation</a:t>
            </a:r>
          </a:p>
        </p:txBody>
      </p:sp>
    </p:spTree>
    <p:extLst>
      <p:ext uri="{BB962C8B-B14F-4D97-AF65-F5344CB8AC3E}">
        <p14:creationId xmlns:p14="http://schemas.microsoft.com/office/powerpoint/2010/main" val="1031282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AAC9FD-411E-4290-99EF-8D90905461C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CC19A5FD-DF5E-4D40-9134-872182D9D3B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717D7EB-A578-450C-B71B-6910A682FBD3}"/>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12675438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5A5CE1-459A-4521-A70D-A7563256D59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880A9A47-CCE5-4FBE-9AAE-80DD2A92CC9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03365F32-B70C-4C12-83D3-D1AAF5A16867}"/>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9357925A-C6D7-4782-A00A-ABA5B7883716}"/>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44dbf23205234b88"/>
              </a:rPr>
              <a:t>Notebook repository</a:t>
            </a:r>
          </a:p>
        </p:txBody>
      </p:sp>
      <p:sp>
        <p:nvSpPr>
          <p:cNvPr id="5" name="">
            <a:extLst xmlns:a="http://schemas.openxmlformats.org/drawingml/2006/main">
              <a:ext uri="{FF2B5EF4-FFF2-40B4-BE49-F238E27FC236}">
                <a16:creationId xmlns:a16="http://schemas.microsoft.com/office/drawing/2014/main" id="{F4C8E5ED-E31C-4FAA-8BEF-B39678956C07}"/>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65B3B1FE-F1B9-4752-AA6F-7B896A42A28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26B8921E-B2D1-4A0E-A388-35410C60F70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212207805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797F5D-8E62-4A56-8386-01663DE755F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F1966482-B061-442A-8BA5-EFE6D8CAA36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3A7308A8-EBC8-4FB9-A9BD-D00227CC8175}"/>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8C9D42F9-0229-4D67-89C1-A5BCB8FCFB4A}"/>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850C86FE-69FA-4DD3-972E-066A97A40C0D}"/>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F3D48430-7FD6-4F8F-A966-3E7B7529AAD7}"/>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C2134F0B-1704-48C0-B662-C4A104839A4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D1B98E2C-C180-49B5-A3F7-343293F4EE4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6352CF34-F1D5-4CA2-B27F-1998769A06F8}"/>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431dfbb35a64178"/>
              </a:rPr>
              <a:t>Documentation</a:t>
            </a:r>
          </a:p>
        </p:txBody>
      </p:sp>
    </p:spTree>
    <p:extLst>
      <p:ext uri="{BB962C8B-B14F-4D97-AF65-F5344CB8AC3E}">
        <p14:creationId xmlns:p14="http://schemas.microsoft.com/office/powerpoint/2010/main" val="2524276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91FB6-002A-4B9C-BEF5-40D67F8DF98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5F817F9A-BCDF-4F6E-9741-6AE6E225180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CDEA29C-EF3D-4695-9194-5AF2833C915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88447FBF-2E3D-44F7-BD3D-2D4EF76C5471}"/>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7991A4E0-8514-49A9-8EF6-01F65BFD4D5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58001b65cff9486b"/>
              </a:rPr>
              <a:t>Documentation</a:t>
            </a:r>
          </a:p>
        </p:txBody>
      </p:sp>
    </p:spTree>
    <p:extLst>
      <p:ext uri="{BB962C8B-B14F-4D97-AF65-F5344CB8AC3E}">
        <p14:creationId xmlns:p14="http://schemas.microsoft.com/office/powerpoint/2010/main" val="20370355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E68ECE-2FBF-408D-A75C-9AE8CCB3F3A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013A393D-3FE8-4721-B097-D3F682B5534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2C2C2C-598B-4CF9-AC27-94967C15A89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1353E90E-E708-40AF-970B-D1D4FA2B362B}"/>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245A62E9-5CDD-4F34-B384-37BE15A0D68E}"/>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8b65ea7a431d46c9"/>
              </a:rPr>
              <a:t>Documentation</a:t>
            </a:r>
          </a:p>
        </p:txBody>
      </p:sp>
    </p:spTree>
    <p:extLst>
      <p:ext uri="{BB962C8B-B14F-4D97-AF65-F5344CB8AC3E}">
        <p14:creationId xmlns:p14="http://schemas.microsoft.com/office/powerpoint/2010/main" val="54742622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E083B0-B5CE-41AD-8A51-0ADD6AF364C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7F551151-F429-4BC0-BE76-A76C1936BA6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21432834-FA23-4718-86A1-4397DDBAF76E}"/>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b4e58d60f4314f08"/>
              </a:rPr>
              <a:t>Qiskit installation and supported environment</a:t>
            </a:r>
          </a:p>
        </p:txBody>
      </p:sp>
      <p:sp>
        <p:nvSpPr>
          <p:cNvPr id="4" name="">
            <a:extLst xmlns:a="http://schemas.openxmlformats.org/drawingml/2006/main">
              <a:ext uri="{FF2B5EF4-FFF2-40B4-BE49-F238E27FC236}">
                <a16:creationId xmlns:a16="http://schemas.microsoft.com/office/drawing/2014/main" id="{92389230-B241-4E93-84DF-17E9BE3CA669}"/>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aeabfc8f3074c2c"/>
              </a:rPr>
              <a:t>Local sampling and measurement results</a:t>
            </a:r>
          </a:p>
        </p:txBody>
      </p:sp>
      <p:sp>
        <p:nvSpPr>
          <p:cNvPr id="5" name="">
            <a:extLst xmlns:a="http://schemas.openxmlformats.org/drawingml/2006/main">
              <a:ext uri="{FF2B5EF4-FFF2-40B4-BE49-F238E27FC236}">
                <a16:creationId xmlns:a16="http://schemas.microsoft.com/office/drawing/2014/main" id="{8B50EABF-0214-4687-A124-CE7AF2543B76}"/>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1fedc833d2d74a00"/>
              </a:rPr>
              <a:t>IBM account setup</a:t>
            </a:r>
          </a:p>
        </p:txBody>
      </p:sp>
      <p:sp>
        <p:nvSpPr>
          <p:cNvPr id="6" name="">
            <a:extLst xmlns:a="http://schemas.openxmlformats.org/drawingml/2006/main">
              <a:ext uri="{FF2B5EF4-FFF2-40B4-BE49-F238E27FC236}">
                <a16:creationId xmlns:a16="http://schemas.microsoft.com/office/drawing/2014/main" id="{63AE4476-C5F8-420F-9A02-46E0A9AD7C54}"/>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76b013d187dc474e"/>
              </a:rPr>
              <a:t>SamplerV2 cloud execution</a:t>
            </a:r>
          </a:p>
        </p:txBody>
      </p:sp>
      <p:sp>
        <p:nvSpPr>
          <p:cNvPr id="7" name="">
            <a:extLst xmlns:a="http://schemas.openxmlformats.org/drawingml/2006/main">
              <a:ext uri="{FF2B5EF4-FFF2-40B4-BE49-F238E27FC236}">
                <a16:creationId xmlns:a16="http://schemas.microsoft.com/office/drawing/2014/main" id="{0288978B-8FDC-40A7-8036-0490DD892E71}"/>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9b58272b8c904f75"/>
              </a:rPr>
              <a:t>SamplingVQE</a:t>
            </a:r>
          </a:p>
        </p:txBody>
      </p:sp>
      <p:sp>
        <p:nvSpPr>
          <p:cNvPr id="8" name="">
            <a:extLst xmlns:a="http://schemas.openxmlformats.org/drawingml/2006/main">
              <a:ext uri="{FF2B5EF4-FFF2-40B4-BE49-F238E27FC236}">
                <a16:creationId xmlns:a16="http://schemas.microsoft.com/office/drawing/2014/main" id="{459D3BF6-1D88-4E43-8486-CFB226BC6EDA}"/>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6ddbc50cfcf34b4a"/>
              </a:rPr>
              <a:t>QUBO conversion and sample interpretation</a:t>
            </a:r>
          </a:p>
        </p:txBody>
      </p:sp>
      <p:sp>
        <p:nvSpPr>
          <p:cNvPr id="9" name="">
            <a:extLst xmlns:a="http://schemas.openxmlformats.org/drawingml/2006/main">
              <a:ext uri="{FF2B5EF4-FFF2-40B4-BE49-F238E27FC236}">
                <a16:creationId xmlns:a16="http://schemas.microsoft.com/office/drawing/2014/main" id="{028C471A-3EB8-4112-BE71-850A2A86E6E3}"/>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ea2b0a228ea94a87"/>
              </a:rPr>
              <a:t>Grover operator and query model</a:t>
            </a:r>
          </a:p>
        </p:txBody>
      </p:sp>
      <p:sp>
        <p:nvSpPr>
          <p:cNvPr id="10" name="">
            <a:extLst xmlns:a="http://schemas.openxmlformats.org/drawingml/2006/main">
              <a:ext uri="{FF2B5EF4-FFF2-40B4-BE49-F238E27FC236}">
                <a16:creationId xmlns:a16="http://schemas.microsoft.com/office/drawing/2014/main" id="{B9847ADC-88D4-4747-85F3-82AE2C3C6067}"/>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afebdd18d000402f"/>
              </a:rPr>
              <a:t>Qiskit bit ordering</a:t>
            </a:r>
          </a:p>
        </p:txBody>
      </p:sp>
      <p:sp>
        <p:nvSpPr>
          <p:cNvPr id="11" name="">
            <a:extLst xmlns:a="http://schemas.openxmlformats.org/drawingml/2006/main">
              <a:ext uri="{FF2B5EF4-FFF2-40B4-BE49-F238E27FC236}">
                <a16:creationId xmlns:a16="http://schemas.microsoft.com/office/drawing/2014/main" id="{CF559806-2016-48B4-8808-494E4D714AAF}"/>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773095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2026-09-27T20:18:08.3910000Z</dcterms:created>
  <dcterms:modified xsi:type="dcterms:W3CDTF">2026-09-27T20:18:08.3910000Z</dcterms:modified>
</coreProperties>
</file>